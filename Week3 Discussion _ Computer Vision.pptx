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Tahoma"/>
      <p:regular r:id="rId27"/>
      <p:bold r:id="rId28"/>
    </p:embeddedFon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b="0" i="0" sz="33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42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45.png"/><Relationship Id="rId5" Type="http://schemas.openxmlformats.org/officeDocument/2006/relationships/image" Target="../media/image53.png"/><Relationship Id="rId6" Type="http://schemas.openxmlformats.org/officeDocument/2006/relationships/image" Target="../media/image38.png"/><Relationship Id="rId7" Type="http://schemas.openxmlformats.org/officeDocument/2006/relationships/image" Target="../media/image41.png"/><Relationship Id="rId8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61.png"/><Relationship Id="rId5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67.png"/><Relationship Id="rId6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Relationship Id="rId4" Type="http://schemas.openxmlformats.org/officeDocument/2006/relationships/image" Target="../media/image63.png"/><Relationship Id="rId5" Type="http://schemas.openxmlformats.org/officeDocument/2006/relationships/image" Target="../media/image85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88.png"/><Relationship Id="rId9" Type="http://schemas.openxmlformats.org/officeDocument/2006/relationships/image" Target="../media/image83.png"/><Relationship Id="rId5" Type="http://schemas.openxmlformats.org/officeDocument/2006/relationships/image" Target="../media/image54.png"/><Relationship Id="rId6" Type="http://schemas.openxmlformats.org/officeDocument/2006/relationships/image" Target="../media/image72.png"/><Relationship Id="rId7" Type="http://schemas.openxmlformats.org/officeDocument/2006/relationships/image" Target="../media/image60.png"/><Relationship Id="rId8" Type="http://schemas.openxmlformats.org/officeDocument/2006/relationships/image" Target="../media/image6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9.png"/><Relationship Id="rId4" Type="http://schemas.openxmlformats.org/officeDocument/2006/relationships/image" Target="../media/image79.png"/><Relationship Id="rId9" Type="http://schemas.openxmlformats.org/officeDocument/2006/relationships/image" Target="../media/image76.png"/><Relationship Id="rId5" Type="http://schemas.openxmlformats.org/officeDocument/2006/relationships/image" Target="../media/image73.png"/><Relationship Id="rId6" Type="http://schemas.openxmlformats.org/officeDocument/2006/relationships/image" Target="../media/image68.png"/><Relationship Id="rId7" Type="http://schemas.openxmlformats.org/officeDocument/2006/relationships/image" Target="../media/image89.png"/><Relationship Id="rId8" Type="http://schemas.openxmlformats.org/officeDocument/2006/relationships/image" Target="../media/image8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7.png"/><Relationship Id="rId4" Type="http://schemas.openxmlformats.org/officeDocument/2006/relationships/image" Target="../media/image86.png"/><Relationship Id="rId5" Type="http://schemas.openxmlformats.org/officeDocument/2006/relationships/image" Target="../media/image78.png"/><Relationship Id="rId6" Type="http://schemas.openxmlformats.org/officeDocument/2006/relationships/image" Target="../media/image82.png"/><Relationship Id="rId7" Type="http://schemas.openxmlformats.org/officeDocument/2006/relationships/image" Target="../media/image8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84.png"/><Relationship Id="rId5" Type="http://schemas.openxmlformats.org/officeDocument/2006/relationships/image" Target="../media/image75.png"/><Relationship Id="rId6" Type="http://schemas.openxmlformats.org/officeDocument/2006/relationships/image" Target="../media/image87.png"/><Relationship Id="rId7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Week-3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baseline="30000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Aug,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81391" y="345151"/>
            <a:ext cx="85746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geometry in computer vision defines the mathematical relationship between 3D points in the world and their 2D projections on the image plane through models like pinhole or perspective projection.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7205" y="29710"/>
            <a:ext cx="1930287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Geometry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7" y="2652462"/>
            <a:ext cx="3179218" cy="242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/>
          <p:nvPr/>
        </p:nvSpPr>
        <p:spPr>
          <a:xfrm>
            <a:off x="27205" y="1041480"/>
            <a:ext cx="1442608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Pinhole Camera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81391" y="1296883"/>
            <a:ext cx="857467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pinhole camera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simplified camera model used in computer vision to describe how a 3D scene is projected onto a 2D image plane. It assumes: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point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(the pinhole or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center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through which all light rays pass.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image plane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the rays intersect, forming the image.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lens distortion, aperture, or focus effects.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3487102" y="2287087"/>
            <a:ext cx="2169795" cy="284663"/>
          </a:xfrm>
          <a:prstGeom prst="rect">
            <a:avLst/>
          </a:prstGeom>
          <a:solidFill>
            <a:srgbClr val="C60A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Pinhole Camera Mapping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9281" y="2947544"/>
            <a:ext cx="2807275" cy="19010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/>
          <p:nvPr/>
        </p:nvSpPr>
        <p:spPr>
          <a:xfrm>
            <a:off x="6605847" y="1874456"/>
            <a:ext cx="2169795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of principal point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4806" y="2264435"/>
            <a:ext cx="2651878" cy="1817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6">
            <a:alphaModFix/>
          </a:blip>
          <a:srcRect b="0" l="0" r="0" t="39133"/>
          <a:stretch/>
        </p:blipFill>
        <p:spPr>
          <a:xfrm>
            <a:off x="6518850" y="4175294"/>
            <a:ext cx="2343790" cy="82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182880" y="33867"/>
            <a:ext cx="2428876" cy="284663"/>
          </a:xfrm>
          <a:prstGeom prst="rect">
            <a:avLst/>
          </a:prstGeom>
          <a:solidFill>
            <a:srgbClr val="C60A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Shifting of World Coordinate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996" y="332259"/>
            <a:ext cx="3279468" cy="23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5764848" y="47596"/>
            <a:ext cx="2098992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CCD Camera model</a:t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5538" y="1014059"/>
            <a:ext cx="2719359" cy="1557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5570" y="2771760"/>
            <a:ext cx="4235818" cy="2233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" y="2983456"/>
            <a:ext cx="3756246" cy="212617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3939126" y="332259"/>
            <a:ext cx="507226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CCD camera model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refers to how a </a:t>
            </a: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Charge-Coupled Device (CCD)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sensor captures images, and how this physical process is mathematically modeled in </a:t>
            </a: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relate 3D world points to 2D image coordinates.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142239" y="0"/>
            <a:ext cx="4362028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of the Projective Camera matrix (P)</a:t>
            </a:r>
            <a:endParaRPr/>
          </a:p>
        </p:txBody>
      </p:sp>
      <p:grpSp>
        <p:nvGrpSpPr>
          <p:cNvPr id="170" name="Google Shape;170;p29"/>
          <p:cNvGrpSpPr/>
          <p:nvPr/>
        </p:nvGrpSpPr>
        <p:grpSpPr>
          <a:xfrm>
            <a:off x="338661" y="479794"/>
            <a:ext cx="3453029" cy="3599944"/>
            <a:chOff x="228665" y="142331"/>
            <a:chExt cx="3915239" cy="4095241"/>
          </a:xfrm>
        </p:grpSpPr>
        <p:pic>
          <p:nvPicPr>
            <p:cNvPr id="171" name="Google Shape;17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671" y="142331"/>
              <a:ext cx="3815010" cy="27561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9"/>
            <p:cNvPicPr preferRelativeResize="0"/>
            <p:nvPr/>
          </p:nvPicPr>
          <p:blipFill rotWithShape="1">
            <a:blip r:embed="rId4">
              <a:alphaModFix/>
            </a:blip>
            <a:srcRect b="33159" l="0" r="0" t="0"/>
            <a:stretch/>
          </p:blipFill>
          <p:spPr>
            <a:xfrm>
              <a:off x="228665" y="2898447"/>
              <a:ext cx="3915239" cy="13391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29"/>
          <p:cNvSpPr txBox="1"/>
          <p:nvPr/>
        </p:nvSpPr>
        <p:spPr>
          <a:xfrm>
            <a:off x="5327226" y="34609"/>
            <a:ext cx="3362960" cy="500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of projective camera matrix P=[M | p4]</a:t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3932" y="667451"/>
            <a:ext cx="3449955" cy="190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7147" y="667450"/>
            <a:ext cx="1848633" cy="127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 rotWithShape="1">
          <a:blip r:embed="rId7">
            <a:alphaModFix/>
          </a:blip>
          <a:srcRect b="8538" l="0" r="0" t="30953"/>
          <a:stretch/>
        </p:blipFill>
        <p:spPr>
          <a:xfrm>
            <a:off x="3866885" y="2594938"/>
            <a:ext cx="2989878" cy="1066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/>
          <p:cNvPicPr preferRelativeResize="0"/>
          <p:nvPr/>
        </p:nvPicPr>
        <p:blipFill rotWithShape="1">
          <a:blip r:embed="rId8">
            <a:alphaModFix/>
          </a:blip>
          <a:srcRect b="0" l="0" r="0" t="25668"/>
          <a:stretch/>
        </p:blipFill>
        <p:spPr>
          <a:xfrm>
            <a:off x="3866885" y="3734459"/>
            <a:ext cx="2920681" cy="1409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81464" y="3410556"/>
            <a:ext cx="2283098" cy="102842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7240693" y="2812206"/>
            <a:ext cx="1564641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of points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/>
        </p:nvSpPr>
        <p:spPr>
          <a:xfrm>
            <a:off x="182880" y="33867"/>
            <a:ext cx="2630694" cy="500107"/>
          </a:xfrm>
          <a:prstGeom prst="rect">
            <a:avLst/>
          </a:prstGeom>
          <a:solidFill>
            <a:srgbClr val="C60A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camera center for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P=[M | p4]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" y="657807"/>
            <a:ext cx="3768882" cy="1913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554" y="3147413"/>
            <a:ext cx="3551836" cy="160069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94827" y="2768050"/>
            <a:ext cx="2275840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parameters from P</a:t>
            </a:r>
            <a:endParaRPr/>
          </a:p>
        </p:txBody>
      </p:sp>
      <p:sp>
        <p:nvSpPr>
          <p:cNvPr id="188" name="Google Shape;188;p30"/>
          <p:cNvSpPr txBox="1"/>
          <p:nvPr/>
        </p:nvSpPr>
        <p:spPr>
          <a:xfrm>
            <a:off x="6150188" y="33867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5131" y="318530"/>
            <a:ext cx="2888709" cy="1974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6079068" y="230437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43282" y="2695583"/>
            <a:ext cx="3026723" cy="2202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423" y="2912533"/>
            <a:ext cx="2585537" cy="1777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/>
        </p:nvSpPr>
        <p:spPr>
          <a:xfrm>
            <a:off x="77894" y="25724"/>
            <a:ext cx="1229360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77894" y="2508924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94" y="2856590"/>
            <a:ext cx="2958420" cy="21867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31"/>
          <p:cNvGrpSpPr/>
          <p:nvPr/>
        </p:nvGrpSpPr>
        <p:grpSpPr>
          <a:xfrm>
            <a:off x="0" y="310387"/>
            <a:ext cx="3693327" cy="2135534"/>
            <a:chOff x="0" y="310387"/>
            <a:chExt cx="3693327" cy="2135534"/>
          </a:xfrm>
        </p:grpSpPr>
        <p:pic>
          <p:nvPicPr>
            <p:cNvPr id="201" name="Google Shape;201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0387"/>
              <a:ext cx="3693327" cy="1930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31"/>
            <p:cNvSpPr txBox="1"/>
            <p:nvPr/>
          </p:nvSpPr>
          <p:spPr>
            <a:xfrm>
              <a:off x="1" y="2196429"/>
              <a:ext cx="3693326" cy="249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9525" marR="3810" rtl="0" algn="l">
                <a:lnSpc>
                  <a:spcPct val="1006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(b) Compute the principal plane of the imaging system.</a:t>
              </a:r>
              <a:endParaRPr b="0" i="0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203" name="Google Shape;20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5035" y="3406987"/>
            <a:ext cx="2459828" cy="1426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/>
        </p:nvSpPr>
        <p:spPr>
          <a:xfrm>
            <a:off x="6637868" y="25724"/>
            <a:ext cx="1229360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1769" y="310387"/>
            <a:ext cx="3904017" cy="206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02856" y="2692011"/>
            <a:ext cx="3378584" cy="24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6712374" y="237241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/>
        </p:nvSpPr>
        <p:spPr>
          <a:xfrm>
            <a:off x="200622" y="66965"/>
            <a:ext cx="2032780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at Infinity (∞)</a:t>
            </a: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19" y="399744"/>
            <a:ext cx="3644901" cy="114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/>
        </p:nvSpPr>
        <p:spPr>
          <a:xfrm>
            <a:off x="256991" y="2913451"/>
            <a:ext cx="1765743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Projections</a:t>
            </a:r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1908" y="2917787"/>
            <a:ext cx="2721655" cy="223120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/>
        </p:nvSpPr>
        <p:spPr>
          <a:xfrm>
            <a:off x="5236416" y="2508925"/>
            <a:ext cx="2306321" cy="284663"/>
          </a:xfrm>
          <a:prstGeom prst="rect">
            <a:avLst/>
          </a:prstGeom>
          <a:solidFill>
            <a:srgbClr val="C60A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camera on a line</a:t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5470096" y="86820"/>
            <a:ext cx="2306321" cy="284663"/>
          </a:xfrm>
          <a:prstGeom prst="rect">
            <a:avLst/>
          </a:prstGeom>
          <a:solidFill>
            <a:srgbClr val="C60A9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Camera on plane</a:t>
            </a:r>
            <a:endParaRPr/>
          </a:p>
        </p:txBody>
      </p:sp>
      <p:pic>
        <p:nvPicPr>
          <p:cNvPr id="218" name="Google Shape;21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921" y="1673038"/>
            <a:ext cx="36576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" y="3235035"/>
            <a:ext cx="3238500" cy="18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7442" y="3339538"/>
            <a:ext cx="24765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5106" y="479726"/>
            <a:ext cx="34163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28800" y="4735350"/>
            <a:ext cx="1515200" cy="3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6563362" y="26633"/>
            <a:ext cx="98890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2904" y="303773"/>
            <a:ext cx="3925471" cy="217583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3"/>
          <p:cNvSpPr txBox="1"/>
          <p:nvPr/>
        </p:nvSpPr>
        <p:spPr>
          <a:xfrm>
            <a:off x="6353387" y="247208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6986" y="2885662"/>
            <a:ext cx="3261658" cy="223120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 txBox="1"/>
          <p:nvPr/>
        </p:nvSpPr>
        <p:spPr>
          <a:xfrm>
            <a:off x="1381106" y="2756749"/>
            <a:ext cx="1859700" cy="284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Vanishing Lines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208076" y="24743"/>
            <a:ext cx="1859820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Vanishing Points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7119" y="48712"/>
            <a:ext cx="28448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075" y="1588825"/>
            <a:ext cx="2545447" cy="1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350" y="3469525"/>
            <a:ext cx="2575301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925" y="3057513"/>
            <a:ext cx="4170200" cy="4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/>
        </p:nvSpPr>
        <p:spPr>
          <a:xfrm>
            <a:off x="208076" y="24743"/>
            <a:ext cx="1345595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pic>
        <p:nvPicPr>
          <p:cNvPr id="242" name="Google Shape;2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9406"/>
            <a:ext cx="4318000" cy="2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7185" y="167074"/>
            <a:ext cx="4368800" cy="27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884874"/>
            <a:ext cx="3733800" cy="21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/>
        </p:nvSpPr>
        <p:spPr>
          <a:xfrm>
            <a:off x="873940" y="836217"/>
            <a:ext cx="7816331" cy="41626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Geometry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Pinhole Camera Mapping, Offsetting Principal Point, Shifting World Coordinate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CCD Camera Model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Camera Matrix and its Properties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Parameters from Projective Camera Matrix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Camera on Plane and Line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at Infinity, Affine Projections, Vanishing Points and Vanishing Line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3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6"/>
          <p:cNvSpPr txBox="1"/>
          <p:nvPr/>
        </p:nvSpPr>
        <p:spPr>
          <a:xfrm>
            <a:off x="4609253" y="136807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0" name="Google Shape;260;p3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1" name="Google Shape;261;p36"/>
          <p:cNvSpPr txBox="1"/>
          <p:nvPr/>
        </p:nvSpPr>
        <p:spPr>
          <a:xfrm>
            <a:off x="74506" y="380769"/>
            <a:ext cx="9069494" cy="19746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84" l="-27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62" name="Google Shape;262;p36"/>
          <p:cNvSpPr txBox="1"/>
          <p:nvPr/>
        </p:nvSpPr>
        <p:spPr>
          <a:xfrm>
            <a:off x="2688731" y="2010088"/>
            <a:ext cx="5987618" cy="5616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5554" l="-845" r="-845" t="-44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63" name="Google Shape;26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2162" y="2761738"/>
            <a:ext cx="2976563" cy="177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196" y="2732144"/>
            <a:ext cx="4541330" cy="65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6732" y="3293123"/>
            <a:ext cx="3410537" cy="146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2321" y="4607682"/>
            <a:ext cx="2491638" cy="507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-1" y="451791"/>
            <a:ext cx="9402946" cy="15465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principal point is located at (3, 4) in the coordinate system of the image plane, what would be the image coordinates of the world point (1, 2, 5), using a pin hole camera with focal length f = 0.5?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(2.3, 4.4)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(3.3, 3.4)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(3.1, 4.2)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(2.3, 3.4)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7"/>
          <p:cNvSpPr txBox="1"/>
          <p:nvPr/>
        </p:nvSpPr>
        <p:spPr>
          <a:xfrm>
            <a:off x="3154117" y="179831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7" name="Google Shape;277;p3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78" name="Google Shape;2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39" y="2371558"/>
            <a:ext cx="3975212" cy="220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290788"/>
            <a:ext cx="4468282" cy="247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0" y="432561"/>
            <a:ext cx="8833402" cy="17053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441" l="-71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87" name="Google Shape;287;p38"/>
          <p:cNvSpPr txBox="1"/>
          <p:nvPr/>
        </p:nvSpPr>
        <p:spPr>
          <a:xfrm>
            <a:off x="3455167" y="222550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0" name="Google Shape;290;p3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91" name="Google Shape;2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15" y="3239623"/>
            <a:ext cx="3633706" cy="962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2007" y="3374379"/>
            <a:ext cx="5195778" cy="774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3443431" y="158567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2" name="Google Shape;302;p3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3" name="Google Shape;303;p39"/>
          <p:cNvSpPr txBox="1"/>
          <p:nvPr/>
        </p:nvSpPr>
        <p:spPr>
          <a:xfrm>
            <a:off x="60960" y="432561"/>
            <a:ext cx="8833402" cy="19515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893" l="-57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04" name="Google Shape;30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759410"/>
            <a:ext cx="3909445" cy="191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0945" y="1978233"/>
            <a:ext cx="2376818" cy="81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0945" y="2775621"/>
            <a:ext cx="3007543" cy="2367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58100" y="252151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40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" name="Google Shape;316;p4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7" name="Google Shape;317;p40"/>
          <p:cNvSpPr txBox="1"/>
          <p:nvPr/>
        </p:nvSpPr>
        <p:spPr>
          <a:xfrm>
            <a:off x="58100" y="459194"/>
            <a:ext cx="9027800" cy="19567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61" r="0" t="-12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18" name="Google Shape;31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68" y="2980274"/>
            <a:ext cx="38100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6805" y="2808747"/>
            <a:ext cx="3927641" cy="1875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/>
        </p:nvSpPr>
        <p:spPr>
          <a:xfrm>
            <a:off x="0" y="540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1"/>
          <p:cNvSpPr txBox="1"/>
          <p:nvPr/>
        </p:nvSpPr>
        <p:spPr>
          <a:xfrm>
            <a:off x="4207859" y="94910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41"/>
          <p:cNvSpPr txBox="1"/>
          <p:nvPr/>
        </p:nvSpPr>
        <p:spPr>
          <a:xfrm>
            <a:off x="3017816" y="4763840"/>
            <a:ext cx="537908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9" name="Google Shape;329;p4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0" name="Google Shape;330;p41"/>
          <p:cNvSpPr txBox="1"/>
          <p:nvPr/>
        </p:nvSpPr>
        <p:spPr>
          <a:xfrm>
            <a:off x="37921" y="252593"/>
            <a:ext cx="8833500" cy="17392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98" l="-142" r="-14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31" name="Google Shape;33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2000688"/>
            <a:ext cx="2830116" cy="16164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41"/>
          <p:cNvGrpSpPr/>
          <p:nvPr/>
        </p:nvGrpSpPr>
        <p:grpSpPr>
          <a:xfrm>
            <a:off x="2578818" y="1304171"/>
            <a:ext cx="2700112" cy="1253575"/>
            <a:chOff x="3374379" y="1517344"/>
            <a:chExt cx="2966742" cy="1377363"/>
          </a:xfrm>
        </p:grpSpPr>
        <p:pic>
          <p:nvPicPr>
            <p:cNvPr id="333" name="Google Shape;333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74379" y="1517344"/>
              <a:ext cx="2966742" cy="932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08477" y="2408101"/>
              <a:ext cx="1135413" cy="486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4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112" y="2560109"/>
              <a:ext cx="1443924" cy="15986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6" name="Google Shape;336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1800" y="1426784"/>
            <a:ext cx="2606027" cy="82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78820" y="2618690"/>
            <a:ext cx="2795811" cy="2140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84512" y="2551477"/>
            <a:ext cx="3613446" cy="1642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42"/>
          <p:cNvSpPr txBox="1"/>
          <p:nvPr/>
        </p:nvSpPr>
        <p:spPr>
          <a:xfrm>
            <a:off x="3383692" y="156132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42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9" name="Google Shape;349;p42"/>
          <p:cNvSpPr txBox="1"/>
          <p:nvPr/>
        </p:nvSpPr>
        <p:spPr>
          <a:xfrm>
            <a:off x="97105" y="453873"/>
            <a:ext cx="875374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Perspective projective mapping is imaging the 3D world coordinates to an image plane using a projective camera where all the rays pass through a camera center. Consider the camera center is at (0, 0, 0) and the image plane is parallel to XY plane and at a distance of f from it. The Perspective projective mapping from world coordinates (1, 4, 5) to image coordinates, using a camera with focal length f = 0.25, is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(1/6, 1/3)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(1/20, 1/5)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(1/3, 1/6)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(1/6, 1/2)</a:t>
            </a:r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0506" y="2100107"/>
            <a:ext cx="4029440" cy="2652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3715677" y="95331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4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43"/>
          <p:cNvSpPr txBox="1"/>
          <p:nvPr/>
        </p:nvSpPr>
        <p:spPr>
          <a:xfrm>
            <a:off x="3017816" y="4763840"/>
            <a:ext cx="99583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0" name="Google Shape;360;p4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61" name="Google Shape;3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 txBox="1"/>
          <p:nvPr/>
        </p:nvSpPr>
        <p:spPr>
          <a:xfrm>
            <a:off x="75108" y="256778"/>
            <a:ext cx="8993784" cy="173932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19" l="-140" r="-13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365" name="Google Shape;365;p43"/>
          <p:cNvGrpSpPr/>
          <p:nvPr/>
        </p:nvGrpSpPr>
        <p:grpSpPr>
          <a:xfrm>
            <a:off x="1289410" y="1299563"/>
            <a:ext cx="3930931" cy="1589990"/>
            <a:chOff x="1289410" y="1299563"/>
            <a:chExt cx="3930931" cy="1589990"/>
          </a:xfrm>
        </p:grpSpPr>
        <p:pic>
          <p:nvPicPr>
            <p:cNvPr id="366" name="Google Shape;366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89410" y="1299563"/>
              <a:ext cx="3930931" cy="1251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83618" y="2663306"/>
              <a:ext cx="3736723" cy="2262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8" name="Google Shape;368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91" y="3104162"/>
            <a:ext cx="4995057" cy="144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7115" y="1416165"/>
            <a:ext cx="3135639" cy="2478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38745" y="3960540"/>
            <a:ext cx="3135639" cy="8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44"/>
          <p:cNvSpPr txBox="1"/>
          <p:nvPr/>
        </p:nvSpPr>
        <p:spPr>
          <a:xfrm>
            <a:off x="4399440" y="96571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3301082" y="4771806"/>
            <a:ext cx="83065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0" name="Google Shape;380;p44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1" name="Google Shape;381;p44"/>
          <p:cNvSpPr txBox="1"/>
          <p:nvPr/>
        </p:nvSpPr>
        <p:spPr>
          <a:xfrm>
            <a:off x="0" y="312380"/>
            <a:ext cx="9087356" cy="19796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47" l="-418" r="-41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82" name="Google Shape;38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7744" y="1457743"/>
            <a:ext cx="3633323" cy="1349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7550" y="2834738"/>
            <a:ext cx="1155700" cy="3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545" y="3411701"/>
            <a:ext cx="3168537" cy="1267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94838" y="3306965"/>
            <a:ext cx="4058760" cy="14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 txBox="1"/>
          <p:nvPr/>
        </p:nvSpPr>
        <p:spPr>
          <a:xfrm>
            <a:off x="0" y="3295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45"/>
          <p:cNvSpPr txBox="1"/>
          <p:nvPr/>
        </p:nvSpPr>
        <p:spPr>
          <a:xfrm>
            <a:off x="4758477" y="78738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45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3127729" y="4771822"/>
            <a:ext cx="61115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5" name="Google Shape;395;p45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6" name="Google Shape;396;p45"/>
          <p:cNvSpPr txBox="1"/>
          <p:nvPr/>
        </p:nvSpPr>
        <p:spPr>
          <a:xfrm>
            <a:off x="57004" y="198568"/>
            <a:ext cx="8658118" cy="15238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04" l="-29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97" name="Google Shape;39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6063" y="1170597"/>
            <a:ext cx="3517502" cy="14939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45"/>
          <p:cNvGrpSpPr/>
          <p:nvPr/>
        </p:nvGrpSpPr>
        <p:grpSpPr>
          <a:xfrm>
            <a:off x="154449" y="1829968"/>
            <a:ext cx="3309130" cy="2834333"/>
            <a:chOff x="57004" y="1829262"/>
            <a:chExt cx="3309130" cy="2834333"/>
          </a:xfrm>
        </p:grpSpPr>
        <p:pic>
          <p:nvPicPr>
            <p:cNvPr id="399" name="Google Shape;399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004" y="1829262"/>
              <a:ext cx="3220270" cy="4728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5864" y="2290764"/>
              <a:ext cx="3220270" cy="2372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1" name="Google Shape;40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75136" y="3225933"/>
            <a:ext cx="2918673" cy="135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