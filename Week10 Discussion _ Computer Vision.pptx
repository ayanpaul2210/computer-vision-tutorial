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5143500" cx="9144000"/>
  <p:notesSz cx="6858000" cy="9144000"/>
  <p:embeddedFontLst>
    <p:embeddedFont>
      <p:font typeface="Tahoma"/>
      <p:regular r:id="rId58"/>
      <p:bold r:id="rId59"/>
    </p:embeddedFont>
    <p:embeddedFont>
      <p:font typeface="Arial Black"/>
      <p:regular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A6196D-C6FB-4AB2-AC4A-1BB2FD7C91FB}">
  <a:tblStyle styleId="{F0A6196D-C6FB-4AB2-AC4A-1BB2FD7C91FB}"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ArialBlack-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Tahoma-bold.fntdata"/><Relationship Id="rId14" Type="http://schemas.openxmlformats.org/officeDocument/2006/relationships/slide" Target="slides/slide8.xml"/><Relationship Id="rId58" Type="http://schemas.openxmlformats.org/officeDocument/2006/relationships/font" Target="fonts/Tahoma-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88" name="Google Shape;38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97" name="Google Shape;39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05" name="Google Shape;40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12" name="Google Shape;41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22" name="Google Shape;42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0: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51" name="Google Shape;451;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64" name="Google Shape;464;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80" name="Google Shape;480;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96" name="Google Shape;496;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11" name="Google Shape;511;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 name="Google Shape;531;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32" name="Google Shape;532;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46" name="Google Shape;546;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59" name="Google Shape;559;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77" name="Google Shape;577;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5" name="Google Shape;595;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96" name="Google Shape;596;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 name="Google Shape;13;p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 name="Google Shape;14;p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 name="Google Shape;17;p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 name="Google Shape;18;p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 name="Google Shape;20;p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21" name="Shape 21"/>
        <p:cNvGrpSpPr/>
        <p:nvPr/>
      </p:nvGrpSpPr>
      <p:grpSpPr>
        <a:xfrm>
          <a:off x="0" y="0"/>
          <a:ext cx="0" cy="0"/>
          <a:chOff x="0" y="0"/>
          <a:chExt cx="0" cy="0"/>
        </a:xfrm>
      </p:grpSpPr>
      <p:sp>
        <p:nvSpPr>
          <p:cNvPr id="22" name="Google Shape;22;p4"/>
          <p:cNvSpPr txBox="1"/>
          <p:nvPr>
            <p:ph type="ctrTitle"/>
          </p:nvPr>
        </p:nvSpPr>
        <p:spPr>
          <a:xfrm>
            <a:off x="1229678" y="802938"/>
            <a:ext cx="7078980" cy="457048"/>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SzPts val="3300"/>
              <a:buNone/>
              <a:defRPr b="1" i="0" sz="3300">
                <a:solidFill>
                  <a:srgbClr val="7030A0"/>
                </a:solidFill>
                <a:latin typeface="Tahoma"/>
                <a:ea typeface="Tahoma"/>
                <a:cs typeface="Tahoma"/>
                <a:sym typeface="Tahom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 name="Google Shape;23;p4"/>
          <p:cNvSpPr txBox="1"/>
          <p:nvPr>
            <p:ph idx="1" type="subTitle"/>
          </p:nvPr>
        </p:nvSpPr>
        <p:spPr>
          <a:xfrm>
            <a:off x="1371600" y="2880360"/>
            <a:ext cx="6400800" cy="393441"/>
          </a:xfrm>
          <a:prstGeom prst="rect">
            <a:avLst/>
          </a:prstGeom>
          <a:noFill/>
          <a:ln>
            <a:noFill/>
          </a:ln>
        </p:spPr>
        <p:txBody>
          <a:bodyPr anchorCtr="0" anchor="t" bIns="0" lIns="0" spcFirstLastPara="1" rIns="0" wrap="square" tIns="0">
            <a:spAutoFit/>
          </a:bodyPr>
          <a:lstStyle>
            <a:lvl1pPr lvl="0" algn="l">
              <a:lnSpc>
                <a:spcPct val="90000"/>
              </a:lnSpc>
              <a:spcBef>
                <a:spcPts val="800"/>
              </a:spcBef>
              <a:spcAft>
                <a:spcPts val="0"/>
              </a:spcAft>
              <a:buSzPts val="2100"/>
              <a:buChar char="•"/>
              <a:defRPr b="0" i="0">
                <a:solidFill>
                  <a:schemeClr val="dk1"/>
                </a:solidFill>
              </a:defRPr>
            </a:lvl1pPr>
            <a:lvl2pPr lvl="1" algn="l">
              <a:lnSpc>
                <a:spcPct val="90000"/>
              </a:lnSpc>
              <a:spcBef>
                <a:spcPts val="400"/>
              </a:spcBef>
              <a:spcAft>
                <a:spcPts val="0"/>
              </a:spcAft>
              <a:buSzPts val="1800"/>
              <a:buChar char="•"/>
              <a:defRPr/>
            </a:lvl2pPr>
            <a:lvl3pPr lvl="2" algn="l">
              <a:lnSpc>
                <a:spcPct val="90000"/>
              </a:lnSpc>
              <a:spcBef>
                <a:spcPts val="400"/>
              </a:spcBef>
              <a:spcAft>
                <a:spcPts val="0"/>
              </a:spcAft>
              <a:buSzPts val="1500"/>
              <a:buChar char="•"/>
              <a:defRPr/>
            </a:lvl3pPr>
            <a:lvl4pPr lvl="3" algn="l">
              <a:lnSpc>
                <a:spcPct val="90000"/>
              </a:lnSpc>
              <a:spcBef>
                <a:spcPts val="400"/>
              </a:spcBef>
              <a:spcAft>
                <a:spcPts val="0"/>
              </a:spcAft>
              <a:buSzPts val="1400"/>
              <a:buChar char="•"/>
              <a:defRPr/>
            </a:lvl4pPr>
            <a:lvl5pPr lvl="4" algn="l">
              <a:lnSpc>
                <a:spcPct val="90000"/>
              </a:lnSpc>
              <a:spcBef>
                <a:spcPts val="400"/>
              </a:spcBef>
              <a:spcAft>
                <a:spcPts val="0"/>
              </a:spcAft>
              <a:buSzPts val="1400"/>
              <a:buChar char="•"/>
              <a:defRPr/>
            </a:lvl5pPr>
            <a:lvl6pPr lvl="5" algn="l">
              <a:lnSpc>
                <a:spcPct val="90000"/>
              </a:lnSpc>
              <a:spcBef>
                <a:spcPts val="400"/>
              </a:spcBef>
              <a:spcAft>
                <a:spcPts val="0"/>
              </a:spcAft>
              <a:buSzPts val="1400"/>
              <a:buChar char="•"/>
              <a:defRPr/>
            </a:lvl6pPr>
            <a:lvl7pPr lvl="6" algn="l">
              <a:lnSpc>
                <a:spcPct val="90000"/>
              </a:lnSpc>
              <a:spcBef>
                <a:spcPts val="400"/>
              </a:spcBef>
              <a:spcAft>
                <a:spcPts val="0"/>
              </a:spcAft>
              <a:buSzPts val="1400"/>
              <a:buChar char="•"/>
              <a:defRPr/>
            </a:lvl7pPr>
            <a:lvl8pPr lvl="7" algn="l">
              <a:lnSpc>
                <a:spcPct val="90000"/>
              </a:lnSpc>
              <a:spcBef>
                <a:spcPts val="400"/>
              </a:spcBef>
              <a:spcAft>
                <a:spcPts val="0"/>
              </a:spcAft>
              <a:buSzPts val="1400"/>
              <a:buChar char="•"/>
              <a:defRPr/>
            </a:lvl8pPr>
            <a:lvl9pPr lvl="8" algn="l">
              <a:lnSpc>
                <a:spcPct val="90000"/>
              </a:lnSpc>
              <a:spcBef>
                <a:spcPts val="400"/>
              </a:spcBef>
              <a:spcAft>
                <a:spcPts val="0"/>
              </a:spcAft>
              <a:buSzPts val="1400"/>
              <a:buChar char="•"/>
              <a:defRPr/>
            </a:lvl9pPr>
          </a:lstStyle>
          <a:p/>
        </p:txBody>
      </p:sp>
      <p:sp>
        <p:nvSpPr>
          <p:cNvPr id="24" name="Google Shape;24;p4"/>
          <p:cNvSpPr txBox="1"/>
          <p:nvPr>
            <p:ph idx="11" type="ftr"/>
          </p:nvPr>
        </p:nvSpPr>
        <p:spPr>
          <a:xfrm>
            <a:off x="3028950" y="4767263"/>
            <a:ext cx="3086100" cy="273844"/>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 name="Google Shape;25;p4"/>
          <p:cNvSpPr txBox="1"/>
          <p:nvPr>
            <p:ph idx="10" type="dt"/>
          </p:nvPr>
        </p:nvSpPr>
        <p:spPr>
          <a:xfrm>
            <a:off x="628650" y="4767263"/>
            <a:ext cx="2057400" cy="27384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4"/>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noAutofit/>
          </a:bodyPr>
          <a:lstStyle>
            <a:lvl1pPr indent="0" lvl="0" marL="0" algn="r">
              <a:lnSpc>
                <a:spcPct val="100000"/>
              </a:lnSpc>
              <a:spcBef>
                <a:spcPts val="0"/>
              </a:spcBef>
              <a:spcAft>
                <a:spcPts val="0"/>
              </a:spcAft>
              <a:buSzPts val="900"/>
              <a:buNone/>
              <a:defRPr>
                <a:solidFill>
                  <a:srgbClr val="888888"/>
                </a:solidFill>
              </a:defRPr>
            </a:lvl1pPr>
            <a:lvl2pPr indent="0" lvl="1" marL="0" algn="r">
              <a:lnSpc>
                <a:spcPct val="100000"/>
              </a:lnSpc>
              <a:spcBef>
                <a:spcPts val="0"/>
              </a:spcBef>
              <a:spcAft>
                <a:spcPts val="0"/>
              </a:spcAft>
              <a:buSzPts val="900"/>
              <a:buNone/>
              <a:defRPr>
                <a:solidFill>
                  <a:srgbClr val="888888"/>
                </a:solidFill>
              </a:defRPr>
            </a:lvl2pPr>
            <a:lvl3pPr indent="0" lvl="2" marL="0" algn="r">
              <a:lnSpc>
                <a:spcPct val="100000"/>
              </a:lnSpc>
              <a:spcBef>
                <a:spcPts val="0"/>
              </a:spcBef>
              <a:spcAft>
                <a:spcPts val="0"/>
              </a:spcAft>
              <a:buSzPts val="900"/>
              <a:buNone/>
              <a:defRPr>
                <a:solidFill>
                  <a:srgbClr val="888888"/>
                </a:solidFill>
              </a:defRPr>
            </a:lvl3pPr>
            <a:lvl4pPr indent="0" lvl="3" marL="0" algn="r">
              <a:lnSpc>
                <a:spcPct val="100000"/>
              </a:lnSpc>
              <a:spcBef>
                <a:spcPts val="0"/>
              </a:spcBef>
              <a:spcAft>
                <a:spcPts val="0"/>
              </a:spcAft>
              <a:buSzPts val="900"/>
              <a:buNone/>
              <a:defRPr>
                <a:solidFill>
                  <a:srgbClr val="888888"/>
                </a:solidFill>
              </a:defRPr>
            </a:lvl4pPr>
            <a:lvl5pPr indent="0" lvl="4" marL="0" algn="r">
              <a:lnSpc>
                <a:spcPct val="100000"/>
              </a:lnSpc>
              <a:spcBef>
                <a:spcPts val="0"/>
              </a:spcBef>
              <a:spcAft>
                <a:spcPts val="0"/>
              </a:spcAft>
              <a:buSzPts val="900"/>
              <a:buNone/>
              <a:defRPr>
                <a:solidFill>
                  <a:srgbClr val="888888"/>
                </a:solidFill>
              </a:defRPr>
            </a:lvl5pPr>
            <a:lvl6pPr indent="0" lvl="5" marL="0" algn="r">
              <a:lnSpc>
                <a:spcPct val="100000"/>
              </a:lnSpc>
              <a:spcBef>
                <a:spcPts val="0"/>
              </a:spcBef>
              <a:spcAft>
                <a:spcPts val="0"/>
              </a:spcAft>
              <a:buSzPts val="900"/>
              <a:buNone/>
              <a:defRPr>
                <a:solidFill>
                  <a:srgbClr val="888888"/>
                </a:solidFill>
              </a:defRPr>
            </a:lvl6pPr>
            <a:lvl7pPr indent="0" lvl="6" marL="0" algn="r">
              <a:lnSpc>
                <a:spcPct val="100000"/>
              </a:lnSpc>
              <a:spcBef>
                <a:spcPts val="0"/>
              </a:spcBef>
              <a:spcAft>
                <a:spcPts val="0"/>
              </a:spcAft>
              <a:buSzPts val="900"/>
              <a:buNone/>
              <a:defRPr>
                <a:solidFill>
                  <a:srgbClr val="888888"/>
                </a:solidFill>
              </a:defRPr>
            </a:lvl7pPr>
            <a:lvl8pPr indent="0" lvl="7" marL="0" algn="r">
              <a:lnSpc>
                <a:spcPct val="100000"/>
              </a:lnSpc>
              <a:spcBef>
                <a:spcPts val="0"/>
              </a:spcBef>
              <a:spcAft>
                <a:spcPts val="0"/>
              </a:spcAft>
              <a:buSzPts val="900"/>
              <a:buNone/>
              <a:defRPr>
                <a:solidFill>
                  <a:srgbClr val="888888"/>
                </a:solidFill>
              </a:defRPr>
            </a:lvl8pPr>
            <a:lvl9pPr indent="0" lvl="8" marL="0" algn="r">
              <a:lnSpc>
                <a:spcPct val="100000"/>
              </a:lnSpc>
              <a:spcBef>
                <a:spcPts val="0"/>
              </a:spcBef>
              <a:spcAft>
                <a:spcPts val="0"/>
              </a:spcAft>
              <a:buSzPts val="900"/>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0" i="0" sz="900" u="none" cap="none" strike="noStrike">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5"/>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 name="Google Shape;29;p5"/>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30" name="Google Shape;30;p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 name="Google Shape;31;p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 name="Google Shape;32;p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 name="Google Shape;35;p6"/>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36" name="Google Shape;36;p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 name="Google Shape;37;p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8" name="Google Shape;38;p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1" name="Google Shape;41;p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Google Shape;42;p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 name="Google Shape;43;p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4" name="Google Shape;44;p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5" name="Google Shape;45;p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8" name="Google Shape;48;p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9" name="Google Shape;49;p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 name="Google Shape;50;p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1" name="Google Shape;51;p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 name="Google Shape;52;p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 name="Google Shape;53;p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4" name="Google Shape;54;p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7" name="Google Shape;57;p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8" name="Google Shape;58;p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10"/>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10"/>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63" name="Google Shape;63;p10"/>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4" name="Google Shape;64;p1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 name="Google Shape;65;p1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9" name="Google Shape;69;p11"/>
          <p:cNvSpPr/>
          <p:nvPr>
            <p:ph idx="2" type="pic"/>
          </p:nvPr>
        </p:nvSpPr>
        <p:spPr>
          <a:xfrm>
            <a:off x="3887391" y="740569"/>
            <a:ext cx="4629150" cy="3655219"/>
          </a:xfrm>
          <a:prstGeom prst="rect">
            <a:avLst/>
          </a:prstGeom>
          <a:noFill/>
          <a:ln>
            <a:noFill/>
          </a:ln>
        </p:spPr>
      </p:sp>
      <p:sp>
        <p:nvSpPr>
          <p:cNvPr id="70" name="Google Shape;70;p11"/>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71" name="Google Shape;71;p1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1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2"/>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2"/>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1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13"/>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p13"/>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3" name="Google Shape;8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8.png"/><Relationship Id="rId5" Type="http://schemas.openxmlformats.org/officeDocument/2006/relationships/image" Target="../media/image35.png"/><Relationship Id="rId6"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21.png"/><Relationship Id="rId6" Type="http://schemas.openxmlformats.org/officeDocument/2006/relationships/image" Target="../media/image11.png"/><Relationship Id="rId7"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23.png"/><Relationship Id="rId6" Type="http://schemas.openxmlformats.org/officeDocument/2006/relationships/image" Target="../media/image6.gif"/><Relationship Id="rId7"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27.png"/><Relationship Id="rId6"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6.png"/><Relationship Id="rId4" Type="http://schemas.openxmlformats.org/officeDocument/2006/relationships/image" Target="../media/image30.png"/><Relationship Id="rId5" Type="http://schemas.openxmlformats.org/officeDocument/2006/relationships/image" Target="../media/image42.png"/><Relationship Id="rId6"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1.png"/><Relationship Id="rId4" Type="http://schemas.openxmlformats.org/officeDocument/2006/relationships/image" Target="../media/image28.png"/><Relationship Id="rId5" Type="http://schemas.openxmlformats.org/officeDocument/2006/relationships/image" Target="../media/image38.png"/><Relationship Id="rId6"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37.png"/><Relationship Id="rId5" Type="http://schemas.openxmlformats.org/officeDocument/2006/relationships/image" Target="../media/image101.png"/><Relationship Id="rId6"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40.png"/><Relationship Id="rId5" Type="http://schemas.openxmlformats.org/officeDocument/2006/relationships/hyperlink" Target="https://docs.google.com/presentation/d/15qzc_y8s28iX7eNR1YmL6UVRvbydg7fhzRb1jrvdqOQ/edit?usp=sharing" TargetMode="External"/><Relationship Id="rId6" Type="http://schemas.openxmlformats.org/officeDocument/2006/relationships/hyperlink" Target="https://docs.google.com/presentation/d/1-VNW8XFzLzwRSiicQHRcfSjNq75K_VvG-WTHIXNKJA0/edit?usp=drive_link"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7.png"/><Relationship Id="rId4" Type="http://schemas.openxmlformats.org/officeDocument/2006/relationships/image" Target="../media/image46.png"/><Relationship Id="rId5" Type="http://schemas.openxmlformats.org/officeDocument/2006/relationships/image" Target="../media/image4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4.png"/><Relationship Id="rId4" Type="http://schemas.openxmlformats.org/officeDocument/2006/relationships/image" Target="../media/image48.png"/><Relationship Id="rId5" Type="http://schemas.openxmlformats.org/officeDocument/2006/relationships/image" Target="../media/image4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4.png"/><Relationship Id="rId4" Type="http://schemas.openxmlformats.org/officeDocument/2006/relationships/image" Target="../media/image59.png"/><Relationship Id="rId5" Type="http://schemas.openxmlformats.org/officeDocument/2006/relationships/image" Target="../media/image54.png"/><Relationship Id="rId6" Type="http://schemas.openxmlformats.org/officeDocument/2006/relationships/image" Target="../media/image71.png"/><Relationship Id="rId7" Type="http://schemas.openxmlformats.org/officeDocument/2006/relationships/image" Target="../media/image4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1.png"/><Relationship Id="rId4" Type="http://schemas.openxmlformats.org/officeDocument/2006/relationships/image" Target="../media/image47.png"/><Relationship Id="rId5" Type="http://schemas.openxmlformats.org/officeDocument/2006/relationships/image" Target="../media/image6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2.png"/><Relationship Id="rId4" Type="http://schemas.openxmlformats.org/officeDocument/2006/relationships/image" Target="../media/image56.png"/><Relationship Id="rId5" Type="http://schemas.openxmlformats.org/officeDocument/2006/relationships/image" Target="../media/image6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2.png"/><Relationship Id="rId4" Type="http://schemas.openxmlformats.org/officeDocument/2006/relationships/image" Target="../media/image50.png"/><Relationship Id="rId5" Type="http://schemas.openxmlformats.org/officeDocument/2006/relationships/image" Target="../media/image65.png"/><Relationship Id="rId6" Type="http://schemas.openxmlformats.org/officeDocument/2006/relationships/image" Target="../media/image67.png"/><Relationship Id="rId7" Type="http://schemas.openxmlformats.org/officeDocument/2006/relationships/image" Target="../media/image7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9.png"/><Relationship Id="rId4" Type="http://schemas.openxmlformats.org/officeDocument/2006/relationships/image" Target="../media/image85.png"/><Relationship Id="rId5" Type="http://schemas.openxmlformats.org/officeDocument/2006/relationships/image" Target="../media/image7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3.png"/><Relationship Id="rId4" Type="http://schemas.openxmlformats.org/officeDocument/2006/relationships/image" Target="../media/image76.png"/><Relationship Id="rId5" Type="http://schemas.openxmlformats.org/officeDocument/2006/relationships/image" Target="../media/image68.png"/><Relationship Id="rId6" Type="http://schemas.openxmlformats.org/officeDocument/2006/relationships/image" Target="../media/image7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2.png"/><Relationship Id="rId4" Type="http://schemas.openxmlformats.org/officeDocument/2006/relationships/image" Target="../media/image80.png"/><Relationship Id="rId5" Type="http://schemas.openxmlformats.org/officeDocument/2006/relationships/image" Target="../media/image75.png"/><Relationship Id="rId6" Type="http://schemas.openxmlformats.org/officeDocument/2006/relationships/image" Target="../media/image8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7.png"/><Relationship Id="rId4" Type="http://schemas.openxmlformats.org/officeDocument/2006/relationships/image" Target="../media/image84.png"/><Relationship Id="rId5" Type="http://schemas.openxmlformats.org/officeDocument/2006/relationships/image" Target="../media/image83.png"/><Relationship Id="rId6" Type="http://schemas.openxmlformats.org/officeDocument/2006/relationships/image" Target="../media/image7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9.png"/><Relationship Id="rId4" Type="http://schemas.openxmlformats.org/officeDocument/2006/relationships/image" Target="../media/image86.png"/><Relationship Id="rId5" Type="http://schemas.openxmlformats.org/officeDocument/2006/relationships/image" Target="../media/image9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02.png"/><Relationship Id="rId4" Type="http://schemas.openxmlformats.org/officeDocument/2006/relationships/image" Target="../media/image79.png"/><Relationship Id="rId5" Type="http://schemas.openxmlformats.org/officeDocument/2006/relationships/image" Target="../media/image100.png"/><Relationship Id="rId6" Type="http://schemas.openxmlformats.org/officeDocument/2006/relationships/image" Target="../media/image8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07.png"/><Relationship Id="rId4" Type="http://schemas.openxmlformats.org/officeDocument/2006/relationships/image" Target="../media/image103.png"/><Relationship Id="rId5" Type="http://schemas.openxmlformats.org/officeDocument/2006/relationships/image" Target="../media/image105.png"/><Relationship Id="rId6" Type="http://schemas.openxmlformats.org/officeDocument/2006/relationships/image" Target="../media/image94.png"/><Relationship Id="rId7" Type="http://schemas.openxmlformats.org/officeDocument/2006/relationships/image" Target="../media/image9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91.png"/><Relationship Id="rId4" Type="http://schemas.openxmlformats.org/officeDocument/2006/relationships/image" Target="../media/image9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95.png"/><Relationship Id="rId4" Type="http://schemas.openxmlformats.org/officeDocument/2006/relationships/image" Target="../media/image10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98.png"/><Relationship Id="rId4" Type="http://schemas.openxmlformats.org/officeDocument/2006/relationships/image" Target="../media/image9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90.png"/><Relationship Id="rId4" Type="http://schemas.openxmlformats.org/officeDocument/2006/relationships/image" Target="../media/image96.png"/><Relationship Id="rId5" Type="http://schemas.openxmlformats.org/officeDocument/2006/relationships/image" Target="../media/image14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17.png"/><Relationship Id="rId4" Type="http://schemas.openxmlformats.org/officeDocument/2006/relationships/image" Target="../media/image104.png"/><Relationship Id="rId5" Type="http://schemas.openxmlformats.org/officeDocument/2006/relationships/image" Target="../media/image1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08.png"/><Relationship Id="rId4" Type="http://schemas.openxmlformats.org/officeDocument/2006/relationships/image" Target="../media/image122.png"/><Relationship Id="rId5" Type="http://schemas.openxmlformats.org/officeDocument/2006/relationships/image" Target="../media/image1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16.png"/><Relationship Id="rId4" Type="http://schemas.openxmlformats.org/officeDocument/2006/relationships/image" Target="../media/image10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18.png"/><Relationship Id="rId4" Type="http://schemas.openxmlformats.org/officeDocument/2006/relationships/image" Target="../media/image111.png"/><Relationship Id="rId5" Type="http://schemas.openxmlformats.org/officeDocument/2006/relationships/image" Target="../media/image115.png"/><Relationship Id="rId6" Type="http://schemas.openxmlformats.org/officeDocument/2006/relationships/image" Target="../media/image1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13.png"/><Relationship Id="rId4" Type="http://schemas.openxmlformats.org/officeDocument/2006/relationships/image" Target="../media/image1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33.png"/><Relationship Id="rId4" Type="http://schemas.openxmlformats.org/officeDocument/2006/relationships/image" Target="../media/image14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30.png"/><Relationship Id="rId4" Type="http://schemas.openxmlformats.org/officeDocument/2006/relationships/image" Target="../media/image121.png"/><Relationship Id="rId5" Type="http://schemas.openxmlformats.org/officeDocument/2006/relationships/image" Target="../media/image1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37.png"/><Relationship Id="rId4" Type="http://schemas.openxmlformats.org/officeDocument/2006/relationships/image" Target="../media/image136.png"/><Relationship Id="rId5" Type="http://schemas.openxmlformats.org/officeDocument/2006/relationships/image" Target="../media/image1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31.png"/><Relationship Id="rId4" Type="http://schemas.openxmlformats.org/officeDocument/2006/relationships/image" Target="../media/image123.png"/><Relationship Id="rId5" Type="http://schemas.openxmlformats.org/officeDocument/2006/relationships/image" Target="../media/image14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26.png"/><Relationship Id="rId4" Type="http://schemas.openxmlformats.org/officeDocument/2006/relationships/image" Target="../media/image1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4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34.png"/><Relationship Id="rId4" Type="http://schemas.openxmlformats.org/officeDocument/2006/relationships/image" Target="../media/image124.png"/><Relationship Id="rId5" Type="http://schemas.openxmlformats.org/officeDocument/2006/relationships/image" Target="../media/image1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46.png"/><Relationship Id="rId4" Type="http://schemas.openxmlformats.org/officeDocument/2006/relationships/image" Target="../media/image14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27.png"/><Relationship Id="rId4" Type="http://schemas.openxmlformats.org/officeDocument/2006/relationships/image" Target="../media/image141.png"/><Relationship Id="rId5" Type="http://schemas.openxmlformats.org/officeDocument/2006/relationships/image" Target="../media/image155.png"/><Relationship Id="rId6" Type="http://schemas.openxmlformats.org/officeDocument/2006/relationships/image" Target="../media/image152.png"/><Relationship Id="rId7" Type="http://schemas.openxmlformats.org/officeDocument/2006/relationships/image" Target="../media/image14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39.png"/><Relationship Id="rId4" Type="http://schemas.openxmlformats.org/officeDocument/2006/relationships/image" Target="../media/image138.png"/><Relationship Id="rId5" Type="http://schemas.openxmlformats.org/officeDocument/2006/relationships/image" Target="../media/image151.png"/><Relationship Id="rId6" Type="http://schemas.openxmlformats.org/officeDocument/2006/relationships/image" Target="../media/image15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43.png"/><Relationship Id="rId4" Type="http://schemas.openxmlformats.org/officeDocument/2006/relationships/image" Target="../media/image154.png"/><Relationship Id="rId5" Type="http://schemas.openxmlformats.org/officeDocument/2006/relationships/image" Target="../media/image1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80000"/>
          </a:blip>
          <a:stretch>
            <a:fillRect/>
          </a:stretch>
        </a:blipFill>
      </p:bgPr>
    </p:bg>
    <p:spTree>
      <p:nvGrpSpPr>
        <p:cNvPr id="89" name="Shape 89"/>
        <p:cNvGrpSpPr/>
        <p:nvPr/>
      </p:nvGrpSpPr>
      <p:grpSpPr>
        <a:xfrm>
          <a:off x="0" y="0"/>
          <a:ext cx="0" cy="0"/>
          <a:chOff x="0" y="0"/>
          <a:chExt cx="0" cy="0"/>
        </a:xfrm>
      </p:grpSpPr>
      <p:sp>
        <p:nvSpPr>
          <p:cNvPr id="90" name="Google Shape;90;p14"/>
          <p:cNvSpPr/>
          <p:nvPr/>
        </p:nvSpPr>
        <p:spPr>
          <a:xfrm>
            <a:off x="2296979" y="128010"/>
            <a:ext cx="4938009" cy="1315744"/>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4100"/>
              <a:buFont typeface="Arial"/>
              <a:buNone/>
            </a:pPr>
            <a:r>
              <a:rPr b="1" i="0" lang="en-US" sz="4100" u="none" cap="none" strike="noStrike">
                <a:solidFill>
                  <a:srgbClr val="F7CAAC"/>
                </a:solidFill>
                <a:latin typeface="Calibri"/>
                <a:ea typeface="Calibri"/>
                <a:cs typeface="Calibri"/>
                <a:sym typeface="Calibri"/>
              </a:rPr>
              <a:t>Week-10 (Discussion)</a:t>
            </a:r>
            <a:endParaRPr b="0" i="0" sz="1100" u="none" cap="none" strike="noStrike">
              <a:solidFill>
                <a:srgbClr val="F7CAAC"/>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100"/>
              <a:buFont typeface="Arial"/>
              <a:buNone/>
            </a:pPr>
            <a:r>
              <a:rPr b="1" i="0" lang="en-US" sz="4100" u="none" cap="none" strike="noStrike">
                <a:solidFill>
                  <a:srgbClr val="F7CAAC"/>
                </a:solidFill>
                <a:latin typeface="Calibri"/>
                <a:ea typeface="Calibri"/>
                <a:cs typeface="Calibri"/>
                <a:sym typeface="Calibri"/>
              </a:rPr>
              <a:t>23</a:t>
            </a:r>
            <a:r>
              <a:rPr b="1" baseline="30000" i="0" lang="en-US" sz="4100" u="none" cap="none" strike="noStrike">
                <a:solidFill>
                  <a:srgbClr val="F7CAAC"/>
                </a:solidFill>
                <a:latin typeface="Calibri"/>
                <a:ea typeface="Calibri"/>
                <a:cs typeface="Calibri"/>
                <a:sym typeface="Calibri"/>
              </a:rPr>
              <a:t>th </a:t>
            </a:r>
            <a:r>
              <a:rPr b="1" i="0" lang="en-US" sz="4100" u="none" cap="none" strike="noStrike">
                <a:solidFill>
                  <a:srgbClr val="F7CAAC"/>
                </a:solidFill>
                <a:latin typeface="Calibri"/>
                <a:ea typeface="Calibri"/>
                <a:cs typeface="Calibri"/>
                <a:sym typeface="Calibri"/>
              </a:rPr>
              <a:t>Sept, 2025</a:t>
            </a:r>
            <a:endParaRPr b="1" i="0" sz="4100" u="none" cap="none" strike="noStrike">
              <a:solidFill>
                <a:srgbClr val="F7CAAC"/>
              </a:solidFill>
              <a:latin typeface="Calibri"/>
              <a:ea typeface="Calibri"/>
              <a:cs typeface="Calibri"/>
              <a:sym typeface="Calibri"/>
            </a:endParaRPr>
          </a:p>
        </p:txBody>
      </p:sp>
      <p:pic>
        <p:nvPicPr>
          <p:cNvPr id="91" name="Google Shape;91;p14"/>
          <p:cNvPicPr preferRelativeResize="0"/>
          <p:nvPr/>
        </p:nvPicPr>
        <p:blipFill rotWithShape="1">
          <a:blip r:embed="rId4">
            <a:alphaModFix/>
          </a:blip>
          <a:srcRect b="0" l="0" r="0" t="0"/>
          <a:stretch/>
        </p:blipFill>
        <p:spPr>
          <a:xfrm>
            <a:off x="91911" y="122195"/>
            <a:ext cx="1477652" cy="1477652"/>
          </a:xfrm>
          <a:prstGeom prst="rect">
            <a:avLst/>
          </a:prstGeom>
          <a:noFill/>
          <a:ln>
            <a:noFill/>
          </a:ln>
        </p:spPr>
      </p:pic>
      <p:pic>
        <p:nvPicPr>
          <p:cNvPr id="92" name="Google Shape;92;p14"/>
          <p:cNvPicPr preferRelativeResize="0"/>
          <p:nvPr/>
        </p:nvPicPr>
        <p:blipFill rotWithShape="1">
          <a:blip r:embed="rId5">
            <a:alphaModFix/>
          </a:blip>
          <a:srcRect b="0" l="0" r="0" t="0"/>
          <a:stretch/>
        </p:blipFill>
        <p:spPr>
          <a:xfrm>
            <a:off x="7851774" y="122195"/>
            <a:ext cx="1133573" cy="1269602"/>
          </a:xfrm>
          <a:prstGeom prst="rect">
            <a:avLst/>
          </a:prstGeom>
          <a:noFill/>
          <a:ln>
            <a:noFill/>
          </a:ln>
        </p:spPr>
      </p:pic>
      <p:sp>
        <p:nvSpPr>
          <p:cNvPr id="93" name="Google Shape;93;p14"/>
          <p:cNvSpPr txBox="1"/>
          <p:nvPr/>
        </p:nvSpPr>
        <p:spPr>
          <a:xfrm>
            <a:off x="0" y="1922667"/>
            <a:ext cx="7105200" cy="1915879"/>
          </a:xfrm>
          <a:prstGeom prst="rect">
            <a:avLst/>
          </a:prstGeom>
          <a:solidFill>
            <a:srgbClr val="FBE4D4">
              <a:alpha val="74117"/>
            </a:srgbClr>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AC1684"/>
                </a:solidFill>
                <a:latin typeface="Arial Black"/>
                <a:ea typeface="Arial Black"/>
                <a:cs typeface="Arial Black"/>
                <a:sym typeface="Arial Black"/>
              </a:rPr>
              <a:t>Computer Vision</a:t>
            </a:r>
            <a:endParaRPr b="0" i="0" sz="1800" u="none" cap="none" strike="noStrike">
              <a:solidFill>
                <a:srgbClr val="AC1684"/>
              </a:solidFill>
              <a:latin typeface="Arial Black"/>
              <a:ea typeface="Arial Black"/>
              <a:cs typeface="Arial Black"/>
              <a:sym typeface="Arial Black"/>
            </a:endParaRPr>
          </a:p>
          <a:p>
            <a:pPr indent="0" lvl="0" marL="0" marR="0" rtl="0" algn="l">
              <a:lnSpc>
                <a:spcPct val="150000"/>
              </a:lnSpc>
              <a:spcBef>
                <a:spcPts val="0"/>
              </a:spcBef>
              <a:spcAft>
                <a:spcPts val="0"/>
              </a:spcAft>
              <a:buClr>
                <a:srgbClr val="000000"/>
              </a:buClr>
              <a:buSzPts val="1500"/>
              <a:buFont typeface="Arial"/>
              <a:buNone/>
            </a:pPr>
            <a:r>
              <a:rPr b="1" i="0" lang="en-US" sz="1500" u="none" cap="none" strike="noStrike">
                <a:solidFill>
                  <a:srgbClr val="AC1684"/>
                </a:solidFill>
                <a:latin typeface="Arial"/>
                <a:ea typeface="Arial"/>
                <a:cs typeface="Arial"/>
                <a:sym typeface="Arial"/>
              </a:rPr>
              <a:t>Prof. Jayanta Mukhopadhyay</a:t>
            </a:r>
            <a:endParaRPr/>
          </a:p>
          <a:p>
            <a:pPr indent="0" lvl="0" marL="0" marR="0" rtl="0" algn="l">
              <a:lnSpc>
                <a:spcPct val="150000"/>
              </a:lnSpc>
              <a:spcBef>
                <a:spcPts val="0"/>
              </a:spcBef>
              <a:spcAft>
                <a:spcPts val="0"/>
              </a:spcAft>
              <a:buClr>
                <a:srgbClr val="000000"/>
              </a:buClr>
              <a:buSzPts val="1500"/>
              <a:buFont typeface="Arial"/>
              <a:buNone/>
            </a:pPr>
            <a:r>
              <a:rPr b="1" i="0" lang="en-US" sz="1500" u="none" cap="none" strike="noStrike">
                <a:solidFill>
                  <a:srgbClr val="AC1684"/>
                </a:solidFill>
                <a:latin typeface="Arial"/>
                <a:ea typeface="Arial"/>
                <a:cs typeface="Arial"/>
                <a:sym typeface="Arial"/>
              </a:rPr>
              <a:t>Professor </a:t>
            </a:r>
            <a:endParaRPr/>
          </a:p>
          <a:p>
            <a:pPr indent="0" lvl="0" marL="0" marR="0" rtl="0" algn="l">
              <a:lnSpc>
                <a:spcPct val="150000"/>
              </a:lnSpc>
              <a:spcBef>
                <a:spcPts val="0"/>
              </a:spcBef>
              <a:spcAft>
                <a:spcPts val="0"/>
              </a:spcAft>
              <a:buClr>
                <a:srgbClr val="000000"/>
              </a:buClr>
              <a:buSzPts val="1500"/>
              <a:buFont typeface="Arial"/>
              <a:buNone/>
            </a:pPr>
            <a:r>
              <a:rPr b="1" i="0" lang="en-US" sz="1500" u="none" cap="none" strike="noStrike">
                <a:solidFill>
                  <a:srgbClr val="AC1684"/>
                </a:solidFill>
                <a:latin typeface="Arial"/>
                <a:ea typeface="Arial"/>
                <a:cs typeface="Arial"/>
                <a:sym typeface="Arial"/>
              </a:rPr>
              <a:t>Computer Science and Engineering Department</a:t>
            </a:r>
            <a:endParaRPr b="0" i="0" sz="1400" u="none" cap="none" strike="noStrike">
              <a:solidFill>
                <a:srgbClr val="AC1684"/>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rPr b="1" i="0" lang="en-US" sz="1500" u="none" cap="none" strike="noStrike">
                <a:solidFill>
                  <a:srgbClr val="AC1684"/>
                </a:solidFill>
                <a:latin typeface="Arial"/>
                <a:ea typeface="Arial"/>
                <a:cs typeface="Arial"/>
                <a:sym typeface="Arial"/>
              </a:rPr>
              <a:t>IIT Kharagpur</a:t>
            </a:r>
            <a:endParaRPr b="0" i="0" sz="1400" u="none" cap="none" strike="noStrike">
              <a:solidFill>
                <a:srgbClr val="AC1684"/>
              </a:solidFill>
              <a:latin typeface="Arial"/>
              <a:ea typeface="Arial"/>
              <a:cs typeface="Arial"/>
              <a:sym typeface="Arial"/>
            </a:endParaRPr>
          </a:p>
        </p:txBody>
      </p:sp>
      <p:sp>
        <p:nvSpPr>
          <p:cNvPr id="94" name="Google Shape;94;p14"/>
          <p:cNvSpPr txBox="1"/>
          <p:nvPr/>
        </p:nvSpPr>
        <p:spPr>
          <a:xfrm>
            <a:off x="1" y="3965274"/>
            <a:ext cx="6440864" cy="1073756"/>
          </a:xfrm>
          <a:prstGeom prst="rect">
            <a:avLst/>
          </a:prstGeom>
          <a:solidFill>
            <a:srgbClr val="7030A0"/>
          </a:solidFill>
          <a:ln>
            <a:noFill/>
          </a:ln>
        </p:spPr>
        <p:txBody>
          <a:bodyPr anchorCtr="0" anchor="t" bIns="34275" lIns="68575" spcFirstLastPara="1" rIns="68575" wrap="square" tIns="34275">
            <a:spAutoFit/>
          </a:bodyPr>
          <a:lstStyle/>
          <a:p>
            <a:pPr indent="0" lvl="0" marL="0" marR="0" rtl="0" algn="r">
              <a:lnSpc>
                <a:spcPct val="150000"/>
              </a:lnSpc>
              <a:spcBef>
                <a:spcPts val="0"/>
              </a:spcBef>
              <a:spcAft>
                <a:spcPts val="0"/>
              </a:spcAft>
              <a:buClr>
                <a:srgbClr val="000000"/>
              </a:buClr>
              <a:buSzPts val="1500"/>
              <a:buFont typeface="Arial"/>
              <a:buNone/>
            </a:pPr>
            <a:r>
              <a:rPr b="1" i="0" lang="en-US" sz="1500" u="none" cap="none" strike="noStrike">
                <a:solidFill>
                  <a:srgbClr val="FFF2CC"/>
                </a:solidFill>
                <a:latin typeface="Arial"/>
                <a:ea typeface="Arial"/>
                <a:cs typeface="Arial"/>
                <a:sym typeface="Arial"/>
              </a:rPr>
              <a:t>Ayan Paul</a:t>
            </a:r>
            <a:endParaRPr b="0" i="0" sz="1100" u="none" cap="none" strike="noStrike">
              <a:solidFill>
                <a:srgbClr val="000000"/>
              </a:solidFill>
              <a:latin typeface="Arial"/>
              <a:ea typeface="Arial"/>
              <a:cs typeface="Arial"/>
              <a:sym typeface="Arial"/>
            </a:endParaRPr>
          </a:p>
          <a:p>
            <a:pPr indent="0" lvl="0" marL="0" marR="0" rtl="0" algn="r">
              <a:lnSpc>
                <a:spcPct val="150000"/>
              </a:lnSpc>
              <a:spcBef>
                <a:spcPts val="0"/>
              </a:spcBef>
              <a:spcAft>
                <a:spcPts val="0"/>
              </a:spcAft>
              <a:buClr>
                <a:srgbClr val="000000"/>
              </a:buClr>
              <a:buSzPts val="1500"/>
              <a:buFont typeface="Arial"/>
              <a:buNone/>
            </a:pPr>
            <a:r>
              <a:rPr b="1" i="0" lang="en-US" sz="1500" u="none" cap="none" strike="noStrike">
                <a:solidFill>
                  <a:srgbClr val="FFF2CC"/>
                </a:solidFill>
                <a:latin typeface="Arial"/>
                <a:ea typeface="Arial"/>
                <a:cs typeface="Arial"/>
                <a:sym typeface="Arial"/>
              </a:rPr>
              <a:t>PMRF Research Scholar </a:t>
            </a:r>
            <a:endParaRPr b="0" i="0" sz="1100" u="none" cap="none" strike="noStrike">
              <a:solidFill>
                <a:srgbClr val="000000"/>
              </a:solidFill>
              <a:latin typeface="Arial"/>
              <a:ea typeface="Arial"/>
              <a:cs typeface="Arial"/>
              <a:sym typeface="Arial"/>
            </a:endParaRPr>
          </a:p>
          <a:p>
            <a:pPr indent="0" lvl="0" marL="0" marR="0" rtl="0" algn="r">
              <a:lnSpc>
                <a:spcPct val="150000"/>
              </a:lnSpc>
              <a:spcBef>
                <a:spcPts val="0"/>
              </a:spcBef>
              <a:spcAft>
                <a:spcPts val="0"/>
              </a:spcAft>
              <a:buClr>
                <a:srgbClr val="000000"/>
              </a:buClr>
              <a:buSzPts val="1500"/>
              <a:buFont typeface="Arial"/>
              <a:buNone/>
            </a:pPr>
            <a:r>
              <a:rPr b="1" i="0" lang="en-US" sz="1500" u="none" cap="none" strike="noStrike">
                <a:solidFill>
                  <a:srgbClr val="FFF2CC"/>
                </a:solidFill>
                <a:latin typeface="Arial"/>
                <a:ea typeface="Arial"/>
                <a:cs typeface="Arial"/>
                <a:sym typeface="Arial"/>
              </a:rPr>
              <a:t>IIT Kharagpur</a:t>
            </a:r>
            <a:endParaRPr b="1" i="0" sz="1500" u="none" cap="none" strike="noStrike">
              <a:solidFill>
                <a:srgbClr val="FFF2CC"/>
              </a:solidFill>
              <a:latin typeface="Arial"/>
              <a:ea typeface="Arial"/>
              <a:cs typeface="Arial"/>
              <a:sym typeface="Arial"/>
            </a:endParaRPr>
          </a:p>
        </p:txBody>
      </p:sp>
      <p:pic>
        <p:nvPicPr>
          <p:cNvPr id="95" name="Google Shape;95;p14"/>
          <p:cNvPicPr preferRelativeResize="0"/>
          <p:nvPr/>
        </p:nvPicPr>
        <p:blipFill rotWithShape="1">
          <a:blip r:embed="rId6">
            <a:alphaModFix/>
          </a:blip>
          <a:srcRect b="0" l="0" r="0" t="0"/>
          <a:stretch/>
        </p:blipFill>
        <p:spPr>
          <a:xfrm>
            <a:off x="5366084" y="1585053"/>
            <a:ext cx="3777916" cy="35584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nvSpPr>
        <p:spPr>
          <a:xfrm>
            <a:off x="798950" y="67311"/>
            <a:ext cx="1412338" cy="315441"/>
          </a:xfrm>
          <a:prstGeom prst="rect">
            <a:avLst/>
          </a:prstGeom>
          <a:solidFill>
            <a:srgbClr val="0070C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600" u="none" cap="none" strike="noStrike">
                <a:solidFill>
                  <a:schemeClr val="lt1"/>
                </a:solidFill>
                <a:latin typeface="Times New Roman"/>
                <a:ea typeface="Times New Roman"/>
                <a:cs typeface="Times New Roman"/>
                <a:sym typeface="Times New Roman"/>
              </a:rPr>
              <a:t>Classification</a:t>
            </a:r>
            <a:endParaRPr b="0" i="0" sz="800" u="none" cap="none" strike="noStrike">
              <a:solidFill>
                <a:srgbClr val="000000"/>
              </a:solidFill>
              <a:latin typeface="Arial"/>
              <a:ea typeface="Arial"/>
              <a:cs typeface="Arial"/>
              <a:sym typeface="Arial"/>
            </a:endParaRPr>
          </a:p>
        </p:txBody>
      </p:sp>
      <p:sp>
        <p:nvSpPr>
          <p:cNvPr id="101" name="Google Shape;101;p15"/>
          <p:cNvSpPr txBox="1"/>
          <p:nvPr/>
        </p:nvSpPr>
        <p:spPr>
          <a:xfrm>
            <a:off x="6265657" y="0"/>
            <a:ext cx="1195200" cy="315441"/>
          </a:xfrm>
          <a:prstGeom prst="rect">
            <a:avLst/>
          </a:prstGeom>
          <a:solidFill>
            <a:srgbClr val="0070C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600" u="none" cap="none" strike="noStrike">
                <a:solidFill>
                  <a:schemeClr val="lt1"/>
                </a:solidFill>
                <a:latin typeface="Times New Roman"/>
                <a:ea typeface="Times New Roman"/>
                <a:cs typeface="Times New Roman"/>
                <a:sym typeface="Times New Roman"/>
              </a:rPr>
              <a:t>Clustering</a:t>
            </a:r>
            <a:endParaRPr b="0" i="0" sz="800" u="none" cap="none" strike="noStrike">
              <a:solidFill>
                <a:srgbClr val="000000"/>
              </a:solidFill>
              <a:latin typeface="Arial"/>
              <a:ea typeface="Arial"/>
              <a:cs typeface="Arial"/>
              <a:sym typeface="Arial"/>
            </a:endParaRPr>
          </a:p>
        </p:txBody>
      </p:sp>
      <p:sp>
        <p:nvSpPr>
          <p:cNvPr id="102" name="Google Shape;102;p15"/>
          <p:cNvSpPr txBox="1"/>
          <p:nvPr/>
        </p:nvSpPr>
        <p:spPr>
          <a:xfrm>
            <a:off x="1190741" y="2342195"/>
            <a:ext cx="628757" cy="284737"/>
          </a:xfrm>
          <a:prstGeom prst="rect">
            <a:avLst/>
          </a:prstGeom>
          <a:solidFill>
            <a:srgbClr val="77D3E8"/>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Class</a:t>
            </a:r>
            <a:endParaRPr b="0" i="0" sz="1400" u="none" cap="none" strike="noStrike">
              <a:solidFill>
                <a:srgbClr val="000000"/>
              </a:solidFill>
              <a:latin typeface="Arial"/>
              <a:ea typeface="Arial"/>
              <a:cs typeface="Arial"/>
              <a:sym typeface="Arial"/>
            </a:endParaRPr>
          </a:p>
        </p:txBody>
      </p:sp>
      <p:sp>
        <p:nvSpPr>
          <p:cNvPr id="103" name="Google Shape;103;p15"/>
          <p:cNvSpPr txBox="1"/>
          <p:nvPr/>
        </p:nvSpPr>
        <p:spPr>
          <a:xfrm>
            <a:off x="92781" y="2706628"/>
            <a:ext cx="4572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A class: well studied group of objects identified by their common properties or characteristics.</a:t>
            </a:r>
            <a:endParaRPr/>
          </a:p>
        </p:txBody>
      </p:sp>
      <p:sp>
        <p:nvSpPr>
          <p:cNvPr id="104" name="Google Shape;104;p15"/>
          <p:cNvSpPr txBox="1"/>
          <p:nvPr/>
        </p:nvSpPr>
        <p:spPr>
          <a:xfrm>
            <a:off x="6436119" y="2173723"/>
            <a:ext cx="854275" cy="284663"/>
          </a:xfrm>
          <a:prstGeom prst="rect">
            <a:avLst/>
          </a:prstGeom>
          <a:solidFill>
            <a:srgbClr val="77D3E8"/>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Cluster</a:t>
            </a:r>
            <a:endParaRPr b="0" i="0" sz="1400" u="none" cap="none" strike="noStrike">
              <a:solidFill>
                <a:srgbClr val="000000"/>
              </a:solidFill>
              <a:latin typeface="Arial"/>
              <a:ea typeface="Arial"/>
              <a:cs typeface="Arial"/>
              <a:sym typeface="Arial"/>
            </a:endParaRPr>
          </a:p>
        </p:txBody>
      </p:sp>
      <p:sp>
        <p:nvSpPr>
          <p:cNvPr id="105" name="Google Shape;105;p15"/>
          <p:cNvSpPr txBox="1"/>
          <p:nvPr/>
        </p:nvSpPr>
        <p:spPr>
          <a:xfrm>
            <a:off x="4912143" y="2408760"/>
            <a:ext cx="41390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A cluster: a group with ‘loosely’ defined similarity among the objects.</a:t>
            </a:r>
            <a:endParaRPr/>
          </a:p>
          <a:p>
            <a:pPr indent="-171450" lvl="0" marL="171450"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Potential to form a class.</a:t>
            </a:r>
            <a:endParaRPr/>
          </a:p>
        </p:txBody>
      </p:sp>
      <p:sp>
        <p:nvSpPr>
          <p:cNvPr id="106" name="Google Shape;106;p15"/>
          <p:cNvSpPr txBox="1"/>
          <p:nvPr/>
        </p:nvSpPr>
        <p:spPr>
          <a:xfrm>
            <a:off x="798950" y="3247989"/>
            <a:ext cx="1962884" cy="284663"/>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Clustering: Motivation</a:t>
            </a:r>
            <a:endParaRPr b="0" i="0" sz="1400" u="none" cap="none" strike="noStrike">
              <a:solidFill>
                <a:srgbClr val="000000"/>
              </a:solidFill>
              <a:latin typeface="Arial"/>
              <a:ea typeface="Arial"/>
              <a:cs typeface="Arial"/>
              <a:sym typeface="Arial"/>
            </a:endParaRPr>
          </a:p>
        </p:txBody>
      </p:sp>
      <p:sp>
        <p:nvSpPr>
          <p:cNvPr id="107" name="Google Shape;107;p15"/>
          <p:cNvSpPr txBox="1"/>
          <p:nvPr/>
        </p:nvSpPr>
        <p:spPr>
          <a:xfrm>
            <a:off x="6000239" y="3099972"/>
            <a:ext cx="1962884" cy="284663"/>
          </a:xfrm>
          <a:prstGeom prst="rect">
            <a:avLst/>
          </a:prstGeom>
          <a:solidFill>
            <a:srgbClr val="7030A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Processing pipeline</a:t>
            </a:r>
            <a:endParaRPr b="0" i="0" sz="1400" u="none" cap="none" strike="noStrike">
              <a:solidFill>
                <a:srgbClr val="000000"/>
              </a:solidFill>
              <a:latin typeface="Arial"/>
              <a:ea typeface="Arial"/>
              <a:cs typeface="Arial"/>
              <a:sym typeface="Arial"/>
            </a:endParaRPr>
          </a:p>
        </p:txBody>
      </p:sp>
      <p:pic>
        <p:nvPicPr>
          <p:cNvPr id="108" name="Google Shape;108;p15"/>
          <p:cNvPicPr preferRelativeResize="0"/>
          <p:nvPr/>
        </p:nvPicPr>
        <p:blipFill rotWithShape="1">
          <a:blip r:embed="rId3">
            <a:alphaModFix/>
          </a:blip>
          <a:srcRect b="0" l="0" r="0" t="0"/>
          <a:stretch/>
        </p:blipFill>
        <p:spPr>
          <a:xfrm>
            <a:off x="320898" y="408197"/>
            <a:ext cx="2997200" cy="1765300"/>
          </a:xfrm>
          <a:prstGeom prst="rect">
            <a:avLst/>
          </a:prstGeom>
          <a:noFill/>
          <a:ln>
            <a:noFill/>
          </a:ln>
        </p:spPr>
      </p:pic>
      <p:pic>
        <p:nvPicPr>
          <p:cNvPr id="109" name="Google Shape;109;p15"/>
          <p:cNvPicPr preferRelativeResize="0"/>
          <p:nvPr/>
        </p:nvPicPr>
        <p:blipFill rotWithShape="1">
          <a:blip r:embed="rId4">
            <a:alphaModFix/>
          </a:blip>
          <a:srcRect b="0" l="0" r="0" t="0"/>
          <a:stretch/>
        </p:blipFill>
        <p:spPr>
          <a:xfrm>
            <a:off x="5451331" y="323832"/>
            <a:ext cx="3060700" cy="1841500"/>
          </a:xfrm>
          <a:prstGeom prst="rect">
            <a:avLst/>
          </a:prstGeom>
          <a:noFill/>
          <a:ln>
            <a:noFill/>
          </a:ln>
        </p:spPr>
      </p:pic>
      <p:pic>
        <p:nvPicPr>
          <p:cNvPr id="110" name="Google Shape;110;p15"/>
          <p:cNvPicPr preferRelativeResize="0"/>
          <p:nvPr/>
        </p:nvPicPr>
        <p:blipFill rotWithShape="1">
          <a:blip r:embed="rId5">
            <a:alphaModFix/>
          </a:blip>
          <a:srcRect b="0" l="0" r="0" t="0"/>
          <a:stretch/>
        </p:blipFill>
        <p:spPr>
          <a:xfrm>
            <a:off x="581671" y="3532652"/>
            <a:ext cx="3060700" cy="1638300"/>
          </a:xfrm>
          <a:prstGeom prst="rect">
            <a:avLst/>
          </a:prstGeom>
          <a:noFill/>
          <a:ln>
            <a:noFill/>
          </a:ln>
        </p:spPr>
      </p:pic>
      <p:pic>
        <p:nvPicPr>
          <p:cNvPr id="111" name="Google Shape;111;p15"/>
          <p:cNvPicPr preferRelativeResize="0"/>
          <p:nvPr/>
        </p:nvPicPr>
        <p:blipFill rotWithShape="1">
          <a:blip r:embed="rId6">
            <a:alphaModFix/>
          </a:blip>
          <a:srcRect b="0" l="0" r="0" t="0"/>
          <a:stretch/>
        </p:blipFill>
        <p:spPr>
          <a:xfrm>
            <a:off x="6000239" y="3441915"/>
            <a:ext cx="1727200" cy="1600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gtEl>
                                        <p:attrNameLst>
                                          <p:attrName>style.visibility</p:attrName>
                                        </p:attrNameLst>
                                      </p:cBhvr>
                                      <p:to>
                                        <p:strVal val="visible"/>
                                      </p:to>
                                    </p:set>
                                    <p:anim calcmode="lin" valueType="num">
                                      <p:cBhvr additive="base">
                                        <p:cTn dur="500"/>
                                        <p:tgtEl>
                                          <p:spTgt spid="10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1000"/>
                                        <p:tgtEl>
                                          <p:spTgt spid="1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000"/>
                                        <p:tgtEl>
                                          <p:spTgt spid="102"/>
                                        </p:tgtEl>
                                      </p:cBhvr>
                                    </p:animEffect>
                                  </p:childTnLst>
                                </p:cTn>
                              </p:par>
                              <p:par>
                                <p:cTn fill="hold" nodeType="with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1000"/>
                                        <p:tgtEl>
                                          <p:spTgt spid="103"/>
                                        </p:tgtEl>
                                      </p:cBhvr>
                                    </p:animEffect>
                                  </p:childTnLst>
                                </p:cTn>
                              </p:par>
                              <p:par>
                                <p:cTn fill="hold" nodeType="with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1000"/>
                                        <p:tgtEl>
                                          <p:spTgt spid="104"/>
                                        </p:tgtEl>
                                      </p:cBhvr>
                                    </p:animEffect>
                                  </p:childTnLst>
                                </p:cTn>
                              </p:par>
                              <p:par>
                                <p:cTn fill="hold" nodeType="with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1000"/>
                                        <p:tgtEl>
                                          <p:spTgt spid="1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
                                        </p:tgtEl>
                                        <p:attrNameLst>
                                          <p:attrName>style.visibility</p:attrName>
                                        </p:attrNameLst>
                                      </p:cBhvr>
                                      <p:to>
                                        <p:strVal val="visible"/>
                                      </p:to>
                                    </p:set>
                                    <p:anim calcmode="lin" valueType="num">
                                      <p:cBhvr additive="base">
                                        <p:cTn dur="500"/>
                                        <p:tgtEl>
                                          <p:spTgt spid="10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1000"/>
                                        <p:tgtEl>
                                          <p:spTgt spid="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6"/>
          <p:cNvSpPr txBox="1"/>
          <p:nvPr/>
        </p:nvSpPr>
        <p:spPr>
          <a:xfrm>
            <a:off x="691498" y="91555"/>
            <a:ext cx="1962884" cy="284663"/>
          </a:xfrm>
          <a:prstGeom prst="rect">
            <a:avLst/>
          </a:prstGeom>
          <a:solidFill>
            <a:srgbClr val="00206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Types of Learning</a:t>
            </a:r>
            <a:endParaRPr b="0" i="0" sz="1400" u="none" cap="none" strike="noStrike">
              <a:solidFill>
                <a:srgbClr val="000000"/>
              </a:solidFill>
              <a:latin typeface="Arial"/>
              <a:ea typeface="Arial"/>
              <a:cs typeface="Arial"/>
              <a:sym typeface="Arial"/>
            </a:endParaRPr>
          </a:p>
        </p:txBody>
      </p:sp>
      <p:sp>
        <p:nvSpPr>
          <p:cNvPr id="117" name="Google Shape;117;p16"/>
          <p:cNvSpPr txBox="1"/>
          <p:nvPr/>
        </p:nvSpPr>
        <p:spPr>
          <a:xfrm>
            <a:off x="5969622" y="0"/>
            <a:ext cx="2195914" cy="500107"/>
          </a:xfrm>
          <a:prstGeom prst="rect">
            <a:avLst/>
          </a:prstGeom>
          <a:solidFill>
            <a:schemeClr val="accent2"/>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Clustering: Three major components</a:t>
            </a:r>
            <a:endParaRPr b="0" i="0" sz="1400" u="none" cap="none" strike="noStrike">
              <a:solidFill>
                <a:srgbClr val="000000"/>
              </a:solidFill>
              <a:latin typeface="Arial"/>
              <a:ea typeface="Arial"/>
              <a:cs typeface="Arial"/>
              <a:sym typeface="Arial"/>
            </a:endParaRPr>
          </a:p>
        </p:txBody>
      </p:sp>
      <p:pic>
        <p:nvPicPr>
          <p:cNvPr id="118" name="Google Shape;118;p16"/>
          <p:cNvPicPr preferRelativeResize="0"/>
          <p:nvPr/>
        </p:nvPicPr>
        <p:blipFill rotWithShape="1">
          <a:blip r:embed="rId3">
            <a:alphaModFix/>
          </a:blip>
          <a:srcRect b="0" l="0" r="0" t="0"/>
          <a:stretch/>
        </p:blipFill>
        <p:spPr>
          <a:xfrm>
            <a:off x="175884" y="426234"/>
            <a:ext cx="4648200" cy="2095500"/>
          </a:xfrm>
          <a:prstGeom prst="rect">
            <a:avLst/>
          </a:prstGeom>
          <a:noFill/>
          <a:ln>
            <a:noFill/>
          </a:ln>
        </p:spPr>
      </p:pic>
      <p:pic>
        <p:nvPicPr>
          <p:cNvPr id="119" name="Google Shape;119;p16"/>
          <p:cNvPicPr preferRelativeResize="0"/>
          <p:nvPr/>
        </p:nvPicPr>
        <p:blipFill rotWithShape="1">
          <a:blip r:embed="rId4">
            <a:alphaModFix/>
          </a:blip>
          <a:srcRect b="0" l="0" r="0" t="0"/>
          <a:stretch/>
        </p:blipFill>
        <p:spPr>
          <a:xfrm>
            <a:off x="188585" y="2521734"/>
            <a:ext cx="4635500" cy="2578100"/>
          </a:xfrm>
          <a:prstGeom prst="rect">
            <a:avLst/>
          </a:prstGeom>
          <a:noFill/>
          <a:ln>
            <a:noFill/>
          </a:ln>
        </p:spPr>
      </p:pic>
      <p:pic>
        <p:nvPicPr>
          <p:cNvPr id="120" name="Google Shape;120;p16"/>
          <p:cNvPicPr preferRelativeResize="0"/>
          <p:nvPr/>
        </p:nvPicPr>
        <p:blipFill rotWithShape="1">
          <a:blip r:embed="rId5">
            <a:alphaModFix/>
          </a:blip>
          <a:srcRect b="0" l="0" r="0" t="0"/>
          <a:stretch/>
        </p:blipFill>
        <p:spPr>
          <a:xfrm>
            <a:off x="5867429" y="464334"/>
            <a:ext cx="2400300" cy="4635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
                                        </p:tgtEl>
                                        <p:attrNameLst>
                                          <p:attrName>style.visibility</p:attrName>
                                        </p:attrNameLst>
                                      </p:cBhvr>
                                      <p:to>
                                        <p:strVal val="visible"/>
                                      </p:to>
                                    </p:set>
                                    <p:anim calcmode="lin" valueType="num">
                                      <p:cBhvr additive="base">
                                        <p:cTn dur="500"/>
                                        <p:tgtEl>
                                          <p:spTgt spid="11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1000"/>
                                        <p:tgtEl>
                                          <p:spTgt spid="118"/>
                                        </p:tgtEl>
                                      </p:cBhvr>
                                    </p:animEffect>
                                  </p:childTnLst>
                                </p:cTn>
                              </p:par>
                              <p:par>
                                <p:cTn fill="hold" nodeType="with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gtEl>
                                        <p:attrNameLst>
                                          <p:attrName>style.visibility</p:attrName>
                                        </p:attrNameLst>
                                      </p:cBhvr>
                                      <p:to>
                                        <p:strVal val="visible"/>
                                      </p:to>
                                    </p:set>
                                    <p:anim calcmode="lin" valueType="num">
                                      <p:cBhvr additive="base">
                                        <p:cTn dur="500"/>
                                        <p:tgtEl>
                                          <p:spTgt spid="11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7"/>
          <p:cNvSpPr txBox="1"/>
          <p:nvPr/>
        </p:nvSpPr>
        <p:spPr>
          <a:xfrm>
            <a:off x="408316" y="52878"/>
            <a:ext cx="3210339" cy="284663"/>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Homogeneity and Separation Principles</a:t>
            </a:r>
            <a:endParaRPr b="0" i="0" sz="1400" u="none" cap="none" strike="noStrike">
              <a:solidFill>
                <a:srgbClr val="000000"/>
              </a:solidFill>
              <a:latin typeface="Arial"/>
              <a:ea typeface="Arial"/>
              <a:cs typeface="Arial"/>
              <a:sym typeface="Arial"/>
            </a:endParaRPr>
          </a:p>
        </p:txBody>
      </p:sp>
      <p:sp>
        <p:nvSpPr>
          <p:cNvPr id="126" name="Google Shape;126;p17"/>
          <p:cNvSpPr txBox="1"/>
          <p:nvPr/>
        </p:nvSpPr>
        <p:spPr>
          <a:xfrm>
            <a:off x="2738261" y="2119439"/>
            <a:ext cx="1833739" cy="284663"/>
          </a:xfrm>
          <a:prstGeom prst="rect">
            <a:avLst/>
          </a:prstGeom>
          <a:solidFill>
            <a:srgbClr val="7030A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K-means clustering</a:t>
            </a:r>
            <a:endParaRPr b="0" i="0" sz="1400" u="none" cap="none" strike="noStrike">
              <a:solidFill>
                <a:srgbClr val="000000"/>
              </a:solidFill>
              <a:latin typeface="Arial"/>
              <a:ea typeface="Arial"/>
              <a:cs typeface="Arial"/>
              <a:sym typeface="Arial"/>
            </a:endParaRPr>
          </a:p>
        </p:txBody>
      </p:sp>
      <p:pic>
        <p:nvPicPr>
          <p:cNvPr id="127" name="Google Shape;127;p17"/>
          <p:cNvPicPr preferRelativeResize="0"/>
          <p:nvPr/>
        </p:nvPicPr>
        <p:blipFill rotWithShape="1">
          <a:blip r:embed="rId3">
            <a:alphaModFix/>
          </a:blip>
          <a:srcRect b="0" l="0" r="0" t="0"/>
          <a:stretch/>
        </p:blipFill>
        <p:spPr>
          <a:xfrm>
            <a:off x="117644" y="2571750"/>
            <a:ext cx="7772400" cy="907528"/>
          </a:xfrm>
          <a:prstGeom prst="rect">
            <a:avLst/>
          </a:prstGeom>
          <a:noFill/>
          <a:ln>
            <a:noFill/>
          </a:ln>
        </p:spPr>
      </p:pic>
      <p:pic>
        <p:nvPicPr>
          <p:cNvPr id="128" name="Google Shape;128;p17"/>
          <p:cNvPicPr preferRelativeResize="0"/>
          <p:nvPr/>
        </p:nvPicPr>
        <p:blipFill rotWithShape="1">
          <a:blip r:embed="rId4">
            <a:alphaModFix/>
          </a:blip>
          <a:srcRect b="0" l="0" r="0" t="0"/>
          <a:stretch/>
        </p:blipFill>
        <p:spPr>
          <a:xfrm>
            <a:off x="117644" y="3479278"/>
            <a:ext cx="4220681" cy="1321322"/>
          </a:xfrm>
          <a:prstGeom prst="rect">
            <a:avLst/>
          </a:prstGeom>
          <a:noFill/>
          <a:ln>
            <a:noFill/>
          </a:ln>
        </p:spPr>
      </p:pic>
      <p:pic>
        <p:nvPicPr>
          <p:cNvPr id="129" name="Google Shape;129;p17"/>
          <p:cNvPicPr preferRelativeResize="0"/>
          <p:nvPr/>
        </p:nvPicPr>
        <p:blipFill rotWithShape="1">
          <a:blip r:embed="rId5">
            <a:alphaModFix/>
          </a:blip>
          <a:srcRect b="0" l="0" r="0" t="0"/>
          <a:stretch/>
        </p:blipFill>
        <p:spPr>
          <a:xfrm>
            <a:off x="4805674" y="3381617"/>
            <a:ext cx="4220679" cy="1751582"/>
          </a:xfrm>
          <a:prstGeom prst="rect">
            <a:avLst/>
          </a:prstGeom>
          <a:noFill/>
          <a:ln>
            <a:noFill/>
          </a:ln>
        </p:spPr>
      </p:pic>
      <p:pic>
        <p:nvPicPr>
          <p:cNvPr id="130" name="Google Shape;130;p17"/>
          <p:cNvPicPr preferRelativeResize="0"/>
          <p:nvPr/>
        </p:nvPicPr>
        <p:blipFill rotWithShape="1">
          <a:blip r:embed="rId6">
            <a:alphaModFix/>
          </a:blip>
          <a:srcRect b="0" l="0" r="0" t="0"/>
          <a:stretch/>
        </p:blipFill>
        <p:spPr>
          <a:xfrm>
            <a:off x="312425" y="410015"/>
            <a:ext cx="4025900" cy="1625600"/>
          </a:xfrm>
          <a:prstGeom prst="rect">
            <a:avLst/>
          </a:prstGeom>
          <a:noFill/>
          <a:ln>
            <a:noFill/>
          </a:ln>
        </p:spPr>
      </p:pic>
      <p:pic>
        <p:nvPicPr>
          <p:cNvPr id="131" name="Google Shape;131;p17"/>
          <p:cNvPicPr preferRelativeResize="0"/>
          <p:nvPr/>
        </p:nvPicPr>
        <p:blipFill rotWithShape="1">
          <a:blip r:embed="rId7">
            <a:alphaModFix/>
          </a:blip>
          <a:srcRect b="0" l="0" r="0" t="0"/>
          <a:stretch/>
        </p:blipFill>
        <p:spPr>
          <a:xfrm>
            <a:off x="5339170" y="274517"/>
            <a:ext cx="2997200" cy="1892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par>
                                <p:cTn fill="hold" nodeType="with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gtEl>
                                        <p:attrNameLst>
                                          <p:attrName>style.visibility</p:attrName>
                                        </p:attrNameLst>
                                      </p:cBhvr>
                                      <p:to>
                                        <p:strVal val="visible"/>
                                      </p:to>
                                    </p:set>
                                    <p:anim calcmode="lin" valueType="num">
                                      <p:cBhvr additive="base">
                                        <p:cTn dur="500"/>
                                        <p:tgtEl>
                                          <p:spTgt spid="12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8"/>
          <p:cNvSpPr txBox="1"/>
          <p:nvPr/>
        </p:nvSpPr>
        <p:spPr>
          <a:xfrm>
            <a:off x="347869" y="48880"/>
            <a:ext cx="3006004" cy="284663"/>
          </a:xfrm>
          <a:prstGeom prst="rect">
            <a:avLst/>
          </a:prstGeom>
          <a:solidFill>
            <a:srgbClr val="00B0F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The Lloyd algorithm (K-mean steps)</a:t>
            </a:r>
            <a:endParaRPr b="0" i="0" sz="1400" u="none" cap="none" strike="noStrike">
              <a:solidFill>
                <a:srgbClr val="000000"/>
              </a:solidFill>
              <a:latin typeface="Arial"/>
              <a:ea typeface="Arial"/>
              <a:cs typeface="Arial"/>
              <a:sym typeface="Arial"/>
            </a:endParaRPr>
          </a:p>
        </p:txBody>
      </p:sp>
      <p:sp>
        <p:nvSpPr>
          <p:cNvPr id="137" name="Google Shape;137;p18"/>
          <p:cNvSpPr txBox="1"/>
          <p:nvPr/>
        </p:nvSpPr>
        <p:spPr>
          <a:xfrm>
            <a:off x="2900649" y="2114229"/>
            <a:ext cx="1344506" cy="284663"/>
          </a:xfrm>
          <a:prstGeom prst="rect">
            <a:avLst/>
          </a:prstGeom>
          <a:solidFill>
            <a:srgbClr val="385623"/>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Solution</a:t>
            </a:r>
            <a:endParaRPr b="1" i="0" sz="1400" u="none" cap="none" strike="noStrike">
              <a:solidFill>
                <a:schemeClr val="lt1"/>
              </a:solidFill>
              <a:latin typeface="Times New Roman"/>
              <a:ea typeface="Times New Roman"/>
              <a:cs typeface="Times New Roman"/>
              <a:sym typeface="Times New Roman"/>
            </a:endParaRPr>
          </a:p>
        </p:txBody>
      </p:sp>
      <p:pic>
        <p:nvPicPr>
          <p:cNvPr id="138" name="Google Shape;138;p18"/>
          <p:cNvPicPr preferRelativeResize="0"/>
          <p:nvPr/>
        </p:nvPicPr>
        <p:blipFill rotWithShape="1">
          <a:blip r:embed="rId3">
            <a:alphaModFix/>
          </a:blip>
          <a:srcRect b="0" l="0" r="0" t="0"/>
          <a:stretch/>
        </p:blipFill>
        <p:spPr>
          <a:xfrm>
            <a:off x="5287016" y="105228"/>
            <a:ext cx="3856984" cy="1962111"/>
          </a:xfrm>
          <a:prstGeom prst="rect">
            <a:avLst/>
          </a:prstGeom>
          <a:noFill/>
          <a:ln>
            <a:noFill/>
          </a:ln>
        </p:spPr>
      </p:pic>
      <p:sp>
        <p:nvSpPr>
          <p:cNvPr id="139" name="Google Shape;139;p18"/>
          <p:cNvSpPr txBox="1"/>
          <p:nvPr/>
        </p:nvSpPr>
        <p:spPr>
          <a:xfrm>
            <a:off x="6539951" y="69004"/>
            <a:ext cx="1202266" cy="284663"/>
          </a:xfrm>
          <a:prstGeom prst="rect">
            <a:avLst/>
          </a:prstGeom>
          <a:solidFill>
            <a:srgbClr val="C0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Exercise - 1</a:t>
            </a:r>
            <a:endParaRPr b="1" i="0" sz="1400" u="none" cap="none" strike="noStrike">
              <a:solidFill>
                <a:schemeClr val="lt1"/>
              </a:solidFill>
              <a:latin typeface="Times New Roman"/>
              <a:ea typeface="Times New Roman"/>
              <a:cs typeface="Times New Roman"/>
              <a:sym typeface="Times New Roman"/>
            </a:endParaRPr>
          </a:p>
        </p:txBody>
      </p:sp>
      <p:pic>
        <p:nvPicPr>
          <p:cNvPr id="140" name="Google Shape;140;p18"/>
          <p:cNvPicPr preferRelativeResize="0"/>
          <p:nvPr/>
        </p:nvPicPr>
        <p:blipFill rotWithShape="1">
          <a:blip r:embed="rId4">
            <a:alphaModFix/>
          </a:blip>
          <a:srcRect b="0" l="0" r="0" t="0"/>
          <a:stretch/>
        </p:blipFill>
        <p:spPr>
          <a:xfrm>
            <a:off x="89451" y="2896662"/>
            <a:ext cx="4144619" cy="1519039"/>
          </a:xfrm>
          <a:prstGeom prst="rect">
            <a:avLst/>
          </a:prstGeom>
          <a:noFill/>
          <a:ln>
            <a:noFill/>
          </a:ln>
        </p:spPr>
      </p:pic>
      <p:pic>
        <p:nvPicPr>
          <p:cNvPr id="141" name="Google Shape;141;p18"/>
          <p:cNvPicPr preferRelativeResize="0"/>
          <p:nvPr/>
        </p:nvPicPr>
        <p:blipFill rotWithShape="1">
          <a:blip r:embed="rId5">
            <a:alphaModFix/>
          </a:blip>
          <a:srcRect b="21733" l="0" r="0" t="0"/>
          <a:stretch/>
        </p:blipFill>
        <p:spPr>
          <a:xfrm>
            <a:off x="4234070" y="2501577"/>
            <a:ext cx="3071191" cy="2623305"/>
          </a:xfrm>
          <a:prstGeom prst="rect">
            <a:avLst/>
          </a:prstGeom>
          <a:noFill/>
          <a:ln>
            <a:noFill/>
          </a:ln>
        </p:spPr>
      </p:pic>
      <p:pic>
        <p:nvPicPr>
          <p:cNvPr id="142" name="Google Shape;142;p18"/>
          <p:cNvPicPr preferRelativeResize="0"/>
          <p:nvPr/>
        </p:nvPicPr>
        <p:blipFill rotWithShape="1">
          <a:blip r:embed="rId5">
            <a:alphaModFix/>
          </a:blip>
          <a:srcRect b="0" l="0" r="0" t="80128"/>
          <a:stretch/>
        </p:blipFill>
        <p:spPr>
          <a:xfrm>
            <a:off x="6211564" y="2960502"/>
            <a:ext cx="2902254" cy="629437"/>
          </a:xfrm>
          <a:prstGeom prst="rect">
            <a:avLst/>
          </a:prstGeom>
          <a:noFill/>
          <a:ln>
            <a:noFill/>
          </a:ln>
        </p:spPr>
      </p:pic>
      <p:pic>
        <p:nvPicPr>
          <p:cNvPr id="143" name="Google Shape;143;p18"/>
          <p:cNvPicPr preferRelativeResize="0"/>
          <p:nvPr/>
        </p:nvPicPr>
        <p:blipFill rotWithShape="1">
          <a:blip r:embed="rId6">
            <a:alphaModFix/>
          </a:blip>
          <a:srcRect b="3590" l="3622" r="0" t="0"/>
          <a:stretch/>
        </p:blipFill>
        <p:spPr>
          <a:xfrm>
            <a:off x="3612290" y="179853"/>
            <a:ext cx="1684158" cy="1381893"/>
          </a:xfrm>
          <a:prstGeom prst="rect">
            <a:avLst/>
          </a:prstGeom>
          <a:noFill/>
          <a:ln>
            <a:noFill/>
          </a:ln>
        </p:spPr>
      </p:pic>
      <p:pic>
        <p:nvPicPr>
          <p:cNvPr id="144" name="Google Shape;144;p18"/>
          <p:cNvPicPr preferRelativeResize="0"/>
          <p:nvPr/>
        </p:nvPicPr>
        <p:blipFill rotWithShape="1">
          <a:blip r:embed="rId7">
            <a:alphaModFix/>
          </a:blip>
          <a:srcRect b="0" l="0" r="0" t="0"/>
          <a:stretch/>
        </p:blipFill>
        <p:spPr>
          <a:xfrm>
            <a:off x="86228" y="279077"/>
            <a:ext cx="3695700" cy="2222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par>
                                <p:cTn fill="hold" nodeType="with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gtEl>
                                        <p:attrNameLst>
                                          <p:attrName>style.visibility</p:attrName>
                                        </p:attrNameLst>
                                      </p:cBhvr>
                                      <p:to>
                                        <p:strVal val="visible"/>
                                      </p:to>
                                    </p:set>
                                    <p:anim calcmode="lin" valueType="num">
                                      <p:cBhvr additive="base">
                                        <p:cTn dur="500"/>
                                        <p:tgtEl>
                                          <p:spTgt spid="13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gtEl>
                                        <p:attrNameLst>
                                          <p:attrName>style.visibility</p:attrName>
                                        </p:attrNameLst>
                                      </p:cBhvr>
                                      <p:to>
                                        <p:strVal val="visible"/>
                                      </p:to>
                                    </p:set>
                                    <p:anim calcmode="lin" valueType="num">
                                      <p:cBhvr additive="base">
                                        <p:cTn dur="500"/>
                                        <p:tgtEl>
                                          <p:spTgt spid="13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par>
                                <p:cTn fill="hold" nodeType="with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par>
                                <p:cTn fill="hold" nodeType="with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19"/>
          <p:cNvPicPr preferRelativeResize="0"/>
          <p:nvPr/>
        </p:nvPicPr>
        <p:blipFill rotWithShape="1">
          <a:blip r:embed="rId3">
            <a:alphaModFix/>
          </a:blip>
          <a:srcRect b="0" l="0" r="0" t="0"/>
          <a:stretch/>
        </p:blipFill>
        <p:spPr>
          <a:xfrm>
            <a:off x="0" y="0"/>
            <a:ext cx="5099538" cy="5143500"/>
          </a:xfrm>
          <a:prstGeom prst="rect">
            <a:avLst/>
          </a:prstGeom>
          <a:noFill/>
          <a:ln>
            <a:noFill/>
          </a:ln>
        </p:spPr>
      </p:pic>
      <p:pic>
        <p:nvPicPr>
          <p:cNvPr id="150" name="Google Shape;150;p19"/>
          <p:cNvPicPr preferRelativeResize="0"/>
          <p:nvPr/>
        </p:nvPicPr>
        <p:blipFill rotWithShape="1">
          <a:blip r:embed="rId4">
            <a:alphaModFix/>
          </a:blip>
          <a:srcRect b="0" l="0" r="0" t="0"/>
          <a:stretch/>
        </p:blipFill>
        <p:spPr>
          <a:xfrm>
            <a:off x="4572000" y="2047461"/>
            <a:ext cx="4163730" cy="14139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1000"/>
                                        <p:tgtEl>
                                          <p:spTgt spid="149"/>
                                        </p:tgtEl>
                                      </p:cBhvr>
                                    </p:animEffect>
                                  </p:childTnLst>
                                </p:cTn>
                              </p:par>
                              <p:par>
                                <p:cTn fill="hold" nodeType="with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0"/>
          <p:cNvSpPr txBox="1"/>
          <p:nvPr/>
        </p:nvSpPr>
        <p:spPr>
          <a:xfrm>
            <a:off x="2896311" y="0"/>
            <a:ext cx="3351378" cy="500107"/>
          </a:xfrm>
          <a:prstGeom prst="rect">
            <a:avLst/>
          </a:prstGeom>
          <a:solidFill>
            <a:srgbClr val="7030A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K-Medoids clustering (a.k.a. Partitioning Around Medoids, PAM)</a:t>
            </a:r>
            <a:endParaRPr/>
          </a:p>
        </p:txBody>
      </p:sp>
      <p:pic>
        <p:nvPicPr>
          <p:cNvPr id="156" name="Google Shape;156;p20"/>
          <p:cNvPicPr preferRelativeResize="0"/>
          <p:nvPr/>
        </p:nvPicPr>
        <p:blipFill rotWithShape="1">
          <a:blip r:embed="rId3">
            <a:alphaModFix/>
          </a:blip>
          <a:srcRect b="0" l="0" r="0" t="0"/>
          <a:stretch/>
        </p:blipFill>
        <p:spPr>
          <a:xfrm>
            <a:off x="136111" y="605734"/>
            <a:ext cx="7480300" cy="850900"/>
          </a:xfrm>
          <a:prstGeom prst="rect">
            <a:avLst/>
          </a:prstGeom>
          <a:noFill/>
          <a:ln>
            <a:noFill/>
          </a:ln>
        </p:spPr>
      </p:pic>
      <p:pic>
        <p:nvPicPr>
          <p:cNvPr id="157" name="Google Shape;157;p20"/>
          <p:cNvPicPr preferRelativeResize="0"/>
          <p:nvPr/>
        </p:nvPicPr>
        <p:blipFill rotWithShape="1">
          <a:blip r:embed="rId4">
            <a:alphaModFix/>
          </a:blip>
          <a:srcRect b="0" l="0" r="0" t="0"/>
          <a:stretch/>
        </p:blipFill>
        <p:spPr>
          <a:xfrm>
            <a:off x="136111" y="1468115"/>
            <a:ext cx="4435889" cy="1043064"/>
          </a:xfrm>
          <a:prstGeom prst="rect">
            <a:avLst/>
          </a:prstGeom>
          <a:noFill/>
          <a:ln>
            <a:noFill/>
          </a:ln>
        </p:spPr>
      </p:pic>
      <p:pic>
        <p:nvPicPr>
          <p:cNvPr id="158" name="Google Shape;158;p20"/>
          <p:cNvPicPr preferRelativeResize="0"/>
          <p:nvPr/>
        </p:nvPicPr>
        <p:blipFill rotWithShape="1">
          <a:blip r:embed="rId5">
            <a:alphaModFix/>
          </a:blip>
          <a:srcRect b="0" l="0" r="0" t="0"/>
          <a:stretch/>
        </p:blipFill>
        <p:spPr>
          <a:xfrm>
            <a:off x="4924043" y="1562260"/>
            <a:ext cx="4001296" cy="908911"/>
          </a:xfrm>
          <a:prstGeom prst="rect">
            <a:avLst/>
          </a:prstGeom>
          <a:noFill/>
          <a:ln>
            <a:noFill/>
          </a:ln>
        </p:spPr>
      </p:pic>
      <p:sp>
        <p:nvSpPr>
          <p:cNvPr id="159" name="Google Shape;159;p20"/>
          <p:cNvSpPr txBox="1"/>
          <p:nvPr/>
        </p:nvSpPr>
        <p:spPr>
          <a:xfrm>
            <a:off x="228599" y="2571750"/>
            <a:ext cx="3006004" cy="284663"/>
          </a:xfrm>
          <a:prstGeom prst="rect">
            <a:avLst/>
          </a:prstGeom>
          <a:solidFill>
            <a:srgbClr val="00B0F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The PAM algorithm steps</a:t>
            </a:r>
            <a:endParaRPr b="0" i="0" sz="1400" u="none" cap="none" strike="noStrike">
              <a:solidFill>
                <a:srgbClr val="000000"/>
              </a:solidFill>
              <a:latin typeface="Arial"/>
              <a:ea typeface="Arial"/>
              <a:cs typeface="Arial"/>
              <a:sym typeface="Arial"/>
            </a:endParaRPr>
          </a:p>
        </p:txBody>
      </p:sp>
      <p:pic>
        <p:nvPicPr>
          <p:cNvPr id="160" name="Google Shape;160;p20"/>
          <p:cNvPicPr preferRelativeResize="0"/>
          <p:nvPr/>
        </p:nvPicPr>
        <p:blipFill rotWithShape="1">
          <a:blip r:embed="rId6">
            <a:alphaModFix/>
          </a:blip>
          <a:srcRect b="0" l="0" r="0" t="0"/>
          <a:stretch/>
        </p:blipFill>
        <p:spPr>
          <a:xfrm>
            <a:off x="0" y="3008108"/>
            <a:ext cx="8634487" cy="164961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par>
                                <p:cTn fill="hold" nodeType="with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1000"/>
                                        <p:tgtEl>
                                          <p:spTgt spid="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gtEl>
                                        <p:attrNameLst>
                                          <p:attrName>style.visibility</p:attrName>
                                        </p:attrNameLst>
                                      </p:cBhvr>
                                      <p:to>
                                        <p:strVal val="visible"/>
                                      </p:to>
                                    </p:set>
                                    <p:anim calcmode="lin" valueType="num">
                                      <p:cBhvr additive="base">
                                        <p:cTn dur="500"/>
                                        <p:tgtEl>
                                          <p:spTgt spid="15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1000"/>
                                        <p:tgtEl>
                                          <p:spTgt spid="1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nvSpPr>
        <p:spPr>
          <a:xfrm>
            <a:off x="6377831" y="0"/>
            <a:ext cx="1344506" cy="284663"/>
          </a:xfrm>
          <a:prstGeom prst="rect">
            <a:avLst/>
          </a:prstGeom>
          <a:solidFill>
            <a:srgbClr val="385623"/>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Solution</a:t>
            </a:r>
            <a:endParaRPr b="1" i="0" sz="1400" u="none" cap="none" strike="noStrike">
              <a:solidFill>
                <a:schemeClr val="lt1"/>
              </a:solidFill>
              <a:latin typeface="Times New Roman"/>
              <a:ea typeface="Times New Roman"/>
              <a:cs typeface="Times New Roman"/>
              <a:sym typeface="Times New Roman"/>
            </a:endParaRPr>
          </a:p>
        </p:txBody>
      </p:sp>
      <p:sp>
        <p:nvSpPr>
          <p:cNvPr id="166" name="Google Shape;166;p21"/>
          <p:cNvSpPr txBox="1"/>
          <p:nvPr/>
        </p:nvSpPr>
        <p:spPr>
          <a:xfrm>
            <a:off x="715618" y="-13693"/>
            <a:ext cx="1202266" cy="284663"/>
          </a:xfrm>
          <a:prstGeom prst="rect">
            <a:avLst/>
          </a:prstGeom>
          <a:solidFill>
            <a:srgbClr val="C0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Exercise - 2</a:t>
            </a:r>
            <a:endParaRPr b="1" i="0" sz="1400" u="none" cap="none" strike="noStrike">
              <a:solidFill>
                <a:schemeClr val="lt1"/>
              </a:solidFill>
              <a:latin typeface="Times New Roman"/>
              <a:ea typeface="Times New Roman"/>
              <a:cs typeface="Times New Roman"/>
              <a:sym typeface="Times New Roman"/>
            </a:endParaRPr>
          </a:p>
        </p:txBody>
      </p:sp>
      <p:pic>
        <p:nvPicPr>
          <p:cNvPr id="167" name="Google Shape;167;p21"/>
          <p:cNvPicPr preferRelativeResize="0"/>
          <p:nvPr/>
        </p:nvPicPr>
        <p:blipFill rotWithShape="1">
          <a:blip r:embed="rId3">
            <a:alphaModFix/>
          </a:blip>
          <a:srcRect b="0" l="0" r="0" t="0"/>
          <a:stretch/>
        </p:blipFill>
        <p:spPr>
          <a:xfrm>
            <a:off x="46842" y="270970"/>
            <a:ext cx="4405888" cy="2131881"/>
          </a:xfrm>
          <a:prstGeom prst="rect">
            <a:avLst/>
          </a:prstGeom>
          <a:noFill/>
          <a:ln>
            <a:noFill/>
          </a:ln>
        </p:spPr>
      </p:pic>
      <p:pic>
        <p:nvPicPr>
          <p:cNvPr id="168" name="Google Shape;168;p21"/>
          <p:cNvPicPr preferRelativeResize="0"/>
          <p:nvPr/>
        </p:nvPicPr>
        <p:blipFill rotWithShape="1">
          <a:blip r:embed="rId4">
            <a:alphaModFix/>
          </a:blip>
          <a:srcRect b="0" l="0" r="0" t="0"/>
          <a:stretch/>
        </p:blipFill>
        <p:spPr>
          <a:xfrm>
            <a:off x="4253948" y="459994"/>
            <a:ext cx="4834282" cy="1417173"/>
          </a:xfrm>
          <a:prstGeom prst="rect">
            <a:avLst/>
          </a:prstGeom>
          <a:noFill/>
          <a:ln>
            <a:noFill/>
          </a:ln>
        </p:spPr>
      </p:pic>
      <p:pic>
        <p:nvPicPr>
          <p:cNvPr id="169" name="Google Shape;169;p21"/>
          <p:cNvPicPr preferRelativeResize="0"/>
          <p:nvPr/>
        </p:nvPicPr>
        <p:blipFill rotWithShape="1">
          <a:blip r:embed="rId5">
            <a:alphaModFix/>
          </a:blip>
          <a:srcRect b="45322" l="0" r="0" t="0"/>
          <a:stretch/>
        </p:blipFill>
        <p:spPr>
          <a:xfrm>
            <a:off x="140227" y="2509697"/>
            <a:ext cx="4220453" cy="2633803"/>
          </a:xfrm>
          <a:prstGeom prst="rect">
            <a:avLst/>
          </a:prstGeom>
          <a:noFill/>
          <a:ln>
            <a:noFill/>
          </a:ln>
        </p:spPr>
      </p:pic>
      <p:pic>
        <p:nvPicPr>
          <p:cNvPr id="170" name="Google Shape;170;p21"/>
          <p:cNvPicPr preferRelativeResize="0"/>
          <p:nvPr/>
        </p:nvPicPr>
        <p:blipFill rotWithShape="1">
          <a:blip r:embed="rId5">
            <a:alphaModFix/>
          </a:blip>
          <a:srcRect b="0" l="0" r="0" t="54157"/>
          <a:stretch/>
        </p:blipFill>
        <p:spPr>
          <a:xfrm>
            <a:off x="4571999" y="2792894"/>
            <a:ext cx="4104861" cy="2147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6"/>
                                        </p:tgtEl>
                                        <p:attrNameLst>
                                          <p:attrName>style.visibility</p:attrName>
                                        </p:attrNameLst>
                                      </p:cBhvr>
                                      <p:to>
                                        <p:strVal val="visible"/>
                                      </p:to>
                                    </p:set>
                                    <p:anim calcmode="lin" valueType="num">
                                      <p:cBhvr additive="base">
                                        <p:cTn dur="500"/>
                                        <p:tgtEl>
                                          <p:spTgt spid="16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000"/>
                                        <p:tgtEl>
                                          <p:spTgt spid="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
                                        </p:tgtEl>
                                        <p:attrNameLst>
                                          <p:attrName>style.visibility</p:attrName>
                                        </p:attrNameLst>
                                      </p:cBhvr>
                                      <p:to>
                                        <p:strVal val="visible"/>
                                      </p:to>
                                    </p:set>
                                    <p:anim calcmode="lin" valueType="num">
                                      <p:cBhvr additive="base">
                                        <p:cTn dur="500"/>
                                        <p:tgtEl>
                                          <p:spTgt spid="16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par>
                                <p:cTn fill="hold" nodeType="with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22"/>
          <p:cNvPicPr preferRelativeResize="0"/>
          <p:nvPr/>
        </p:nvPicPr>
        <p:blipFill rotWithShape="1">
          <a:blip r:embed="rId3">
            <a:alphaModFix/>
          </a:blip>
          <a:srcRect b="0" l="0" r="0" t="0"/>
          <a:stretch/>
        </p:blipFill>
        <p:spPr>
          <a:xfrm>
            <a:off x="0" y="0"/>
            <a:ext cx="3437012" cy="5143500"/>
          </a:xfrm>
          <a:prstGeom prst="rect">
            <a:avLst/>
          </a:prstGeom>
          <a:noFill/>
          <a:ln>
            <a:noFill/>
          </a:ln>
        </p:spPr>
      </p:pic>
      <p:pic>
        <p:nvPicPr>
          <p:cNvPr id="176" name="Google Shape;176;p22"/>
          <p:cNvPicPr preferRelativeResize="0"/>
          <p:nvPr/>
        </p:nvPicPr>
        <p:blipFill rotWithShape="1">
          <a:blip r:embed="rId4">
            <a:alphaModFix/>
          </a:blip>
          <a:srcRect b="0" l="0" r="0" t="0"/>
          <a:stretch/>
        </p:blipFill>
        <p:spPr>
          <a:xfrm>
            <a:off x="2971800" y="401916"/>
            <a:ext cx="6172200" cy="2062173"/>
          </a:xfrm>
          <a:prstGeom prst="rect">
            <a:avLst/>
          </a:prstGeom>
          <a:noFill/>
          <a:ln>
            <a:noFill/>
          </a:ln>
        </p:spPr>
      </p:pic>
      <p:sp>
        <p:nvSpPr>
          <p:cNvPr id="177" name="Google Shape;177;p22"/>
          <p:cNvSpPr txBox="1"/>
          <p:nvPr/>
        </p:nvSpPr>
        <p:spPr>
          <a:xfrm>
            <a:off x="4486572" y="7923"/>
            <a:ext cx="3351378" cy="284663"/>
          </a:xfrm>
          <a:prstGeom prst="rect">
            <a:avLst/>
          </a:prstGeom>
          <a:solidFill>
            <a:srgbClr val="7030A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Mixture of Gaussians (GMM)</a:t>
            </a:r>
            <a:endParaRPr/>
          </a:p>
        </p:txBody>
      </p:sp>
      <p:sp>
        <p:nvSpPr>
          <p:cNvPr id="178" name="Google Shape;178;p22"/>
          <p:cNvSpPr txBox="1"/>
          <p:nvPr/>
        </p:nvSpPr>
        <p:spPr>
          <a:xfrm>
            <a:off x="4308414" y="2179426"/>
            <a:ext cx="3964184" cy="284663"/>
          </a:xfrm>
          <a:prstGeom prst="rect">
            <a:avLst/>
          </a:prstGeom>
          <a:solidFill>
            <a:srgbClr val="00B0F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Expectation–Maximization (EM) for GMM</a:t>
            </a:r>
            <a:endParaRPr b="0" i="0" sz="1400" u="none" cap="none" strike="noStrike">
              <a:solidFill>
                <a:srgbClr val="000000"/>
              </a:solidFill>
              <a:latin typeface="Arial"/>
              <a:ea typeface="Arial"/>
              <a:cs typeface="Arial"/>
              <a:sym typeface="Arial"/>
            </a:endParaRPr>
          </a:p>
        </p:txBody>
      </p:sp>
      <p:grpSp>
        <p:nvGrpSpPr>
          <p:cNvPr id="179" name="Google Shape;179;p22"/>
          <p:cNvGrpSpPr/>
          <p:nvPr/>
        </p:nvGrpSpPr>
        <p:grpSpPr>
          <a:xfrm>
            <a:off x="3091069" y="2500484"/>
            <a:ext cx="5933661" cy="2612850"/>
            <a:chOff x="3091069" y="2500484"/>
            <a:chExt cx="5933661" cy="2612850"/>
          </a:xfrm>
        </p:grpSpPr>
        <p:pic>
          <p:nvPicPr>
            <p:cNvPr id="180" name="Google Shape;180;p22"/>
            <p:cNvPicPr preferRelativeResize="0"/>
            <p:nvPr/>
          </p:nvPicPr>
          <p:blipFill rotWithShape="1">
            <a:blip r:embed="rId5">
              <a:alphaModFix/>
            </a:blip>
            <a:srcRect b="0" l="0" r="0" t="0"/>
            <a:stretch/>
          </p:blipFill>
          <p:spPr>
            <a:xfrm>
              <a:off x="3091069" y="2500484"/>
              <a:ext cx="5933661" cy="289627"/>
            </a:xfrm>
            <a:prstGeom prst="rect">
              <a:avLst/>
            </a:prstGeom>
            <a:noFill/>
            <a:ln>
              <a:noFill/>
            </a:ln>
          </p:spPr>
        </p:pic>
        <p:pic>
          <p:nvPicPr>
            <p:cNvPr id="181" name="Google Shape;181;p22"/>
            <p:cNvPicPr preferRelativeResize="0"/>
            <p:nvPr/>
          </p:nvPicPr>
          <p:blipFill rotWithShape="1">
            <a:blip r:embed="rId6">
              <a:alphaModFix/>
            </a:blip>
            <a:srcRect b="37718" l="0" r="0" t="0"/>
            <a:stretch/>
          </p:blipFill>
          <p:spPr>
            <a:xfrm>
              <a:off x="4136632" y="2790111"/>
              <a:ext cx="4051257" cy="2323223"/>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1000"/>
                                        <p:tgtEl>
                                          <p:spTgt spid="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500"/>
                                        <p:tgtEl>
                                          <p:spTgt spid="1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1000"/>
                                        <p:tgtEl>
                                          <p:spTgt spid="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
                                        </p:tgtEl>
                                        <p:attrNameLst>
                                          <p:attrName>style.visibility</p:attrName>
                                        </p:attrNameLst>
                                      </p:cBhvr>
                                      <p:to>
                                        <p:strVal val="visible"/>
                                      </p:to>
                                    </p:set>
                                    <p:anim calcmode="lin" valueType="num">
                                      <p:cBhvr additive="base">
                                        <p:cTn dur="500"/>
                                        <p:tgtEl>
                                          <p:spTgt spid="17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23"/>
          <p:cNvPicPr preferRelativeResize="0"/>
          <p:nvPr/>
        </p:nvPicPr>
        <p:blipFill rotWithShape="1">
          <a:blip r:embed="rId3">
            <a:alphaModFix/>
          </a:blip>
          <a:srcRect b="0" l="0" r="0" t="0"/>
          <a:stretch/>
        </p:blipFill>
        <p:spPr>
          <a:xfrm>
            <a:off x="3983479" y="489509"/>
            <a:ext cx="5160521" cy="1524259"/>
          </a:xfrm>
          <a:prstGeom prst="rect">
            <a:avLst/>
          </a:prstGeom>
          <a:noFill/>
          <a:ln>
            <a:noFill/>
          </a:ln>
        </p:spPr>
      </p:pic>
      <p:sp>
        <p:nvSpPr>
          <p:cNvPr id="187" name="Google Shape;187;p23"/>
          <p:cNvSpPr txBox="1"/>
          <p:nvPr/>
        </p:nvSpPr>
        <p:spPr>
          <a:xfrm>
            <a:off x="1245631" y="2578117"/>
            <a:ext cx="1344506" cy="284663"/>
          </a:xfrm>
          <a:prstGeom prst="rect">
            <a:avLst/>
          </a:prstGeom>
          <a:solidFill>
            <a:srgbClr val="385623"/>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Solution</a:t>
            </a:r>
            <a:endParaRPr b="1" i="0" sz="1400" u="none" cap="none" strike="noStrike">
              <a:solidFill>
                <a:schemeClr val="lt1"/>
              </a:solidFill>
              <a:latin typeface="Times New Roman"/>
              <a:ea typeface="Times New Roman"/>
              <a:cs typeface="Times New Roman"/>
              <a:sym typeface="Times New Roman"/>
            </a:endParaRPr>
          </a:p>
        </p:txBody>
      </p:sp>
      <p:sp>
        <p:nvSpPr>
          <p:cNvPr id="188" name="Google Shape;188;p23"/>
          <p:cNvSpPr txBox="1"/>
          <p:nvPr/>
        </p:nvSpPr>
        <p:spPr>
          <a:xfrm>
            <a:off x="6370984" y="0"/>
            <a:ext cx="1202266" cy="284663"/>
          </a:xfrm>
          <a:prstGeom prst="rect">
            <a:avLst/>
          </a:prstGeom>
          <a:solidFill>
            <a:srgbClr val="C0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Exercise - 3</a:t>
            </a:r>
            <a:endParaRPr b="1" i="0" sz="1400" u="none" cap="none" strike="noStrike">
              <a:solidFill>
                <a:schemeClr val="lt1"/>
              </a:solidFill>
              <a:latin typeface="Times New Roman"/>
              <a:ea typeface="Times New Roman"/>
              <a:cs typeface="Times New Roman"/>
              <a:sym typeface="Times New Roman"/>
            </a:endParaRPr>
          </a:p>
        </p:txBody>
      </p:sp>
      <p:pic>
        <p:nvPicPr>
          <p:cNvPr id="189" name="Google Shape;189;p23"/>
          <p:cNvPicPr preferRelativeResize="0"/>
          <p:nvPr/>
        </p:nvPicPr>
        <p:blipFill rotWithShape="1">
          <a:blip r:embed="rId4">
            <a:alphaModFix/>
          </a:blip>
          <a:srcRect b="0" l="0" r="0" t="0"/>
          <a:stretch/>
        </p:blipFill>
        <p:spPr>
          <a:xfrm>
            <a:off x="71086" y="3168035"/>
            <a:ext cx="4153046" cy="1822433"/>
          </a:xfrm>
          <a:prstGeom prst="rect">
            <a:avLst/>
          </a:prstGeom>
          <a:noFill/>
          <a:ln>
            <a:noFill/>
          </a:ln>
        </p:spPr>
      </p:pic>
      <p:pic>
        <p:nvPicPr>
          <p:cNvPr id="190" name="Google Shape;190;p23"/>
          <p:cNvPicPr preferRelativeResize="0"/>
          <p:nvPr/>
        </p:nvPicPr>
        <p:blipFill rotWithShape="1">
          <a:blip r:embed="rId5">
            <a:alphaModFix/>
          </a:blip>
          <a:srcRect b="0" l="0" r="0" t="0"/>
          <a:stretch/>
        </p:blipFill>
        <p:spPr>
          <a:xfrm>
            <a:off x="4361923" y="3168035"/>
            <a:ext cx="4573723" cy="1822434"/>
          </a:xfrm>
          <a:prstGeom prst="rect">
            <a:avLst/>
          </a:prstGeom>
          <a:noFill/>
          <a:ln>
            <a:noFill/>
          </a:ln>
        </p:spPr>
      </p:pic>
      <p:pic>
        <p:nvPicPr>
          <p:cNvPr id="191" name="Google Shape;191;p23"/>
          <p:cNvPicPr preferRelativeResize="0"/>
          <p:nvPr/>
        </p:nvPicPr>
        <p:blipFill rotWithShape="1">
          <a:blip r:embed="rId6">
            <a:alphaModFix/>
          </a:blip>
          <a:srcRect b="0" l="0" r="0" t="61816"/>
          <a:stretch/>
        </p:blipFill>
        <p:spPr>
          <a:xfrm>
            <a:off x="71086" y="405278"/>
            <a:ext cx="3830786" cy="13468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8"/>
                                        </p:tgtEl>
                                        <p:attrNameLst>
                                          <p:attrName>style.visibility</p:attrName>
                                        </p:attrNameLst>
                                      </p:cBhvr>
                                      <p:to>
                                        <p:strVal val="visible"/>
                                      </p:to>
                                    </p:set>
                                    <p:anim calcmode="lin" valueType="num">
                                      <p:cBhvr additive="base">
                                        <p:cTn dur="500"/>
                                        <p:tgtEl>
                                          <p:spTgt spid="18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
                                        </p:tgtEl>
                                        <p:attrNameLst>
                                          <p:attrName>style.visibility</p:attrName>
                                        </p:attrNameLst>
                                      </p:cBhvr>
                                      <p:to>
                                        <p:strVal val="visible"/>
                                      </p:to>
                                    </p:set>
                                    <p:anim calcmode="lin" valueType="num">
                                      <p:cBhvr additive="base">
                                        <p:cTn dur="500"/>
                                        <p:tgtEl>
                                          <p:spTgt spid="1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par>
                                <p:cTn fill="hold" nodeType="with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24"/>
          <p:cNvPicPr preferRelativeResize="0"/>
          <p:nvPr/>
        </p:nvPicPr>
        <p:blipFill rotWithShape="1">
          <a:blip r:embed="rId3">
            <a:alphaModFix/>
          </a:blip>
          <a:srcRect b="0" l="0" r="0" t="0"/>
          <a:stretch/>
        </p:blipFill>
        <p:spPr>
          <a:xfrm>
            <a:off x="109330" y="-1"/>
            <a:ext cx="3230218" cy="2531141"/>
          </a:xfrm>
          <a:prstGeom prst="rect">
            <a:avLst/>
          </a:prstGeom>
          <a:noFill/>
          <a:ln>
            <a:noFill/>
          </a:ln>
        </p:spPr>
      </p:pic>
      <p:pic>
        <p:nvPicPr>
          <p:cNvPr id="197" name="Google Shape;197;p24"/>
          <p:cNvPicPr preferRelativeResize="0"/>
          <p:nvPr/>
        </p:nvPicPr>
        <p:blipFill rotWithShape="1">
          <a:blip r:embed="rId4">
            <a:alphaModFix/>
          </a:blip>
          <a:srcRect b="0" l="0" r="0" t="0"/>
          <a:stretch/>
        </p:blipFill>
        <p:spPr>
          <a:xfrm>
            <a:off x="4140877" y="18380"/>
            <a:ext cx="4665193" cy="2813360"/>
          </a:xfrm>
          <a:prstGeom prst="rect">
            <a:avLst/>
          </a:prstGeom>
          <a:noFill/>
          <a:ln>
            <a:noFill/>
          </a:ln>
        </p:spPr>
      </p:pic>
      <p:pic>
        <p:nvPicPr>
          <p:cNvPr id="198" name="Google Shape;198;p24"/>
          <p:cNvPicPr preferRelativeResize="0"/>
          <p:nvPr/>
        </p:nvPicPr>
        <p:blipFill rotWithShape="1">
          <a:blip r:embed="rId5">
            <a:alphaModFix/>
          </a:blip>
          <a:srcRect b="0" l="0" r="0" t="0"/>
          <a:stretch/>
        </p:blipFill>
        <p:spPr>
          <a:xfrm>
            <a:off x="109329" y="2511186"/>
            <a:ext cx="3359428" cy="2630495"/>
          </a:xfrm>
          <a:prstGeom prst="rect">
            <a:avLst/>
          </a:prstGeom>
          <a:noFill/>
          <a:ln>
            <a:noFill/>
          </a:ln>
        </p:spPr>
      </p:pic>
      <p:pic>
        <p:nvPicPr>
          <p:cNvPr id="199" name="Google Shape;199;p24"/>
          <p:cNvPicPr preferRelativeResize="0"/>
          <p:nvPr/>
        </p:nvPicPr>
        <p:blipFill rotWithShape="1">
          <a:blip r:embed="rId6">
            <a:alphaModFix/>
          </a:blip>
          <a:srcRect b="53401" l="0" r="0" t="0"/>
          <a:stretch/>
        </p:blipFill>
        <p:spPr>
          <a:xfrm>
            <a:off x="4200513" y="2952775"/>
            <a:ext cx="4834158" cy="203666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1000"/>
                                        <p:tgtEl>
                                          <p:spTgt spid="196"/>
                                        </p:tgtEl>
                                      </p:cBhvr>
                                    </p:animEffect>
                                  </p:childTnLst>
                                </p:cTn>
                              </p:par>
                              <p:par>
                                <p:cTn fill="hold" nodeType="with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par>
                                <p:cTn fill="hold" nodeType="with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1000"/>
                                        <p:tgtEl>
                                          <p:spTgt spid="197"/>
                                        </p:tgtEl>
                                      </p:cBhvr>
                                    </p:animEffect>
                                  </p:childTnLst>
                                </p:cTn>
                              </p:par>
                              <p:par>
                                <p:cTn fill="hold" nodeType="with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1000"/>
                                        <p:tgtEl>
                                          <p:spTgt spid="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25"/>
          <p:cNvPicPr preferRelativeResize="0"/>
          <p:nvPr/>
        </p:nvPicPr>
        <p:blipFill rotWithShape="1">
          <a:blip r:embed="rId3">
            <a:alphaModFix/>
          </a:blip>
          <a:srcRect b="0" l="0" r="0" t="57999"/>
          <a:stretch/>
        </p:blipFill>
        <p:spPr>
          <a:xfrm>
            <a:off x="0" y="0"/>
            <a:ext cx="5689023" cy="2160263"/>
          </a:xfrm>
          <a:prstGeom prst="rect">
            <a:avLst/>
          </a:prstGeom>
          <a:noFill/>
          <a:ln>
            <a:noFill/>
          </a:ln>
        </p:spPr>
      </p:pic>
      <p:grpSp>
        <p:nvGrpSpPr>
          <p:cNvPr id="205" name="Google Shape;205;p25"/>
          <p:cNvGrpSpPr/>
          <p:nvPr/>
        </p:nvGrpSpPr>
        <p:grpSpPr>
          <a:xfrm>
            <a:off x="1612523" y="2008630"/>
            <a:ext cx="5918954" cy="1353441"/>
            <a:chOff x="1612523" y="1750212"/>
            <a:chExt cx="5918954" cy="1353441"/>
          </a:xfrm>
        </p:grpSpPr>
        <p:sp>
          <p:nvSpPr>
            <p:cNvPr id="206" name="Google Shape;206;p25"/>
            <p:cNvSpPr txBox="1"/>
            <p:nvPr/>
          </p:nvSpPr>
          <p:spPr>
            <a:xfrm>
              <a:off x="1612523" y="2284602"/>
              <a:ext cx="4964795" cy="284663"/>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Interested More in Cl</a:t>
              </a:r>
              <a:r>
                <a:rPr b="1" lang="en-US">
                  <a:solidFill>
                    <a:schemeClr val="lt1"/>
                  </a:solidFill>
                  <a:latin typeface="Times New Roman"/>
                  <a:ea typeface="Times New Roman"/>
                  <a:cs typeface="Times New Roman"/>
                  <a:sym typeface="Times New Roman"/>
                </a:rPr>
                <a:t>ustering</a:t>
              </a:r>
              <a:r>
                <a:rPr b="1" i="0" lang="en-US" sz="1400" u="none" cap="none" strike="noStrike">
                  <a:solidFill>
                    <a:schemeClr val="lt1"/>
                  </a:solidFill>
                  <a:latin typeface="Times New Roman"/>
                  <a:ea typeface="Times New Roman"/>
                  <a:cs typeface="Times New Roman"/>
                  <a:sym typeface="Times New Roman"/>
                </a:rPr>
                <a:t> Concepts and Problems?</a:t>
              </a:r>
              <a:endParaRPr b="0" i="0" sz="1400" u="none" cap="none" strike="noStrike">
                <a:solidFill>
                  <a:srgbClr val="000000"/>
                </a:solidFill>
                <a:latin typeface="Arial"/>
                <a:ea typeface="Arial"/>
                <a:cs typeface="Arial"/>
                <a:sym typeface="Arial"/>
              </a:endParaRPr>
            </a:p>
          </p:txBody>
        </p:sp>
        <p:pic>
          <p:nvPicPr>
            <p:cNvPr id="207" name="Google Shape;207;p25"/>
            <p:cNvPicPr preferRelativeResize="0"/>
            <p:nvPr/>
          </p:nvPicPr>
          <p:blipFill rotWithShape="1">
            <a:blip r:embed="rId4">
              <a:alphaModFix/>
            </a:blip>
            <a:srcRect b="0" l="0" r="0" t="0"/>
            <a:stretch/>
          </p:blipFill>
          <p:spPr>
            <a:xfrm>
              <a:off x="6736070" y="1750212"/>
              <a:ext cx="795407" cy="1353441"/>
            </a:xfrm>
            <a:prstGeom prst="rect">
              <a:avLst/>
            </a:prstGeom>
            <a:noFill/>
            <a:ln>
              <a:noFill/>
            </a:ln>
          </p:spPr>
        </p:pic>
      </p:grpSp>
      <p:sp>
        <p:nvSpPr>
          <p:cNvPr id="208" name="Google Shape;208;p25"/>
          <p:cNvSpPr txBox="1"/>
          <p:nvPr/>
        </p:nvSpPr>
        <p:spPr>
          <a:xfrm>
            <a:off x="327991" y="2983238"/>
            <a:ext cx="8816009"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Refer these links</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sng" cap="none" strike="noStrike">
                <a:solidFill>
                  <a:schemeClr val="hlink"/>
                </a:solidFill>
                <a:latin typeface="Arial"/>
                <a:ea typeface="Arial"/>
                <a:cs typeface="Arial"/>
                <a:sym typeface="Arial"/>
                <a:hlinkClick r:id="rId5"/>
              </a:rPr>
              <a:t>https://docs.google.com/presentation/d/15qzc_y8s28iX7eNR1YmL6UVRvbydg7fhzRb1jrvdqOQ/edit?usp=sharing</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sng" cap="none" strike="noStrike">
                <a:solidFill>
                  <a:schemeClr val="hlink"/>
                </a:solidFill>
                <a:latin typeface="Arial"/>
                <a:ea typeface="Arial"/>
                <a:cs typeface="Arial"/>
                <a:sym typeface="Arial"/>
                <a:hlinkClick r:id="rId6"/>
              </a:rPr>
              <a:t>https://docs.google.com/presentation/d/1-VNW8XFzLzwRSiicQHRcfSjNq75K_VvG-WTHIXNKJA0/edit?usp=drive_link</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10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1000"/>
                                        <p:tgtEl>
                                          <p:spTgt spid="2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nvSpPr>
        <p:spPr>
          <a:xfrm>
            <a:off x="682004" y="0"/>
            <a:ext cx="2195914" cy="284663"/>
          </a:xfrm>
          <a:prstGeom prst="rect">
            <a:avLst/>
          </a:prstGeom>
          <a:solidFill>
            <a:schemeClr val="accent2"/>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Classification approaches</a:t>
            </a:r>
            <a:endParaRPr b="0" i="0" sz="1400" u="none" cap="none" strike="noStrike">
              <a:solidFill>
                <a:srgbClr val="000000"/>
              </a:solidFill>
              <a:latin typeface="Arial"/>
              <a:ea typeface="Arial"/>
              <a:cs typeface="Arial"/>
              <a:sym typeface="Arial"/>
            </a:endParaRPr>
          </a:p>
        </p:txBody>
      </p:sp>
      <p:pic>
        <p:nvPicPr>
          <p:cNvPr id="214" name="Google Shape;214;p26"/>
          <p:cNvPicPr preferRelativeResize="0"/>
          <p:nvPr/>
        </p:nvPicPr>
        <p:blipFill rotWithShape="1">
          <a:blip r:embed="rId3">
            <a:alphaModFix/>
          </a:blip>
          <a:srcRect b="0" l="0" r="0" t="0"/>
          <a:stretch/>
        </p:blipFill>
        <p:spPr>
          <a:xfrm>
            <a:off x="208722" y="3134709"/>
            <a:ext cx="7772400" cy="1237643"/>
          </a:xfrm>
          <a:prstGeom prst="rect">
            <a:avLst/>
          </a:prstGeom>
          <a:noFill/>
          <a:ln>
            <a:noFill/>
          </a:ln>
        </p:spPr>
      </p:pic>
      <p:sp>
        <p:nvSpPr>
          <p:cNvPr id="215" name="Google Shape;215;p26"/>
          <p:cNvSpPr txBox="1"/>
          <p:nvPr/>
        </p:nvSpPr>
        <p:spPr>
          <a:xfrm>
            <a:off x="2419233" y="2790379"/>
            <a:ext cx="3351378" cy="284663"/>
          </a:xfrm>
          <a:prstGeom prst="rect">
            <a:avLst/>
          </a:prstGeom>
          <a:solidFill>
            <a:srgbClr val="7030A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Bayesian Classification</a:t>
            </a:r>
            <a:endParaRPr/>
          </a:p>
        </p:txBody>
      </p:sp>
      <p:pic>
        <p:nvPicPr>
          <p:cNvPr id="216" name="Google Shape;216;p26"/>
          <p:cNvPicPr preferRelativeResize="0"/>
          <p:nvPr/>
        </p:nvPicPr>
        <p:blipFill rotWithShape="1">
          <a:blip r:embed="rId4">
            <a:alphaModFix/>
          </a:blip>
          <a:srcRect b="0" l="0" r="0" t="0"/>
          <a:stretch/>
        </p:blipFill>
        <p:spPr>
          <a:xfrm>
            <a:off x="83112" y="284663"/>
            <a:ext cx="4381500" cy="2286000"/>
          </a:xfrm>
          <a:prstGeom prst="rect">
            <a:avLst/>
          </a:prstGeom>
          <a:noFill/>
          <a:ln>
            <a:noFill/>
          </a:ln>
        </p:spPr>
      </p:pic>
      <p:pic>
        <p:nvPicPr>
          <p:cNvPr id="217" name="Google Shape;217;p26"/>
          <p:cNvPicPr preferRelativeResize="0"/>
          <p:nvPr/>
        </p:nvPicPr>
        <p:blipFill rotWithShape="1">
          <a:blip r:embed="rId5">
            <a:alphaModFix/>
          </a:blip>
          <a:srcRect b="0" l="0" r="0" t="0"/>
          <a:stretch/>
        </p:blipFill>
        <p:spPr>
          <a:xfrm>
            <a:off x="4390660" y="142331"/>
            <a:ext cx="4813300" cy="2489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gtEl>
                                        <p:attrNameLst>
                                          <p:attrName>style.visibility</p:attrName>
                                        </p:attrNameLst>
                                      </p:cBhvr>
                                      <p:to>
                                        <p:strVal val="visible"/>
                                      </p:to>
                                    </p:set>
                                    <p:anim calcmode="lin" valueType="num">
                                      <p:cBhvr additive="base">
                                        <p:cTn dur="500"/>
                                        <p:tgtEl>
                                          <p:spTgt spid="21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1000"/>
                                        <p:tgtEl>
                                          <p:spTgt spid="2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000"/>
                                        <p:tgtEl>
                                          <p:spTgt spid="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
                                        </p:tgtEl>
                                        <p:attrNameLst>
                                          <p:attrName>style.visibility</p:attrName>
                                        </p:attrNameLst>
                                      </p:cBhvr>
                                      <p:to>
                                        <p:strVal val="visible"/>
                                      </p:to>
                                    </p:set>
                                    <p:anim calcmode="lin" valueType="num">
                                      <p:cBhvr additive="base">
                                        <p:cTn dur="500"/>
                                        <p:tgtEl>
                                          <p:spTgt spid="21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7"/>
          <p:cNvSpPr txBox="1"/>
          <p:nvPr/>
        </p:nvSpPr>
        <p:spPr>
          <a:xfrm>
            <a:off x="67650" y="15453"/>
            <a:ext cx="3964184" cy="284663"/>
          </a:xfrm>
          <a:prstGeom prst="rect">
            <a:avLst/>
          </a:prstGeom>
          <a:solidFill>
            <a:srgbClr val="00B0F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Bayes’ theorem (for a single data point x)</a:t>
            </a:r>
            <a:endParaRPr b="0" i="0" sz="1400" u="none" cap="none" strike="noStrike">
              <a:solidFill>
                <a:srgbClr val="000000"/>
              </a:solidFill>
              <a:latin typeface="Arial"/>
              <a:ea typeface="Arial"/>
              <a:cs typeface="Arial"/>
              <a:sym typeface="Arial"/>
            </a:endParaRPr>
          </a:p>
        </p:txBody>
      </p:sp>
      <p:pic>
        <p:nvPicPr>
          <p:cNvPr id="223" name="Google Shape;223;p27"/>
          <p:cNvPicPr preferRelativeResize="0"/>
          <p:nvPr/>
        </p:nvPicPr>
        <p:blipFill rotWithShape="1">
          <a:blip r:embed="rId3">
            <a:alphaModFix/>
          </a:blip>
          <a:srcRect b="0" l="0" r="0" t="0"/>
          <a:stretch/>
        </p:blipFill>
        <p:spPr>
          <a:xfrm>
            <a:off x="67650" y="300116"/>
            <a:ext cx="4232228" cy="2015701"/>
          </a:xfrm>
          <a:prstGeom prst="rect">
            <a:avLst/>
          </a:prstGeom>
          <a:noFill/>
          <a:ln>
            <a:noFill/>
          </a:ln>
        </p:spPr>
      </p:pic>
      <p:sp>
        <p:nvSpPr>
          <p:cNvPr id="224" name="Google Shape;224;p27"/>
          <p:cNvSpPr txBox="1"/>
          <p:nvPr/>
        </p:nvSpPr>
        <p:spPr>
          <a:xfrm>
            <a:off x="6211956" y="27334"/>
            <a:ext cx="1847152" cy="284663"/>
          </a:xfrm>
          <a:prstGeom prst="rect">
            <a:avLst/>
          </a:prstGeom>
          <a:solidFill>
            <a:srgbClr val="00B0F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Naive Bayes</a:t>
            </a:r>
            <a:endParaRPr b="0" i="0" sz="1400" u="none" cap="none" strike="noStrike">
              <a:solidFill>
                <a:srgbClr val="000000"/>
              </a:solidFill>
              <a:latin typeface="Arial"/>
              <a:ea typeface="Arial"/>
              <a:cs typeface="Arial"/>
              <a:sym typeface="Arial"/>
            </a:endParaRPr>
          </a:p>
        </p:txBody>
      </p:sp>
      <p:pic>
        <p:nvPicPr>
          <p:cNvPr id="225" name="Google Shape;225;p27"/>
          <p:cNvPicPr preferRelativeResize="0"/>
          <p:nvPr/>
        </p:nvPicPr>
        <p:blipFill rotWithShape="1">
          <a:blip r:embed="rId4">
            <a:alphaModFix/>
          </a:blip>
          <a:srcRect b="0" l="0" r="0" t="0"/>
          <a:stretch/>
        </p:blipFill>
        <p:spPr>
          <a:xfrm>
            <a:off x="4227772" y="412197"/>
            <a:ext cx="4916227" cy="1903619"/>
          </a:xfrm>
          <a:prstGeom prst="rect">
            <a:avLst/>
          </a:prstGeom>
          <a:noFill/>
          <a:ln>
            <a:noFill/>
          </a:ln>
        </p:spPr>
      </p:pic>
      <p:sp>
        <p:nvSpPr>
          <p:cNvPr id="226" name="Google Shape;226;p27"/>
          <p:cNvSpPr txBox="1"/>
          <p:nvPr/>
        </p:nvSpPr>
        <p:spPr>
          <a:xfrm>
            <a:off x="67650" y="2315817"/>
            <a:ext cx="3564340" cy="284663"/>
          </a:xfrm>
          <a:prstGeom prst="rect">
            <a:avLst/>
          </a:prstGeom>
          <a:solidFill>
            <a:srgbClr val="00B0F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Steps to build &amp; use a Bayesian classifier</a:t>
            </a:r>
            <a:endParaRPr b="0" i="0" sz="1400" u="none" cap="none" strike="noStrike">
              <a:solidFill>
                <a:srgbClr val="000000"/>
              </a:solidFill>
              <a:latin typeface="Arial"/>
              <a:ea typeface="Arial"/>
              <a:cs typeface="Arial"/>
              <a:sym typeface="Arial"/>
            </a:endParaRPr>
          </a:p>
        </p:txBody>
      </p:sp>
      <p:pic>
        <p:nvPicPr>
          <p:cNvPr id="227" name="Google Shape;227;p27"/>
          <p:cNvPicPr preferRelativeResize="0"/>
          <p:nvPr/>
        </p:nvPicPr>
        <p:blipFill rotWithShape="1">
          <a:blip r:embed="rId5">
            <a:alphaModFix/>
          </a:blip>
          <a:srcRect b="0" l="0" r="0" t="0"/>
          <a:stretch/>
        </p:blipFill>
        <p:spPr>
          <a:xfrm>
            <a:off x="79734" y="2638047"/>
            <a:ext cx="5506057" cy="249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500"/>
                                        <p:tgtEl>
                                          <p:spTgt spid="22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
                                        </p:tgtEl>
                                        <p:attrNameLst>
                                          <p:attrName>style.visibility</p:attrName>
                                        </p:attrNameLst>
                                      </p:cBhvr>
                                      <p:to>
                                        <p:strVal val="visible"/>
                                      </p:to>
                                    </p:set>
                                    <p:anim calcmode="lin" valueType="num">
                                      <p:cBhvr additive="base">
                                        <p:cTn dur="500"/>
                                        <p:tgtEl>
                                          <p:spTgt spid="22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1000"/>
                                        <p:tgtEl>
                                          <p:spTgt spid="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gtEl>
                                        <p:attrNameLst>
                                          <p:attrName>style.visibility</p:attrName>
                                        </p:attrNameLst>
                                      </p:cBhvr>
                                      <p:to>
                                        <p:strVal val="visible"/>
                                      </p:to>
                                    </p:set>
                                    <p:anim calcmode="lin" valueType="num">
                                      <p:cBhvr additive="base">
                                        <p:cTn dur="500"/>
                                        <p:tgtEl>
                                          <p:spTgt spid="22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1000"/>
                                        <p:tgtEl>
                                          <p:spTgt spid="2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8"/>
          <p:cNvSpPr txBox="1"/>
          <p:nvPr/>
        </p:nvSpPr>
        <p:spPr>
          <a:xfrm>
            <a:off x="1221105" y="1443214"/>
            <a:ext cx="1933099" cy="1517851"/>
          </a:xfrm>
          <a:prstGeom prst="rect">
            <a:avLst/>
          </a:prstGeom>
          <a:noFill/>
          <a:ln>
            <a:noFill/>
          </a:ln>
        </p:spPr>
        <p:txBody>
          <a:bodyPr anchorCtr="0" anchor="t" bIns="0" lIns="0" spcFirstLastPara="1" rIns="0" wrap="square" tIns="9525">
            <a:spAutoFit/>
          </a:bodyPr>
          <a:lstStyle/>
          <a:p>
            <a:pPr indent="0" lvl="0" marL="9525" marR="3810" rtl="0" algn="l">
              <a:lnSpc>
                <a:spcPct val="110000"/>
              </a:lnSpc>
              <a:spcBef>
                <a:spcPts val="0"/>
              </a:spcBef>
              <a:spcAft>
                <a:spcPts val="0"/>
              </a:spcAft>
              <a:buNone/>
            </a:pPr>
            <a:r>
              <a:rPr b="0" i="0" lang="en-US" sz="1800" u="none" cap="none" strike="noStrike">
                <a:solidFill>
                  <a:srgbClr val="000000"/>
                </a:solidFill>
                <a:latin typeface="Calibri"/>
                <a:ea typeface="Calibri"/>
                <a:cs typeface="Calibri"/>
                <a:sym typeface="Calibri"/>
              </a:rPr>
              <a:t>Class: C1:buys_computer = ‘yes’ C2:buys_computer = ‘no’</a:t>
            </a:r>
            <a:endParaRPr b="0" i="0" sz="1800" u="none" cap="none" strike="noStrike">
              <a:solidFill>
                <a:srgbClr val="000000"/>
              </a:solidFill>
              <a:latin typeface="Calibri"/>
              <a:ea typeface="Calibri"/>
              <a:cs typeface="Calibri"/>
              <a:sym typeface="Calibri"/>
            </a:endParaRPr>
          </a:p>
        </p:txBody>
      </p:sp>
      <p:sp>
        <p:nvSpPr>
          <p:cNvPr id="233" name="Google Shape;233;p28"/>
          <p:cNvSpPr txBox="1"/>
          <p:nvPr/>
        </p:nvSpPr>
        <p:spPr>
          <a:xfrm>
            <a:off x="1221104" y="3256202"/>
            <a:ext cx="1940100" cy="1642800"/>
          </a:xfrm>
          <a:prstGeom prst="rect">
            <a:avLst/>
          </a:prstGeom>
          <a:noFill/>
          <a:ln>
            <a:noFill/>
          </a:ln>
        </p:spPr>
        <p:txBody>
          <a:bodyPr anchorCtr="0" anchor="t" bIns="0" lIns="0" spcFirstLastPara="1" rIns="0" wrap="square" tIns="9025">
            <a:spAutoFit/>
          </a:bodyPr>
          <a:lstStyle/>
          <a:p>
            <a:pPr indent="0" lvl="0" marL="9525" marR="3810" rtl="0" algn="l">
              <a:lnSpc>
                <a:spcPct val="110000"/>
              </a:lnSpc>
              <a:spcBef>
                <a:spcPts val="0"/>
              </a:spcBef>
              <a:spcAft>
                <a:spcPts val="0"/>
              </a:spcAft>
              <a:buNone/>
            </a:pPr>
            <a:r>
              <a:rPr b="0" i="0" lang="en-US" sz="1800" u="none" cap="none" strike="noStrike">
                <a:solidFill>
                  <a:srgbClr val="FF0000"/>
                </a:solidFill>
                <a:latin typeface="Calibri"/>
                <a:ea typeface="Calibri"/>
                <a:cs typeface="Calibri"/>
                <a:sym typeface="Calibri"/>
              </a:rPr>
              <a:t>Data to be classified: X = (age &lt;=30,</a:t>
            </a:r>
            <a:endParaRPr b="0" i="0" sz="1800" u="none" cap="none" strike="noStrike">
              <a:solidFill>
                <a:srgbClr val="000000"/>
              </a:solidFill>
              <a:latin typeface="Calibri"/>
              <a:ea typeface="Calibri"/>
              <a:cs typeface="Calibri"/>
              <a:sym typeface="Calibri"/>
            </a:endParaRPr>
          </a:p>
          <a:p>
            <a:pPr indent="0" lvl="0" marL="9525" marR="83820" rtl="0" algn="l">
              <a:lnSpc>
                <a:spcPct val="132111"/>
              </a:lnSpc>
              <a:spcBef>
                <a:spcPts val="116"/>
              </a:spcBef>
              <a:spcAft>
                <a:spcPts val="0"/>
              </a:spcAft>
              <a:buNone/>
            </a:pPr>
            <a:r>
              <a:rPr b="0" i="0" lang="en-US" sz="1800" u="none" cap="none" strike="noStrike">
                <a:solidFill>
                  <a:srgbClr val="FF0000"/>
                </a:solidFill>
                <a:latin typeface="Calibri"/>
                <a:ea typeface="Calibri"/>
                <a:cs typeface="Calibri"/>
                <a:sym typeface="Calibri"/>
              </a:rPr>
              <a:t>Income = medium, Student = yes Credit_rating = Fair)</a:t>
            </a:r>
            <a:endParaRPr b="0" i="0" sz="1050" u="none" cap="none" strike="noStrike">
              <a:solidFill>
                <a:srgbClr val="000000"/>
              </a:solidFill>
              <a:latin typeface="Tahoma"/>
              <a:ea typeface="Tahoma"/>
              <a:cs typeface="Tahoma"/>
              <a:sym typeface="Tahoma"/>
            </a:endParaRPr>
          </a:p>
        </p:txBody>
      </p:sp>
      <p:graphicFrame>
        <p:nvGraphicFramePr>
          <p:cNvPr id="234" name="Google Shape;234;p28"/>
          <p:cNvGraphicFramePr/>
          <p:nvPr/>
        </p:nvGraphicFramePr>
        <p:xfrm>
          <a:off x="2044396" y="530273"/>
          <a:ext cx="3000000" cy="3000000"/>
        </p:xfrm>
        <a:graphic>
          <a:graphicData uri="http://schemas.openxmlformats.org/drawingml/2006/table">
            <a:tbl>
              <a:tblPr bandRow="1" firstRow="1">
                <a:noFill/>
                <a:tableStyleId>{F0A6196D-C6FB-4AB2-AC4A-1BB2FD7C91FB}</a:tableStyleId>
              </a:tblPr>
              <a:tblGrid>
                <a:gridCol w="2233175"/>
                <a:gridCol w="943800"/>
                <a:gridCol w="971575"/>
                <a:gridCol w="805350"/>
                <a:gridCol w="1211575"/>
                <a:gridCol w="608300"/>
              </a:tblGrid>
              <a:tr h="244125">
                <a:tc rowSpan="2">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R cap="flat" cmpd="sng" w="28575">
                      <a:solidFill>
                        <a:srgbClr val="000000"/>
                      </a:solidFill>
                      <a:prstDash val="solid"/>
                      <a:round/>
                      <a:headEnd len="sm" w="sm" type="none"/>
                      <a:tailEnd len="sm" w="sm" type="none"/>
                    </a:lnR>
                  </a:tcPr>
                </a:tc>
                <a:tc>
                  <a:txBody>
                    <a:bodyPr/>
                    <a:lstStyle/>
                    <a:p>
                      <a:pPr indent="0" lvl="0" marL="339725" marR="0" rtl="0" algn="l">
                        <a:lnSpc>
                          <a:spcPct val="100000"/>
                        </a:lnSpc>
                        <a:spcBef>
                          <a:spcPts val="0"/>
                        </a:spcBef>
                        <a:spcAft>
                          <a:spcPts val="0"/>
                        </a:spcAft>
                        <a:buNone/>
                      </a:pPr>
                      <a:r>
                        <a:rPr lang="en-US" sz="1600" u="none" cap="none" strike="noStrike">
                          <a:latin typeface="Arial"/>
                          <a:ea typeface="Arial"/>
                          <a:cs typeface="Arial"/>
                          <a:sym typeface="Arial"/>
                        </a:rPr>
                        <a:t>age</a:t>
                      </a:r>
                      <a:endParaRPr sz="1600" u="none" cap="none" strike="noStrike">
                        <a:latin typeface="Arial"/>
                        <a:ea typeface="Arial"/>
                        <a:cs typeface="Arial"/>
                        <a:sym typeface="Arial"/>
                      </a:endParaRPr>
                    </a:p>
                  </a:txBody>
                  <a:tcPr marT="11900" marB="0" marR="0" marL="0">
                    <a:lnL cap="flat" cmpd="sng" w="2857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00"/>
                    </a:solidFill>
                  </a:tcPr>
                </a:tc>
                <a:tc>
                  <a:txBody>
                    <a:bodyPr/>
                    <a:lstStyle/>
                    <a:p>
                      <a:pPr indent="0" lvl="0" marL="135255" marR="0" rtl="0" algn="l">
                        <a:lnSpc>
                          <a:spcPct val="100000"/>
                        </a:lnSpc>
                        <a:spcBef>
                          <a:spcPts val="0"/>
                        </a:spcBef>
                        <a:spcAft>
                          <a:spcPts val="0"/>
                        </a:spcAft>
                        <a:buNone/>
                      </a:pPr>
                      <a:r>
                        <a:rPr lang="en-US" sz="1600" u="none" cap="none" strike="noStrike">
                          <a:latin typeface="Arial"/>
                          <a:ea typeface="Arial"/>
                          <a:cs typeface="Arial"/>
                          <a:sym typeface="Arial"/>
                        </a:rPr>
                        <a:t>income</a:t>
                      </a:r>
                      <a:endParaRPr sz="1600" u="none" cap="none" strike="noStrike">
                        <a:latin typeface="Arial"/>
                        <a:ea typeface="Arial"/>
                        <a:cs typeface="Arial"/>
                        <a:sym typeface="Arial"/>
                      </a:endParaRPr>
                    </a:p>
                  </a:txBody>
                  <a:tcPr marT="119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00"/>
                    </a:solidFill>
                  </a:tcPr>
                </a:tc>
                <a:tc>
                  <a:txBody>
                    <a:bodyPr/>
                    <a:lstStyle/>
                    <a:p>
                      <a:pPr indent="0" lvl="0" marL="0" marR="0" rtl="0" algn="ctr">
                        <a:lnSpc>
                          <a:spcPct val="100000"/>
                        </a:lnSpc>
                        <a:spcBef>
                          <a:spcPts val="0"/>
                        </a:spcBef>
                        <a:spcAft>
                          <a:spcPts val="0"/>
                        </a:spcAft>
                        <a:buNone/>
                      </a:pPr>
                      <a:r>
                        <a:rPr lang="en-US" sz="1600" u="none" cap="none" strike="noStrike">
                          <a:latin typeface="Arial"/>
                          <a:ea typeface="Arial"/>
                          <a:cs typeface="Arial"/>
                          <a:sym typeface="Arial"/>
                        </a:rPr>
                        <a:t>student</a:t>
                      </a:r>
                      <a:endParaRPr sz="1600" u="none" cap="none" strike="noStrike">
                        <a:latin typeface="Arial"/>
                        <a:ea typeface="Arial"/>
                        <a:cs typeface="Arial"/>
                        <a:sym typeface="Arial"/>
                      </a:endParaRPr>
                    </a:p>
                  </a:txBody>
                  <a:tcPr marT="119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00"/>
                    </a:solidFill>
                  </a:tcPr>
                </a:tc>
                <a:tc>
                  <a:txBody>
                    <a:bodyPr/>
                    <a:lstStyle/>
                    <a:p>
                      <a:pPr indent="0" lvl="0" marL="84455" marR="0" rtl="0" algn="l">
                        <a:lnSpc>
                          <a:spcPct val="100000"/>
                        </a:lnSpc>
                        <a:spcBef>
                          <a:spcPts val="0"/>
                        </a:spcBef>
                        <a:spcAft>
                          <a:spcPts val="0"/>
                        </a:spcAft>
                        <a:buNone/>
                      </a:pPr>
                      <a:r>
                        <a:rPr lang="en-US" sz="1600" u="none" cap="none" strike="noStrike">
                          <a:latin typeface="Arial"/>
                          <a:ea typeface="Arial"/>
                          <a:cs typeface="Arial"/>
                          <a:sym typeface="Arial"/>
                        </a:rPr>
                        <a:t>redit_rating</a:t>
                      </a:r>
                      <a:endParaRPr sz="1600" u="none" cap="none" strike="noStrike">
                        <a:latin typeface="Arial"/>
                        <a:ea typeface="Arial"/>
                        <a:cs typeface="Arial"/>
                        <a:sym typeface="Arial"/>
                      </a:endParaRPr>
                    </a:p>
                  </a:txBody>
                  <a:tcPr marT="119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00"/>
                    </a:solidFill>
                  </a:tcPr>
                </a:tc>
                <a:tc>
                  <a:txBody>
                    <a:bodyPr/>
                    <a:lstStyle/>
                    <a:p>
                      <a:pPr indent="0" lvl="0" marL="0" marR="29844" rtl="0" algn="ctr">
                        <a:lnSpc>
                          <a:spcPct val="100000"/>
                        </a:lnSpc>
                        <a:spcBef>
                          <a:spcPts val="0"/>
                        </a:spcBef>
                        <a:spcAft>
                          <a:spcPts val="0"/>
                        </a:spcAft>
                        <a:buNone/>
                      </a:pPr>
                      <a:r>
                        <a:rPr lang="en-US" sz="1600" u="none" cap="none" strike="noStrike">
                          <a:latin typeface="Arial"/>
                          <a:ea typeface="Arial"/>
                          <a:cs typeface="Arial"/>
                          <a:sym typeface="Arial"/>
                        </a:rPr>
                        <a:t>_com</a:t>
                      </a:r>
                      <a:endParaRPr sz="1600" u="none" cap="none" strike="noStrike">
                        <a:latin typeface="Arial"/>
                        <a:ea typeface="Arial"/>
                        <a:cs typeface="Arial"/>
                        <a:sym typeface="Arial"/>
                      </a:endParaRPr>
                    </a:p>
                  </a:txBody>
                  <a:tcPr marT="11900" marB="0" marR="0" marL="0">
                    <a:lnL cap="flat" cmpd="sng" w="1905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00"/>
                    </a:solidFill>
                  </a:tcPr>
                </a:tc>
              </a:tr>
              <a:tr h="280175">
                <a:tc vMerge="1"/>
                <a:tc>
                  <a:txBody>
                    <a:bodyPr/>
                    <a:lstStyle/>
                    <a:p>
                      <a:pPr indent="0" lvl="0" marL="50165" marR="0" rtl="0" algn="l">
                        <a:lnSpc>
                          <a:spcPct val="153437"/>
                        </a:lnSpc>
                        <a:spcBef>
                          <a:spcPts val="0"/>
                        </a:spcBef>
                        <a:spcAft>
                          <a:spcPts val="0"/>
                        </a:spcAft>
                        <a:buNone/>
                      </a:pPr>
                      <a:r>
                        <a:rPr lang="en-US" sz="1600" u="none" cap="none" strike="noStrike">
                          <a:latin typeface="Arial"/>
                          <a:ea typeface="Arial"/>
                          <a:cs typeface="Arial"/>
                          <a:sym typeface="Arial"/>
                        </a:rPr>
                        <a:t>&lt;=30</a:t>
                      </a:r>
                      <a:endParaRPr sz="1600" u="none" cap="none" strike="noStrike">
                        <a:latin typeface="Arial"/>
                        <a:ea typeface="Arial"/>
                        <a:cs typeface="Arial"/>
                        <a:sym typeface="Arial"/>
                      </a:endParaRPr>
                    </a:p>
                  </a:txBody>
                  <a:tcPr marT="15725" marB="0" marR="0" marL="0">
                    <a:lnL cap="flat" cmpd="sng" w="2857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689" marR="0" rtl="0" algn="l">
                        <a:lnSpc>
                          <a:spcPct val="153437"/>
                        </a:lnSpc>
                        <a:spcBef>
                          <a:spcPts val="0"/>
                        </a:spcBef>
                        <a:spcAft>
                          <a:spcPts val="0"/>
                        </a:spcAft>
                        <a:buNone/>
                      </a:pPr>
                      <a:r>
                        <a:rPr lang="en-US" sz="1600" u="none" cap="none" strike="noStrike">
                          <a:latin typeface="Arial"/>
                          <a:ea typeface="Arial"/>
                          <a:cs typeface="Arial"/>
                          <a:sym typeface="Arial"/>
                        </a:rPr>
                        <a:t>high</a:t>
                      </a:r>
                      <a:endParaRPr sz="1600" u="none" cap="none" strike="noStrike">
                        <a:latin typeface="Arial"/>
                        <a:ea typeface="Arial"/>
                        <a:cs typeface="Arial"/>
                        <a:sym typeface="Arial"/>
                      </a:endParaRPr>
                    </a:p>
                  </a:txBody>
                  <a:tcPr marT="1572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29844" marR="12065" rtl="0" algn="ctr">
                        <a:lnSpc>
                          <a:spcPct val="153437"/>
                        </a:lnSpc>
                        <a:spcBef>
                          <a:spcPts val="0"/>
                        </a:spcBef>
                        <a:spcAft>
                          <a:spcPts val="0"/>
                        </a:spcAft>
                        <a:buNone/>
                      </a:pPr>
                      <a:r>
                        <a:rPr lang="en-US" sz="1600" u="none" cap="none" strike="noStrike">
                          <a:latin typeface="Arial"/>
                          <a:ea typeface="Arial"/>
                          <a:cs typeface="Arial"/>
                          <a:sym typeface="Arial"/>
                        </a:rPr>
                        <a:t>no</a:t>
                      </a:r>
                      <a:endParaRPr sz="1600" u="none" cap="none" strike="noStrike">
                        <a:latin typeface="Arial"/>
                        <a:ea typeface="Arial"/>
                        <a:cs typeface="Arial"/>
                        <a:sym typeface="Arial"/>
                      </a:endParaRPr>
                    </a:p>
                  </a:txBody>
                  <a:tcPr marT="1572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055" marR="0" rtl="0" algn="l">
                        <a:lnSpc>
                          <a:spcPct val="153437"/>
                        </a:lnSpc>
                        <a:spcBef>
                          <a:spcPts val="0"/>
                        </a:spcBef>
                        <a:spcAft>
                          <a:spcPts val="0"/>
                        </a:spcAft>
                        <a:buNone/>
                      </a:pPr>
                      <a:r>
                        <a:rPr lang="en-US" sz="1600" u="none" cap="none" strike="noStrike">
                          <a:latin typeface="Arial"/>
                          <a:ea typeface="Arial"/>
                          <a:cs typeface="Arial"/>
                          <a:sym typeface="Arial"/>
                        </a:rPr>
                        <a:t>fair</a:t>
                      </a:r>
                      <a:endParaRPr sz="1600" u="none" cap="none" strike="noStrike">
                        <a:latin typeface="Arial"/>
                        <a:ea typeface="Arial"/>
                        <a:cs typeface="Arial"/>
                        <a:sym typeface="Arial"/>
                      </a:endParaRPr>
                    </a:p>
                  </a:txBody>
                  <a:tcPr marT="1572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33655" marR="0" rtl="0" algn="ctr">
                        <a:lnSpc>
                          <a:spcPct val="153437"/>
                        </a:lnSpc>
                        <a:spcBef>
                          <a:spcPts val="0"/>
                        </a:spcBef>
                        <a:spcAft>
                          <a:spcPts val="0"/>
                        </a:spcAft>
                        <a:buNone/>
                      </a:pPr>
                      <a:r>
                        <a:rPr lang="en-US" sz="1600" u="none" cap="none" strike="noStrike">
                          <a:latin typeface="Arial"/>
                          <a:ea typeface="Arial"/>
                          <a:cs typeface="Arial"/>
                          <a:sym typeface="Arial"/>
                        </a:rPr>
                        <a:t>no</a:t>
                      </a:r>
                      <a:endParaRPr sz="1600" u="none" cap="none" strike="noStrike">
                        <a:latin typeface="Arial"/>
                        <a:ea typeface="Arial"/>
                        <a:cs typeface="Arial"/>
                        <a:sym typeface="Arial"/>
                      </a:endParaRPr>
                    </a:p>
                  </a:txBody>
                  <a:tcPr marT="15725" marB="0" marR="0" marL="0">
                    <a:lnL cap="flat" cmpd="sng" w="1905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r>
              <a:tr h="278400">
                <a:tc rowSpan="13">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R cap="flat" cmpd="sng" w="28575">
                      <a:solidFill>
                        <a:srgbClr val="000000"/>
                      </a:solidFill>
                      <a:prstDash val="solid"/>
                      <a:round/>
                      <a:headEnd len="sm" w="sm" type="none"/>
                      <a:tailEnd len="sm" w="sm" type="none"/>
                    </a:lnR>
                  </a:tcPr>
                </a:tc>
                <a:tc>
                  <a:txBody>
                    <a:bodyPr/>
                    <a:lstStyle/>
                    <a:p>
                      <a:pPr indent="0" lvl="0" marL="50165" marR="0" rtl="0" algn="l">
                        <a:lnSpc>
                          <a:spcPct val="153437"/>
                        </a:lnSpc>
                        <a:spcBef>
                          <a:spcPts val="0"/>
                        </a:spcBef>
                        <a:spcAft>
                          <a:spcPts val="0"/>
                        </a:spcAft>
                        <a:buNone/>
                      </a:pPr>
                      <a:r>
                        <a:rPr lang="en-US" sz="1600" u="none" cap="none" strike="noStrike">
                          <a:latin typeface="Arial"/>
                          <a:ea typeface="Arial"/>
                          <a:cs typeface="Arial"/>
                          <a:sym typeface="Arial"/>
                        </a:rPr>
                        <a:t>&lt;=30</a:t>
                      </a:r>
                      <a:endParaRPr sz="1600" u="none" cap="none" strike="noStrike">
                        <a:latin typeface="Arial"/>
                        <a:ea typeface="Arial"/>
                        <a:cs typeface="Arial"/>
                        <a:sym typeface="Arial"/>
                      </a:endParaRPr>
                    </a:p>
                  </a:txBody>
                  <a:tcPr marT="13800" marB="0" marR="0" marL="0">
                    <a:lnL cap="flat" cmpd="sng" w="2857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689" marR="0" rtl="0" algn="l">
                        <a:lnSpc>
                          <a:spcPct val="153437"/>
                        </a:lnSpc>
                        <a:spcBef>
                          <a:spcPts val="0"/>
                        </a:spcBef>
                        <a:spcAft>
                          <a:spcPts val="0"/>
                        </a:spcAft>
                        <a:buNone/>
                      </a:pPr>
                      <a:r>
                        <a:rPr lang="en-US" sz="1600" u="none" cap="none" strike="noStrike">
                          <a:latin typeface="Arial"/>
                          <a:ea typeface="Arial"/>
                          <a:cs typeface="Arial"/>
                          <a:sym typeface="Arial"/>
                        </a:rPr>
                        <a:t>high</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29844" marR="12065" rtl="0" algn="ctr">
                        <a:lnSpc>
                          <a:spcPct val="153437"/>
                        </a:lnSpc>
                        <a:spcBef>
                          <a:spcPts val="0"/>
                        </a:spcBef>
                        <a:spcAft>
                          <a:spcPts val="0"/>
                        </a:spcAft>
                        <a:buNone/>
                      </a:pPr>
                      <a:r>
                        <a:rPr lang="en-US" sz="1600" u="none" cap="none" strike="noStrike">
                          <a:latin typeface="Arial"/>
                          <a:ea typeface="Arial"/>
                          <a:cs typeface="Arial"/>
                          <a:sym typeface="Arial"/>
                        </a:rPr>
                        <a:t>no</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055" marR="0" rtl="0" algn="l">
                        <a:lnSpc>
                          <a:spcPct val="153437"/>
                        </a:lnSpc>
                        <a:spcBef>
                          <a:spcPts val="0"/>
                        </a:spcBef>
                        <a:spcAft>
                          <a:spcPts val="0"/>
                        </a:spcAft>
                        <a:buNone/>
                      </a:pPr>
                      <a:r>
                        <a:rPr lang="en-US" sz="1600" u="none" cap="none" strike="noStrike">
                          <a:latin typeface="Arial"/>
                          <a:ea typeface="Arial"/>
                          <a:cs typeface="Arial"/>
                          <a:sym typeface="Arial"/>
                        </a:rPr>
                        <a:t>excellent</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33655" marR="0" rtl="0" algn="ctr">
                        <a:lnSpc>
                          <a:spcPct val="153437"/>
                        </a:lnSpc>
                        <a:spcBef>
                          <a:spcPts val="0"/>
                        </a:spcBef>
                        <a:spcAft>
                          <a:spcPts val="0"/>
                        </a:spcAft>
                        <a:buNone/>
                      </a:pPr>
                      <a:r>
                        <a:rPr lang="en-US" sz="1600" u="none" cap="none" strike="noStrike">
                          <a:latin typeface="Arial"/>
                          <a:ea typeface="Arial"/>
                          <a:cs typeface="Arial"/>
                          <a:sym typeface="Arial"/>
                        </a:rPr>
                        <a:t>no</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r>
              <a:tr h="278400">
                <a:tc vMerge="1"/>
                <a:tc>
                  <a:txBody>
                    <a:bodyPr/>
                    <a:lstStyle/>
                    <a:p>
                      <a:pPr indent="0" lvl="0" marL="50165" marR="0" rtl="0" algn="l">
                        <a:lnSpc>
                          <a:spcPct val="153437"/>
                        </a:lnSpc>
                        <a:spcBef>
                          <a:spcPts val="0"/>
                        </a:spcBef>
                        <a:spcAft>
                          <a:spcPts val="0"/>
                        </a:spcAft>
                        <a:buNone/>
                      </a:pPr>
                      <a:r>
                        <a:rPr lang="en-US" sz="1600" u="none" cap="none" strike="noStrike">
                          <a:latin typeface="Arial"/>
                          <a:ea typeface="Arial"/>
                          <a:cs typeface="Arial"/>
                          <a:sym typeface="Arial"/>
                        </a:rPr>
                        <a:t>31…40</a:t>
                      </a:r>
                      <a:endParaRPr sz="1600" u="none" cap="none" strike="noStrike">
                        <a:latin typeface="Arial"/>
                        <a:ea typeface="Arial"/>
                        <a:cs typeface="Arial"/>
                        <a:sym typeface="Arial"/>
                      </a:endParaRPr>
                    </a:p>
                  </a:txBody>
                  <a:tcPr marT="13800" marB="0" marR="0" marL="0">
                    <a:lnL cap="flat" cmpd="sng" w="2857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689" marR="0" rtl="0" algn="l">
                        <a:lnSpc>
                          <a:spcPct val="153437"/>
                        </a:lnSpc>
                        <a:spcBef>
                          <a:spcPts val="0"/>
                        </a:spcBef>
                        <a:spcAft>
                          <a:spcPts val="0"/>
                        </a:spcAft>
                        <a:buNone/>
                      </a:pPr>
                      <a:r>
                        <a:rPr lang="en-US" sz="1600" u="none" cap="none" strike="noStrike">
                          <a:latin typeface="Arial"/>
                          <a:ea typeface="Arial"/>
                          <a:cs typeface="Arial"/>
                          <a:sym typeface="Arial"/>
                        </a:rPr>
                        <a:t>high</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29844" marR="12065" rtl="0" algn="ctr">
                        <a:lnSpc>
                          <a:spcPct val="153437"/>
                        </a:lnSpc>
                        <a:spcBef>
                          <a:spcPts val="0"/>
                        </a:spcBef>
                        <a:spcAft>
                          <a:spcPts val="0"/>
                        </a:spcAft>
                        <a:buNone/>
                      </a:pPr>
                      <a:r>
                        <a:rPr lang="en-US" sz="1600" u="none" cap="none" strike="noStrike">
                          <a:latin typeface="Arial"/>
                          <a:ea typeface="Arial"/>
                          <a:cs typeface="Arial"/>
                          <a:sym typeface="Arial"/>
                        </a:rPr>
                        <a:t>no</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055" marR="0" rtl="0" algn="l">
                        <a:lnSpc>
                          <a:spcPct val="153437"/>
                        </a:lnSpc>
                        <a:spcBef>
                          <a:spcPts val="0"/>
                        </a:spcBef>
                        <a:spcAft>
                          <a:spcPts val="0"/>
                        </a:spcAft>
                        <a:buNone/>
                      </a:pPr>
                      <a:r>
                        <a:rPr lang="en-US" sz="1600" u="none" cap="none" strike="noStrike">
                          <a:latin typeface="Arial"/>
                          <a:ea typeface="Arial"/>
                          <a:cs typeface="Arial"/>
                          <a:sym typeface="Arial"/>
                        </a:rPr>
                        <a:t>fair</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22225" marR="0"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r>
              <a:tr h="278400">
                <a:tc vMerge="1"/>
                <a:tc>
                  <a:txBody>
                    <a:bodyPr/>
                    <a:lstStyle/>
                    <a:p>
                      <a:pPr indent="0" lvl="0" marL="50165" marR="0" rtl="0" algn="l">
                        <a:lnSpc>
                          <a:spcPct val="153437"/>
                        </a:lnSpc>
                        <a:spcBef>
                          <a:spcPts val="0"/>
                        </a:spcBef>
                        <a:spcAft>
                          <a:spcPts val="0"/>
                        </a:spcAft>
                        <a:buNone/>
                      </a:pPr>
                      <a:r>
                        <a:rPr lang="en-US" sz="1600" u="none" cap="none" strike="noStrike">
                          <a:latin typeface="Arial"/>
                          <a:ea typeface="Arial"/>
                          <a:cs typeface="Arial"/>
                          <a:sym typeface="Arial"/>
                        </a:rPr>
                        <a:t>&gt;40</a:t>
                      </a:r>
                      <a:endParaRPr sz="1600" u="none" cap="none" strike="noStrike">
                        <a:latin typeface="Arial"/>
                        <a:ea typeface="Arial"/>
                        <a:cs typeface="Arial"/>
                        <a:sym typeface="Arial"/>
                      </a:endParaRPr>
                    </a:p>
                  </a:txBody>
                  <a:tcPr marT="13800" marB="0" marR="0" marL="0">
                    <a:lnL cap="flat" cmpd="sng" w="2857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689" marR="0" rtl="0" algn="l">
                        <a:lnSpc>
                          <a:spcPct val="153437"/>
                        </a:lnSpc>
                        <a:spcBef>
                          <a:spcPts val="0"/>
                        </a:spcBef>
                        <a:spcAft>
                          <a:spcPts val="0"/>
                        </a:spcAft>
                        <a:buNone/>
                      </a:pPr>
                      <a:r>
                        <a:rPr lang="en-US" sz="1600" u="none" cap="none" strike="noStrike">
                          <a:latin typeface="Arial"/>
                          <a:ea typeface="Arial"/>
                          <a:cs typeface="Arial"/>
                          <a:sym typeface="Arial"/>
                        </a:rPr>
                        <a:t>medium</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29844" marR="12065" rtl="0" algn="ctr">
                        <a:lnSpc>
                          <a:spcPct val="153437"/>
                        </a:lnSpc>
                        <a:spcBef>
                          <a:spcPts val="0"/>
                        </a:spcBef>
                        <a:spcAft>
                          <a:spcPts val="0"/>
                        </a:spcAft>
                        <a:buNone/>
                      </a:pPr>
                      <a:r>
                        <a:rPr lang="en-US" sz="1600" u="none" cap="none" strike="noStrike">
                          <a:latin typeface="Arial"/>
                          <a:ea typeface="Arial"/>
                          <a:cs typeface="Arial"/>
                          <a:sym typeface="Arial"/>
                        </a:rPr>
                        <a:t>no</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055" marR="0" rtl="0" algn="l">
                        <a:lnSpc>
                          <a:spcPct val="153437"/>
                        </a:lnSpc>
                        <a:spcBef>
                          <a:spcPts val="0"/>
                        </a:spcBef>
                        <a:spcAft>
                          <a:spcPts val="0"/>
                        </a:spcAft>
                        <a:buNone/>
                      </a:pPr>
                      <a:r>
                        <a:rPr lang="en-US" sz="1600" u="none" cap="none" strike="noStrike">
                          <a:latin typeface="Arial"/>
                          <a:ea typeface="Arial"/>
                          <a:cs typeface="Arial"/>
                          <a:sym typeface="Arial"/>
                        </a:rPr>
                        <a:t>fair</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22225" marR="0"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r>
              <a:tr h="278400">
                <a:tc vMerge="1"/>
                <a:tc>
                  <a:txBody>
                    <a:bodyPr/>
                    <a:lstStyle/>
                    <a:p>
                      <a:pPr indent="0" lvl="0" marL="50165" marR="0" rtl="0" algn="l">
                        <a:lnSpc>
                          <a:spcPct val="153437"/>
                        </a:lnSpc>
                        <a:spcBef>
                          <a:spcPts val="0"/>
                        </a:spcBef>
                        <a:spcAft>
                          <a:spcPts val="0"/>
                        </a:spcAft>
                        <a:buNone/>
                      </a:pPr>
                      <a:r>
                        <a:rPr lang="en-US" sz="1600" u="none" cap="none" strike="noStrike">
                          <a:latin typeface="Arial"/>
                          <a:ea typeface="Arial"/>
                          <a:cs typeface="Arial"/>
                          <a:sym typeface="Arial"/>
                        </a:rPr>
                        <a:t>&gt;40</a:t>
                      </a:r>
                      <a:endParaRPr sz="1600" u="none" cap="none" strike="noStrike">
                        <a:latin typeface="Arial"/>
                        <a:ea typeface="Arial"/>
                        <a:cs typeface="Arial"/>
                        <a:sym typeface="Arial"/>
                      </a:endParaRPr>
                    </a:p>
                  </a:txBody>
                  <a:tcPr marT="13800" marB="0" marR="0" marL="0">
                    <a:lnL cap="flat" cmpd="sng" w="2857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689" marR="0" rtl="0" algn="l">
                        <a:lnSpc>
                          <a:spcPct val="153437"/>
                        </a:lnSpc>
                        <a:spcBef>
                          <a:spcPts val="0"/>
                        </a:spcBef>
                        <a:spcAft>
                          <a:spcPts val="0"/>
                        </a:spcAft>
                        <a:buNone/>
                      </a:pPr>
                      <a:r>
                        <a:rPr lang="en-US" sz="1600" u="none" cap="none" strike="noStrike">
                          <a:latin typeface="Arial"/>
                          <a:ea typeface="Arial"/>
                          <a:cs typeface="Arial"/>
                          <a:sym typeface="Arial"/>
                        </a:rPr>
                        <a:t>low</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18415" marR="12065"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055" marR="0" rtl="0" algn="l">
                        <a:lnSpc>
                          <a:spcPct val="153437"/>
                        </a:lnSpc>
                        <a:spcBef>
                          <a:spcPts val="0"/>
                        </a:spcBef>
                        <a:spcAft>
                          <a:spcPts val="0"/>
                        </a:spcAft>
                        <a:buNone/>
                      </a:pPr>
                      <a:r>
                        <a:rPr lang="en-US" sz="1600" u="none" cap="none" strike="noStrike">
                          <a:latin typeface="Arial"/>
                          <a:ea typeface="Arial"/>
                          <a:cs typeface="Arial"/>
                          <a:sym typeface="Arial"/>
                        </a:rPr>
                        <a:t>fair</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22225" marR="0"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r>
              <a:tr h="278400">
                <a:tc vMerge="1"/>
                <a:tc>
                  <a:txBody>
                    <a:bodyPr/>
                    <a:lstStyle/>
                    <a:p>
                      <a:pPr indent="0" lvl="0" marL="50165" marR="0" rtl="0" algn="l">
                        <a:lnSpc>
                          <a:spcPct val="153437"/>
                        </a:lnSpc>
                        <a:spcBef>
                          <a:spcPts val="0"/>
                        </a:spcBef>
                        <a:spcAft>
                          <a:spcPts val="0"/>
                        </a:spcAft>
                        <a:buNone/>
                      </a:pPr>
                      <a:r>
                        <a:rPr lang="en-US" sz="1600" u="none" cap="none" strike="noStrike">
                          <a:latin typeface="Arial"/>
                          <a:ea typeface="Arial"/>
                          <a:cs typeface="Arial"/>
                          <a:sym typeface="Arial"/>
                        </a:rPr>
                        <a:t>&gt;40</a:t>
                      </a:r>
                      <a:endParaRPr sz="1600" u="none" cap="none" strike="noStrike">
                        <a:latin typeface="Arial"/>
                        <a:ea typeface="Arial"/>
                        <a:cs typeface="Arial"/>
                        <a:sym typeface="Arial"/>
                      </a:endParaRPr>
                    </a:p>
                  </a:txBody>
                  <a:tcPr marT="13800" marB="0" marR="0" marL="0">
                    <a:lnL cap="flat" cmpd="sng" w="2857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689" marR="0" rtl="0" algn="l">
                        <a:lnSpc>
                          <a:spcPct val="153437"/>
                        </a:lnSpc>
                        <a:spcBef>
                          <a:spcPts val="0"/>
                        </a:spcBef>
                        <a:spcAft>
                          <a:spcPts val="0"/>
                        </a:spcAft>
                        <a:buNone/>
                      </a:pPr>
                      <a:r>
                        <a:rPr lang="en-US" sz="1600" u="none" cap="none" strike="noStrike">
                          <a:latin typeface="Arial"/>
                          <a:ea typeface="Arial"/>
                          <a:cs typeface="Arial"/>
                          <a:sym typeface="Arial"/>
                        </a:rPr>
                        <a:t>low</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18415" marR="12065"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055" marR="0" rtl="0" algn="l">
                        <a:lnSpc>
                          <a:spcPct val="153437"/>
                        </a:lnSpc>
                        <a:spcBef>
                          <a:spcPts val="0"/>
                        </a:spcBef>
                        <a:spcAft>
                          <a:spcPts val="0"/>
                        </a:spcAft>
                        <a:buNone/>
                      </a:pPr>
                      <a:r>
                        <a:rPr lang="en-US" sz="1600" u="none" cap="none" strike="noStrike">
                          <a:latin typeface="Arial"/>
                          <a:ea typeface="Arial"/>
                          <a:cs typeface="Arial"/>
                          <a:sym typeface="Arial"/>
                        </a:rPr>
                        <a:t>excellent</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33655" marR="0" rtl="0" algn="ctr">
                        <a:lnSpc>
                          <a:spcPct val="153437"/>
                        </a:lnSpc>
                        <a:spcBef>
                          <a:spcPts val="0"/>
                        </a:spcBef>
                        <a:spcAft>
                          <a:spcPts val="0"/>
                        </a:spcAft>
                        <a:buNone/>
                      </a:pPr>
                      <a:r>
                        <a:rPr lang="en-US" sz="1600" u="none" cap="none" strike="noStrike">
                          <a:latin typeface="Arial"/>
                          <a:ea typeface="Arial"/>
                          <a:cs typeface="Arial"/>
                          <a:sym typeface="Arial"/>
                        </a:rPr>
                        <a:t>no</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r>
              <a:tr h="278400">
                <a:tc vMerge="1"/>
                <a:tc>
                  <a:txBody>
                    <a:bodyPr/>
                    <a:lstStyle/>
                    <a:p>
                      <a:pPr indent="0" lvl="0" marL="50165" marR="0" rtl="0" algn="l">
                        <a:lnSpc>
                          <a:spcPct val="153437"/>
                        </a:lnSpc>
                        <a:spcBef>
                          <a:spcPts val="0"/>
                        </a:spcBef>
                        <a:spcAft>
                          <a:spcPts val="0"/>
                        </a:spcAft>
                        <a:buNone/>
                      </a:pPr>
                      <a:r>
                        <a:rPr lang="en-US" sz="1600" u="none" cap="none" strike="noStrike">
                          <a:latin typeface="Arial"/>
                          <a:ea typeface="Arial"/>
                          <a:cs typeface="Arial"/>
                          <a:sym typeface="Arial"/>
                        </a:rPr>
                        <a:t>31…40</a:t>
                      </a:r>
                      <a:endParaRPr sz="1600" u="none" cap="none" strike="noStrike">
                        <a:latin typeface="Arial"/>
                        <a:ea typeface="Arial"/>
                        <a:cs typeface="Arial"/>
                        <a:sym typeface="Arial"/>
                      </a:endParaRPr>
                    </a:p>
                  </a:txBody>
                  <a:tcPr marT="13800" marB="0" marR="0" marL="0">
                    <a:lnL cap="flat" cmpd="sng" w="2857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689" marR="0" rtl="0" algn="l">
                        <a:lnSpc>
                          <a:spcPct val="153437"/>
                        </a:lnSpc>
                        <a:spcBef>
                          <a:spcPts val="0"/>
                        </a:spcBef>
                        <a:spcAft>
                          <a:spcPts val="0"/>
                        </a:spcAft>
                        <a:buNone/>
                      </a:pPr>
                      <a:r>
                        <a:rPr lang="en-US" sz="1600" u="none" cap="none" strike="noStrike">
                          <a:latin typeface="Arial"/>
                          <a:ea typeface="Arial"/>
                          <a:cs typeface="Arial"/>
                          <a:sym typeface="Arial"/>
                        </a:rPr>
                        <a:t>low</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18415" marR="12065"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055" marR="0" rtl="0" algn="l">
                        <a:lnSpc>
                          <a:spcPct val="153437"/>
                        </a:lnSpc>
                        <a:spcBef>
                          <a:spcPts val="0"/>
                        </a:spcBef>
                        <a:spcAft>
                          <a:spcPts val="0"/>
                        </a:spcAft>
                        <a:buNone/>
                      </a:pPr>
                      <a:r>
                        <a:rPr lang="en-US" sz="1600" u="none" cap="none" strike="noStrike">
                          <a:latin typeface="Arial"/>
                          <a:ea typeface="Arial"/>
                          <a:cs typeface="Arial"/>
                          <a:sym typeface="Arial"/>
                        </a:rPr>
                        <a:t>excellent</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22225" marR="0"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r>
              <a:tr h="278400">
                <a:tc vMerge="1"/>
                <a:tc>
                  <a:txBody>
                    <a:bodyPr/>
                    <a:lstStyle/>
                    <a:p>
                      <a:pPr indent="0" lvl="0" marL="50165" marR="0" rtl="0" algn="l">
                        <a:lnSpc>
                          <a:spcPct val="153437"/>
                        </a:lnSpc>
                        <a:spcBef>
                          <a:spcPts val="0"/>
                        </a:spcBef>
                        <a:spcAft>
                          <a:spcPts val="0"/>
                        </a:spcAft>
                        <a:buNone/>
                      </a:pPr>
                      <a:r>
                        <a:rPr lang="en-US" sz="1600" u="none" cap="none" strike="noStrike">
                          <a:latin typeface="Arial"/>
                          <a:ea typeface="Arial"/>
                          <a:cs typeface="Arial"/>
                          <a:sym typeface="Arial"/>
                        </a:rPr>
                        <a:t>&lt;=30</a:t>
                      </a:r>
                      <a:endParaRPr sz="1600" u="none" cap="none" strike="noStrike">
                        <a:latin typeface="Arial"/>
                        <a:ea typeface="Arial"/>
                        <a:cs typeface="Arial"/>
                        <a:sym typeface="Arial"/>
                      </a:endParaRPr>
                    </a:p>
                  </a:txBody>
                  <a:tcPr marT="13800" marB="0" marR="0" marL="0">
                    <a:lnL cap="flat" cmpd="sng" w="2857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689" marR="0" rtl="0" algn="l">
                        <a:lnSpc>
                          <a:spcPct val="153437"/>
                        </a:lnSpc>
                        <a:spcBef>
                          <a:spcPts val="0"/>
                        </a:spcBef>
                        <a:spcAft>
                          <a:spcPts val="0"/>
                        </a:spcAft>
                        <a:buNone/>
                      </a:pPr>
                      <a:r>
                        <a:rPr lang="en-US" sz="1600" u="none" cap="none" strike="noStrike">
                          <a:latin typeface="Arial"/>
                          <a:ea typeface="Arial"/>
                          <a:cs typeface="Arial"/>
                          <a:sym typeface="Arial"/>
                        </a:rPr>
                        <a:t>medium</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29844" marR="12065" rtl="0" algn="ctr">
                        <a:lnSpc>
                          <a:spcPct val="153437"/>
                        </a:lnSpc>
                        <a:spcBef>
                          <a:spcPts val="0"/>
                        </a:spcBef>
                        <a:spcAft>
                          <a:spcPts val="0"/>
                        </a:spcAft>
                        <a:buNone/>
                      </a:pPr>
                      <a:r>
                        <a:rPr lang="en-US" sz="1600" u="none" cap="none" strike="noStrike">
                          <a:latin typeface="Arial"/>
                          <a:ea typeface="Arial"/>
                          <a:cs typeface="Arial"/>
                          <a:sym typeface="Arial"/>
                        </a:rPr>
                        <a:t>no</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055" marR="0" rtl="0" algn="l">
                        <a:lnSpc>
                          <a:spcPct val="153437"/>
                        </a:lnSpc>
                        <a:spcBef>
                          <a:spcPts val="0"/>
                        </a:spcBef>
                        <a:spcAft>
                          <a:spcPts val="0"/>
                        </a:spcAft>
                        <a:buNone/>
                      </a:pPr>
                      <a:r>
                        <a:rPr lang="en-US" sz="1600" u="none" cap="none" strike="noStrike">
                          <a:latin typeface="Arial"/>
                          <a:ea typeface="Arial"/>
                          <a:cs typeface="Arial"/>
                          <a:sym typeface="Arial"/>
                        </a:rPr>
                        <a:t>fair</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33655" marR="0" rtl="0" algn="ctr">
                        <a:lnSpc>
                          <a:spcPct val="153437"/>
                        </a:lnSpc>
                        <a:spcBef>
                          <a:spcPts val="0"/>
                        </a:spcBef>
                        <a:spcAft>
                          <a:spcPts val="0"/>
                        </a:spcAft>
                        <a:buNone/>
                      </a:pPr>
                      <a:r>
                        <a:rPr lang="en-US" sz="1600" u="none" cap="none" strike="noStrike">
                          <a:latin typeface="Arial"/>
                          <a:ea typeface="Arial"/>
                          <a:cs typeface="Arial"/>
                          <a:sym typeface="Arial"/>
                        </a:rPr>
                        <a:t>no</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r>
              <a:tr h="278400">
                <a:tc vMerge="1"/>
                <a:tc>
                  <a:txBody>
                    <a:bodyPr/>
                    <a:lstStyle/>
                    <a:p>
                      <a:pPr indent="0" lvl="0" marL="50165" marR="0" rtl="0" algn="l">
                        <a:lnSpc>
                          <a:spcPct val="153437"/>
                        </a:lnSpc>
                        <a:spcBef>
                          <a:spcPts val="0"/>
                        </a:spcBef>
                        <a:spcAft>
                          <a:spcPts val="0"/>
                        </a:spcAft>
                        <a:buNone/>
                      </a:pPr>
                      <a:r>
                        <a:rPr lang="en-US" sz="1600" u="none" cap="none" strike="noStrike">
                          <a:latin typeface="Arial"/>
                          <a:ea typeface="Arial"/>
                          <a:cs typeface="Arial"/>
                          <a:sym typeface="Arial"/>
                        </a:rPr>
                        <a:t>&lt;=30</a:t>
                      </a:r>
                      <a:endParaRPr sz="1600" u="none" cap="none" strike="noStrike">
                        <a:latin typeface="Arial"/>
                        <a:ea typeface="Arial"/>
                        <a:cs typeface="Arial"/>
                        <a:sym typeface="Arial"/>
                      </a:endParaRPr>
                    </a:p>
                  </a:txBody>
                  <a:tcPr marT="13800" marB="0" marR="0" marL="0">
                    <a:lnL cap="flat" cmpd="sng" w="2857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689" marR="0" rtl="0" algn="l">
                        <a:lnSpc>
                          <a:spcPct val="153437"/>
                        </a:lnSpc>
                        <a:spcBef>
                          <a:spcPts val="0"/>
                        </a:spcBef>
                        <a:spcAft>
                          <a:spcPts val="0"/>
                        </a:spcAft>
                        <a:buNone/>
                      </a:pPr>
                      <a:r>
                        <a:rPr lang="en-US" sz="1600" u="none" cap="none" strike="noStrike">
                          <a:latin typeface="Arial"/>
                          <a:ea typeface="Arial"/>
                          <a:cs typeface="Arial"/>
                          <a:sym typeface="Arial"/>
                        </a:rPr>
                        <a:t>low</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18415" marR="12065"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055" marR="0" rtl="0" algn="l">
                        <a:lnSpc>
                          <a:spcPct val="153437"/>
                        </a:lnSpc>
                        <a:spcBef>
                          <a:spcPts val="0"/>
                        </a:spcBef>
                        <a:spcAft>
                          <a:spcPts val="0"/>
                        </a:spcAft>
                        <a:buNone/>
                      </a:pPr>
                      <a:r>
                        <a:rPr lang="en-US" sz="1600" u="none" cap="none" strike="noStrike">
                          <a:latin typeface="Arial"/>
                          <a:ea typeface="Arial"/>
                          <a:cs typeface="Arial"/>
                          <a:sym typeface="Arial"/>
                        </a:rPr>
                        <a:t>fair</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22225" marR="0"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r>
              <a:tr h="278400">
                <a:tc vMerge="1"/>
                <a:tc>
                  <a:txBody>
                    <a:bodyPr/>
                    <a:lstStyle/>
                    <a:p>
                      <a:pPr indent="0" lvl="0" marL="50165" marR="0" rtl="0" algn="l">
                        <a:lnSpc>
                          <a:spcPct val="153437"/>
                        </a:lnSpc>
                        <a:spcBef>
                          <a:spcPts val="0"/>
                        </a:spcBef>
                        <a:spcAft>
                          <a:spcPts val="0"/>
                        </a:spcAft>
                        <a:buNone/>
                      </a:pPr>
                      <a:r>
                        <a:rPr lang="en-US" sz="1600" u="none" cap="none" strike="noStrike">
                          <a:latin typeface="Arial"/>
                          <a:ea typeface="Arial"/>
                          <a:cs typeface="Arial"/>
                          <a:sym typeface="Arial"/>
                        </a:rPr>
                        <a:t>&gt;40</a:t>
                      </a:r>
                      <a:endParaRPr sz="1600" u="none" cap="none" strike="noStrike">
                        <a:latin typeface="Arial"/>
                        <a:ea typeface="Arial"/>
                        <a:cs typeface="Arial"/>
                        <a:sym typeface="Arial"/>
                      </a:endParaRPr>
                    </a:p>
                  </a:txBody>
                  <a:tcPr marT="13800" marB="0" marR="0" marL="0">
                    <a:lnL cap="flat" cmpd="sng" w="2857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689" marR="0" rtl="0" algn="l">
                        <a:lnSpc>
                          <a:spcPct val="153437"/>
                        </a:lnSpc>
                        <a:spcBef>
                          <a:spcPts val="0"/>
                        </a:spcBef>
                        <a:spcAft>
                          <a:spcPts val="0"/>
                        </a:spcAft>
                        <a:buNone/>
                      </a:pPr>
                      <a:r>
                        <a:rPr lang="en-US" sz="1600" u="none" cap="none" strike="noStrike">
                          <a:latin typeface="Arial"/>
                          <a:ea typeface="Arial"/>
                          <a:cs typeface="Arial"/>
                          <a:sym typeface="Arial"/>
                        </a:rPr>
                        <a:t>medium</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18415" marR="12065"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055" marR="0" rtl="0" algn="l">
                        <a:lnSpc>
                          <a:spcPct val="153437"/>
                        </a:lnSpc>
                        <a:spcBef>
                          <a:spcPts val="0"/>
                        </a:spcBef>
                        <a:spcAft>
                          <a:spcPts val="0"/>
                        </a:spcAft>
                        <a:buNone/>
                      </a:pPr>
                      <a:r>
                        <a:rPr lang="en-US" sz="1600" u="none" cap="none" strike="noStrike">
                          <a:latin typeface="Arial"/>
                          <a:ea typeface="Arial"/>
                          <a:cs typeface="Arial"/>
                          <a:sym typeface="Arial"/>
                        </a:rPr>
                        <a:t>fair</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22225" marR="0"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r>
              <a:tr h="278400">
                <a:tc vMerge="1"/>
                <a:tc>
                  <a:txBody>
                    <a:bodyPr/>
                    <a:lstStyle/>
                    <a:p>
                      <a:pPr indent="0" lvl="0" marL="50165" marR="0" rtl="0" algn="l">
                        <a:lnSpc>
                          <a:spcPct val="153437"/>
                        </a:lnSpc>
                        <a:spcBef>
                          <a:spcPts val="0"/>
                        </a:spcBef>
                        <a:spcAft>
                          <a:spcPts val="0"/>
                        </a:spcAft>
                        <a:buNone/>
                      </a:pPr>
                      <a:r>
                        <a:rPr lang="en-US" sz="1600" u="none" cap="none" strike="noStrike">
                          <a:latin typeface="Arial"/>
                          <a:ea typeface="Arial"/>
                          <a:cs typeface="Arial"/>
                          <a:sym typeface="Arial"/>
                        </a:rPr>
                        <a:t>&lt;=30</a:t>
                      </a:r>
                      <a:endParaRPr sz="1600" u="none" cap="none" strike="noStrike">
                        <a:latin typeface="Arial"/>
                        <a:ea typeface="Arial"/>
                        <a:cs typeface="Arial"/>
                        <a:sym typeface="Arial"/>
                      </a:endParaRPr>
                    </a:p>
                  </a:txBody>
                  <a:tcPr marT="13800" marB="0" marR="0" marL="0">
                    <a:lnL cap="flat" cmpd="sng" w="2857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689" marR="0" rtl="0" algn="l">
                        <a:lnSpc>
                          <a:spcPct val="153437"/>
                        </a:lnSpc>
                        <a:spcBef>
                          <a:spcPts val="0"/>
                        </a:spcBef>
                        <a:spcAft>
                          <a:spcPts val="0"/>
                        </a:spcAft>
                        <a:buNone/>
                      </a:pPr>
                      <a:r>
                        <a:rPr lang="en-US" sz="1600" u="none" cap="none" strike="noStrike">
                          <a:latin typeface="Arial"/>
                          <a:ea typeface="Arial"/>
                          <a:cs typeface="Arial"/>
                          <a:sym typeface="Arial"/>
                        </a:rPr>
                        <a:t>medium</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18415" marR="12065"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055" marR="0" rtl="0" algn="l">
                        <a:lnSpc>
                          <a:spcPct val="153437"/>
                        </a:lnSpc>
                        <a:spcBef>
                          <a:spcPts val="0"/>
                        </a:spcBef>
                        <a:spcAft>
                          <a:spcPts val="0"/>
                        </a:spcAft>
                        <a:buNone/>
                      </a:pPr>
                      <a:r>
                        <a:rPr lang="en-US" sz="1600" u="none" cap="none" strike="noStrike">
                          <a:latin typeface="Arial"/>
                          <a:ea typeface="Arial"/>
                          <a:cs typeface="Arial"/>
                          <a:sym typeface="Arial"/>
                        </a:rPr>
                        <a:t>excellent</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22225" marR="0"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r>
              <a:tr h="278400">
                <a:tc vMerge="1"/>
                <a:tc>
                  <a:txBody>
                    <a:bodyPr/>
                    <a:lstStyle/>
                    <a:p>
                      <a:pPr indent="0" lvl="0" marL="50165" marR="0" rtl="0" algn="l">
                        <a:lnSpc>
                          <a:spcPct val="153437"/>
                        </a:lnSpc>
                        <a:spcBef>
                          <a:spcPts val="0"/>
                        </a:spcBef>
                        <a:spcAft>
                          <a:spcPts val="0"/>
                        </a:spcAft>
                        <a:buNone/>
                      </a:pPr>
                      <a:r>
                        <a:rPr lang="en-US" sz="1600" u="none" cap="none" strike="noStrike">
                          <a:latin typeface="Arial"/>
                          <a:ea typeface="Arial"/>
                          <a:cs typeface="Arial"/>
                          <a:sym typeface="Arial"/>
                        </a:rPr>
                        <a:t>31…40</a:t>
                      </a:r>
                      <a:endParaRPr sz="1600" u="none" cap="none" strike="noStrike">
                        <a:latin typeface="Arial"/>
                        <a:ea typeface="Arial"/>
                        <a:cs typeface="Arial"/>
                        <a:sym typeface="Arial"/>
                      </a:endParaRPr>
                    </a:p>
                  </a:txBody>
                  <a:tcPr marT="13800" marB="0" marR="0" marL="0">
                    <a:lnL cap="flat" cmpd="sng" w="2857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689" marR="0" rtl="0" algn="l">
                        <a:lnSpc>
                          <a:spcPct val="153437"/>
                        </a:lnSpc>
                        <a:spcBef>
                          <a:spcPts val="0"/>
                        </a:spcBef>
                        <a:spcAft>
                          <a:spcPts val="0"/>
                        </a:spcAft>
                        <a:buNone/>
                      </a:pPr>
                      <a:r>
                        <a:rPr lang="en-US" sz="1600" u="none" cap="none" strike="noStrike">
                          <a:latin typeface="Arial"/>
                          <a:ea typeface="Arial"/>
                          <a:cs typeface="Arial"/>
                          <a:sym typeface="Arial"/>
                        </a:rPr>
                        <a:t>medium</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29844" marR="12065" rtl="0" algn="ctr">
                        <a:lnSpc>
                          <a:spcPct val="153437"/>
                        </a:lnSpc>
                        <a:spcBef>
                          <a:spcPts val="0"/>
                        </a:spcBef>
                        <a:spcAft>
                          <a:spcPts val="0"/>
                        </a:spcAft>
                        <a:buNone/>
                      </a:pPr>
                      <a:r>
                        <a:rPr lang="en-US" sz="1600" u="none" cap="none" strike="noStrike">
                          <a:latin typeface="Arial"/>
                          <a:ea typeface="Arial"/>
                          <a:cs typeface="Arial"/>
                          <a:sym typeface="Arial"/>
                        </a:rPr>
                        <a:t>no</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055" marR="0" rtl="0" algn="l">
                        <a:lnSpc>
                          <a:spcPct val="153437"/>
                        </a:lnSpc>
                        <a:spcBef>
                          <a:spcPts val="0"/>
                        </a:spcBef>
                        <a:spcAft>
                          <a:spcPts val="0"/>
                        </a:spcAft>
                        <a:buNone/>
                      </a:pPr>
                      <a:r>
                        <a:rPr lang="en-US" sz="1600" u="none" cap="none" strike="noStrike">
                          <a:latin typeface="Arial"/>
                          <a:ea typeface="Arial"/>
                          <a:cs typeface="Arial"/>
                          <a:sym typeface="Arial"/>
                        </a:rPr>
                        <a:t>excellent</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22225" marR="0"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r>
              <a:tr h="278400">
                <a:tc vMerge="1"/>
                <a:tc>
                  <a:txBody>
                    <a:bodyPr/>
                    <a:lstStyle/>
                    <a:p>
                      <a:pPr indent="0" lvl="0" marL="50165" marR="0" rtl="0" algn="l">
                        <a:lnSpc>
                          <a:spcPct val="153437"/>
                        </a:lnSpc>
                        <a:spcBef>
                          <a:spcPts val="0"/>
                        </a:spcBef>
                        <a:spcAft>
                          <a:spcPts val="0"/>
                        </a:spcAft>
                        <a:buNone/>
                      </a:pPr>
                      <a:r>
                        <a:rPr lang="en-US" sz="1600" u="none" cap="none" strike="noStrike">
                          <a:latin typeface="Arial"/>
                          <a:ea typeface="Arial"/>
                          <a:cs typeface="Arial"/>
                          <a:sym typeface="Arial"/>
                        </a:rPr>
                        <a:t>31…40</a:t>
                      </a:r>
                      <a:endParaRPr sz="1600" u="none" cap="none" strike="noStrike">
                        <a:latin typeface="Arial"/>
                        <a:ea typeface="Arial"/>
                        <a:cs typeface="Arial"/>
                        <a:sym typeface="Arial"/>
                      </a:endParaRPr>
                    </a:p>
                  </a:txBody>
                  <a:tcPr marT="13800" marB="0" marR="0" marL="0">
                    <a:lnL cap="flat" cmpd="sng" w="2857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689" marR="0" rtl="0" algn="l">
                        <a:lnSpc>
                          <a:spcPct val="153437"/>
                        </a:lnSpc>
                        <a:spcBef>
                          <a:spcPts val="0"/>
                        </a:spcBef>
                        <a:spcAft>
                          <a:spcPts val="0"/>
                        </a:spcAft>
                        <a:buNone/>
                      </a:pPr>
                      <a:r>
                        <a:rPr lang="en-US" sz="1600" u="none" cap="none" strike="noStrike">
                          <a:latin typeface="Arial"/>
                          <a:ea typeface="Arial"/>
                          <a:cs typeface="Arial"/>
                          <a:sym typeface="Arial"/>
                        </a:rPr>
                        <a:t>high</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18415" marR="12065"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59055" marR="0" rtl="0" algn="l">
                        <a:lnSpc>
                          <a:spcPct val="153437"/>
                        </a:lnSpc>
                        <a:spcBef>
                          <a:spcPts val="0"/>
                        </a:spcBef>
                        <a:spcAft>
                          <a:spcPts val="0"/>
                        </a:spcAft>
                        <a:buNone/>
                      </a:pPr>
                      <a:r>
                        <a:rPr lang="en-US" sz="1600" u="none" cap="none" strike="noStrike">
                          <a:latin typeface="Arial"/>
                          <a:ea typeface="Arial"/>
                          <a:cs typeface="Arial"/>
                          <a:sym typeface="Arial"/>
                        </a:rPr>
                        <a:t>fair</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c>
                  <a:txBody>
                    <a:bodyPr/>
                    <a:lstStyle/>
                    <a:p>
                      <a:pPr indent="0" lvl="0" marL="22225" marR="0" rtl="0" algn="ctr">
                        <a:lnSpc>
                          <a:spcPct val="153437"/>
                        </a:lnSpc>
                        <a:spcBef>
                          <a:spcPts val="0"/>
                        </a:spcBef>
                        <a:spcAft>
                          <a:spcPts val="0"/>
                        </a:spcAft>
                        <a:buNone/>
                      </a:pPr>
                      <a:r>
                        <a:rPr lang="en-US" sz="1600" u="none" cap="none" strike="noStrike">
                          <a:latin typeface="Arial"/>
                          <a:ea typeface="Arial"/>
                          <a:cs typeface="Arial"/>
                          <a:sym typeface="Arial"/>
                        </a:rPr>
                        <a:t>yes</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33CCCC"/>
                    </a:solidFill>
                  </a:tcPr>
                </a:tc>
              </a:tr>
              <a:tr h="245900">
                <a:tc vMerge="1"/>
                <a:tc>
                  <a:txBody>
                    <a:bodyPr/>
                    <a:lstStyle/>
                    <a:p>
                      <a:pPr indent="0" lvl="0" marL="50165" marR="0" rtl="0" algn="l">
                        <a:lnSpc>
                          <a:spcPct val="100000"/>
                        </a:lnSpc>
                        <a:spcBef>
                          <a:spcPts val="0"/>
                        </a:spcBef>
                        <a:spcAft>
                          <a:spcPts val="0"/>
                        </a:spcAft>
                        <a:buNone/>
                      </a:pPr>
                      <a:r>
                        <a:rPr lang="en-US" sz="1600" u="none" cap="none" strike="noStrike">
                          <a:latin typeface="Arial"/>
                          <a:ea typeface="Arial"/>
                          <a:cs typeface="Arial"/>
                          <a:sym typeface="Arial"/>
                        </a:rPr>
                        <a:t>&gt;40</a:t>
                      </a:r>
                      <a:endParaRPr sz="1600" u="none" cap="none" strike="noStrike">
                        <a:latin typeface="Arial"/>
                        <a:ea typeface="Arial"/>
                        <a:cs typeface="Arial"/>
                        <a:sym typeface="Arial"/>
                      </a:endParaRPr>
                    </a:p>
                  </a:txBody>
                  <a:tcPr marT="13800" marB="0" marR="0" marL="0">
                    <a:lnL cap="flat" cmpd="sng" w="2857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33CCCC"/>
                    </a:solidFill>
                  </a:tcPr>
                </a:tc>
                <a:tc>
                  <a:txBody>
                    <a:bodyPr/>
                    <a:lstStyle/>
                    <a:p>
                      <a:pPr indent="0" lvl="0" marL="59689" marR="0" rtl="0" algn="l">
                        <a:lnSpc>
                          <a:spcPct val="100000"/>
                        </a:lnSpc>
                        <a:spcBef>
                          <a:spcPts val="0"/>
                        </a:spcBef>
                        <a:spcAft>
                          <a:spcPts val="0"/>
                        </a:spcAft>
                        <a:buNone/>
                      </a:pPr>
                      <a:r>
                        <a:rPr lang="en-US" sz="1600" u="none" cap="none" strike="noStrike">
                          <a:latin typeface="Arial"/>
                          <a:ea typeface="Arial"/>
                          <a:cs typeface="Arial"/>
                          <a:sym typeface="Arial"/>
                        </a:rPr>
                        <a:t>medium</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33CCCC"/>
                    </a:solidFill>
                  </a:tcPr>
                </a:tc>
                <a:tc>
                  <a:txBody>
                    <a:bodyPr/>
                    <a:lstStyle/>
                    <a:p>
                      <a:pPr indent="0" lvl="0" marL="29844" marR="12065" rtl="0" algn="ctr">
                        <a:lnSpc>
                          <a:spcPct val="100000"/>
                        </a:lnSpc>
                        <a:spcBef>
                          <a:spcPts val="0"/>
                        </a:spcBef>
                        <a:spcAft>
                          <a:spcPts val="0"/>
                        </a:spcAft>
                        <a:buNone/>
                      </a:pPr>
                      <a:r>
                        <a:rPr lang="en-US" sz="1600" u="none" cap="none" strike="noStrike">
                          <a:latin typeface="Arial"/>
                          <a:ea typeface="Arial"/>
                          <a:cs typeface="Arial"/>
                          <a:sym typeface="Arial"/>
                        </a:rPr>
                        <a:t>no</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33CCCC"/>
                    </a:solidFill>
                  </a:tcPr>
                </a:tc>
                <a:tc>
                  <a:txBody>
                    <a:bodyPr/>
                    <a:lstStyle/>
                    <a:p>
                      <a:pPr indent="0" lvl="0" marL="59055" marR="0" rtl="0" algn="l">
                        <a:lnSpc>
                          <a:spcPct val="100000"/>
                        </a:lnSpc>
                        <a:spcBef>
                          <a:spcPts val="0"/>
                        </a:spcBef>
                        <a:spcAft>
                          <a:spcPts val="0"/>
                        </a:spcAft>
                        <a:buNone/>
                      </a:pPr>
                      <a:r>
                        <a:rPr lang="en-US" sz="1600" u="none" cap="none" strike="noStrike">
                          <a:latin typeface="Arial"/>
                          <a:ea typeface="Arial"/>
                          <a:cs typeface="Arial"/>
                          <a:sym typeface="Arial"/>
                        </a:rPr>
                        <a:t>excellent</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33CCCC"/>
                    </a:solidFill>
                  </a:tcPr>
                </a:tc>
                <a:tc>
                  <a:txBody>
                    <a:bodyPr/>
                    <a:lstStyle/>
                    <a:p>
                      <a:pPr indent="0" lvl="0" marL="33655" marR="0" rtl="0" algn="ctr">
                        <a:lnSpc>
                          <a:spcPct val="100000"/>
                        </a:lnSpc>
                        <a:spcBef>
                          <a:spcPts val="0"/>
                        </a:spcBef>
                        <a:spcAft>
                          <a:spcPts val="0"/>
                        </a:spcAft>
                        <a:buNone/>
                      </a:pPr>
                      <a:r>
                        <a:rPr lang="en-US" sz="1600" u="none" cap="none" strike="noStrike">
                          <a:latin typeface="Arial"/>
                          <a:ea typeface="Arial"/>
                          <a:cs typeface="Arial"/>
                          <a:sym typeface="Arial"/>
                        </a:rPr>
                        <a:t>no</a:t>
                      </a:r>
                      <a:endParaRPr sz="1600" u="none" cap="none" strike="noStrike">
                        <a:latin typeface="Arial"/>
                        <a:ea typeface="Arial"/>
                        <a:cs typeface="Arial"/>
                        <a:sym typeface="Arial"/>
                      </a:endParaRPr>
                    </a:p>
                  </a:txBody>
                  <a:tcPr marT="13800" marB="0" marR="0" marL="0">
                    <a:lnL cap="flat" cmpd="sng" w="1905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33CCCC"/>
                    </a:solidFill>
                  </a:tcPr>
                </a:tc>
              </a:tr>
            </a:tbl>
          </a:graphicData>
        </a:graphic>
      </p:graphicFrame>
      <p:sp>
        <p:nvSpPr>
          <p:cNvPr id="235" name="Google Shape;235;p28"/>
          <p:cNvSpPr txBox="1"/>
          <p:nvPr/>
        </p:nvSpPr>
        <p:spPr>
          <a:xfrm>
            <a:off x="6370984" y="0"/>
            <a:ext cx="1202266" cy="284663"/>
          </a:xfrm>
          <a:prstGeom prst="rect">
            <a:avLst/>
          </a:prstGeom>
          <a:solidFill>
            <a:srgbClr val="C0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Exercise - 4</a:t>
            </a:r>
            <a:endParaRPr b="1" i="0" sz="1400" u="none" cap="none" strike="noStrike">
              <a:solidFill>
                <a:schemeClr val="lt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5"/>
                                        </p:tgtEl>
                                        <p:attrNameLst>
                                          <p:attrName>style.visibility</p:attrName>
                                        </p:attrNameLst>
                                      </p:cBhvr>
                                      <p:to>
                                        <p:strVal val="visible"/>
                                      </p:to>
                                    </p:set>
                                    <p:anim calcmode="lin" valueType="num">
                                      <p:cBhvr additive="base">
                                        <p:cTn dur="500"/>
                                        <p:tgtEl>
                                          <p:spTgt spid="23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par>
                                <p:cTn fill="hold" nodeType="with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1000"/>
                                        <p:tgtEl>
                                          <p:spTgt spid="234"/>
                                        </p:tgtEl>
                                      </p:cBhvr>
                                    </p:animEffect>
                                  </p:childTnLst>
                                </p:cTn>
                              </p:par>
                              <p:par>
                                <p:cTn fill="hold" nodeType="with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9"/>
          <p:cNvSpPr txBox="1"/>
          <p:nvPr/>
        </p:nvSpPr>
        <p:spPr>
          <a:xfrm>
            <a:off x="3631977" y="-13150"/>
            <a:ext cx="1344506" cy="284663"/>
          </a:xfrm>
          <a:prstGeom prst="rect">
            <a:avLst/>
          </a:prstGeom>
          <a:solidFill>
            <a:srgbClr val="385623"/>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Solution</a:t>
            </a:r>
            <a:endParaRPr b="1" i="0" sz="1400" u="none" cap="none" strike="noStrike">
              <a:solidFill>
                <a:schemeClr val="lt1"/>
              </a:solidFill>
              <a:latin typeface="Times New Roman"/>
              <a:ea typeface="Times New Roman"/>
              <a:cs typeface="Times New Roman"/>
              <a:sym typeface="Times New Roman"/>
            </a:endParaRPr>
          </a:p>
        </p:txBody>
      </p:sp>
      <p:pic>
        <p:nvPicPr>
          <p:cNvPr id="241" name="Google Shape;241;p29"/>
          <p:cNvPicPr preferRelativeResize="0"/>
          <p:nvPr/>
        </p:nvPicPr>
        <p:blipFill rotWithShape="1">
          <a:blip r:embed="rId3">
            <a:alphaModFix/>
          </a:blip>
          <a:srcRect b="0" l="0" r="0" t="0"/>
          <a:stretch/>
        </p:blipFill>
        <p:spPr>
          <a:xfrm>
            <a:off x="685800" y="619952"/>
            <a:ext cx="7772400" cy="39035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0"/>
                                        </p:tgtEl>
                                        <p:attrNameLst>
                                          <p:attrName>style.visibility</p:attrName>
                                        </p:attrNameLst>
                                      </p:cBhvr>
                                      <p:to>
                                        <p:strVal val="visible"/>
                                      </p:to>
                                    </p:set>
                                    <p:anim calcmode="lin" valueType="num">
                                      <p:cBhvr additive="base">
                                        <p:cTn dur="500"/>
                                        <p:tgtEl>
                                          <p:spTgt spid="24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0"/>
          <p:cNvSpPr txBox="1"/>
          <p:nvPr/>
        </p:nvSpPr>
        <p:spPr>
          <a:xfrm>
            <a:off x="965927" y="2293414"/>
            <a:ext cx="1344506" cy="284663"/>
          </a:xfrm>
          <a:prstGeom prst="rect">
            <a:avLst/>
          </a:prstGeom>
          <a:solidFill>
            <a:srgbClr val="385623"/>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Solution</a:t>
            </a:r>
            <a:endParaRPr b="1" i="0" sz="1400" u="none" cap="none" strike="noStrike">
              <a:solidFill>
                <a:schemeClr val="lt1"/>
              </a:solidFill>
              <a:latin typeface="Times New Roman"/>
              <a:ea typeface="Times New Roman"/>
              <a:cs typeface="Times New Roman"/>
              <a:sym typeface="Times New Roman"/>
            </a:endParaRPr>
          </a:p>
        </p:txBody>
      </p:sp>
      <p:sp>
        <p:nvSpPr>
          <p:cNvPr id="247" name="Google Shape;247;p30"/>
          <p:cNvSpPr txBox="1"/>
          <p:nvPr/>
        </p:nvSpPr>
        <p:spPr>
          <a:xfrm>
            <a:off x="6370984" y="0"/>
            <a:ext cx="1202266" cy="284663"/>
          </a:xfrm>
          <a:prstGeom prst="rect">
            <a:avLst/>
          </a:prstGeom>
          <a:solidFill>
            <a:srgbClr val="C0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Exercise - 5</a:t>
            </a:r>
            <a:endParaRPr b="1" i="0" sz="1400" u="none" cap="none" strike="noStrike">
              <a:solidFill>
                <a:schemeClr val="lt1"/>
              </a:solidFill>
              <a:latin typeface="Times New Roman"/>
              <a:ea typeface="Times New Roman"/>
              <a:cs typeface="Times New Roman"/>
              <a:sym typeface="Times New Roman"/>
            </a:endParaRPr>
          </a:p>
        </p:txBody>
      </p:sp>
      <p:pic>
        <p:nvPicPr>
          <p:cNvPr id="248" name="Google Shape;248;p30"/>
          <p:cNvPicPr preferRelativeResize="0"/>
          <p:nvPr/>
        </p:nvPicPr>
        <p:blipFill rotWithShape="1">
          <a:blip r:embed="rId3">
            <a:alphaModFix/>
          </a:blip>
          <a:srcRect b="0" l="0" r="0" t="0"/>
          <a:stretch/>
        </p:blipFill>
        <p:spPr>
          <a:xfrm>
            <a:off x="4474618" y="298174"/>
            <a:ext cx="4620515" cy="1751516"/>
          </a:xfrm>
          <a:prstGeom prst="rect">
            <a:avLst/>
          </a:prstGeom>
          <a:noFill/>
          <a:ln>
            <a:noFill/>
          </a:ln>
        </p:spPr>
      </p:pic>
      <p:pic>
        <p:nvPicPr>
          <p:cNvPr id="249" name="Google Shape;249;p30"/>
          <p:cNvPicPr preferRelativeResize="0"/>
          <p:nvPr/>
        </p:nvPicPr>
        <p:blipFill rotWithShape="1">
          <a:blip r:embed="rId4">
            <a:alphaModFix/>
          </a:blip>
          <a:srcRect b="0" l="0" r="0" t="0"/>
          <a:stretch/>
        </p:blipFill>
        <p:spPr>
          <a:xfrm>
            <a:off x="104196" y="2877420"/>
            <a:ext cx="2663617" cy="1328078"/>
          </a:xfrm>
          <a:prstGeom prst="rect">
            <a:avLst/>
          </a:prstGeom>
          <a:noFill/>
          <a:ln>
            <a:noFill/>
          </a:ln>
        </p:spPr>
      </p:pic>
      <p:pic>
        <p:nvPicPr>
          <p:cNvPr id="250" name="Google Shape;250;p30"/>
          <p:cNvPicPr preferRelativeResize="0"/>
          <p:nvPr/>
        </p:nvPicPr>
        <p:blipFill rotWithShape="1">
          <a:blip r:embed="rId5">
            <a:alphaModFix/>
          </a:blip>
          <a:srcRect b="0" l="0" r="0" t="0"/>
          <a:stretch/>
        </p:blipFill>
        <p:spPr>
          <a:xfrm>
            <a:off x="3047885" y="2051287"/>
            <a:ext cx="2853466" cy="3062432"/>
          </a:xfrm>
          <a:prstGeom prst="rect">
            <a:avLst/>
          </a:prstGeom>
          <a:noFill/>
          <a:ln>
            <a:noFill/>
          </a:ln>
        </p:spPr>
      </p:pic>
      <p:pic>
        <p:nvPicPr>
          <p:cNvPr id="251" name="Google Shape;251;p30"/>
          <p:cNvPicPr preferRelativeResize="0"/>
          <p:nvPr/>
        </p:nvPicPr>
        <p:blipFill rotWithShape="1">
          <a:blip r:embed="rId6">
            <a:alphaModFix/>
          </a:blip>
          <a:srcRect b="0" l="0" r="0" t="0"/>
          <a:stretch/>
        </p:blipFill>
        <p:spPr>
          <a:xfrm>
            <a:off x="5901351" y="2747833"/>
            <a:ext cx="3084451" cy="1457665"/>
          </a:xfrm>
          <a:prstGeom prst="rect">
            <a:avLst/>
          </a:prstGeom>
          <a:noFill/>
          <a:ln>
            <a:noFill/>
          </a:ln>
        </p:spPr>
      </p:pic>
      <p:pic>
        <p:nvPicPr>
          <p:cNvPr id="252" name="Google Shape;252;p30"/>
          <p:cNvPicPr preferRelativeResize="0"/>
          <p:nvPr/>
        </p:nvPicPr>
        <p:blipFill rotWithShape="1">
          <a:blip r:embed="rId7">
            <a:alphaModFix/>
          </a:blip>
          <a:srcRect b="0" l="0" r="0" t="0"/>
          <a:stretch/>
        </p:blipFill>
        <p:spPr>
          <a:xfrm>
            <a:off x="73919" y="43632"/>
            <a:ext cx="4521200" cy="226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0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7"/>
                                        </p:tgtEl>
                                        <p:attrNameLst>
                                          <p:attrName>style.visibility</p:attrName>
                                        </p:attrNameLst>
                                      </p:cBhvr>
                                      <p:to>
                                        <p:strVal val="visible"/>
                                      </p:to>
                                    </p:set>
                                    <p:anim calcmode="lin" valueType="num">
                                      <p:cBhvr additive="base">
                                        <p:cTn dur="500"/>
                                        <p:tgtEl>
                                          <p:spTgt spid="24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000"/>
                                        <p:tgtEl>
                                          <p:spTgt spid="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6"/>
                                        </p:tgtEl>
                                        <p:attrNameLst>
                                          <p:attrName>style.visibility</p:attrName>
                                        </p:attrNameLst>
                                      </p:cBhvr>
                                      <p:to>
                                        <p:strVal val="visible"/>
                                      </p:to>
                                    </p:set>
                                    <p:anim calcmode="lin" valueType="num">
                                      <p:cBhvr additive="base">
                                        <p:cTn dur="500"/>
                                        <p:tgtEl>
                                          <p:spTgt spid="24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par>
                                <p:cTn fill="hold" nodeType="with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par>
                                <p:cTn fill="hold" nodeType="with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1"/>
          <p:cNvSpPr txBox="1"/>
          <p:nvPr/>
        </p:nvSpPr>
        <p:spPr>
          <a:xfrm>
            <a:off x="2564890" y="83453"/>
            <a:ext cx="3351378" cy="284663"/>
          </a:xfrm>
          <a:prstGeom prst="rect">
            <a:avLst/>
          </a:prstGeom>
          <a:solidFill>
            <a:srgbClr val="7030A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K-Nearest Neighbor (K-NN) Method</a:t>
            </a:r>
            <a:endParaRPr/>
          </a:p>
        </p:txBody>
      </p:sp>
      <p:pic>
        <p:nvPicPr>
          <p:cNvPr id="258" name="Google Shape;258;p31"/>
          <p:cNvPicPr preferRelativeResize="0"/>
          <p:nvPr/>
        </p:nvPicPr>
        <p:blipFill rotWithShape="1">
          <a:blip r:embed="rId3">
            <a:alphaModFix/>
          </a:blip>
          <a:srcRect b="0" l="0" r="0" t="0"/>
          <a:stretch/>
        </p:blipFill>
        <p:spPr>
          <a:xfrm>
            <a:off x="229611" y="435396"/>
            <a:ext cx="6629400" cy="825500"/>
          </a:xfrm>
          <a:prstGeom prst="rect">
            <a:avLst/>
          </a:prstGeom>
          <a:noFill/>
          <a:ln>
            <a:noFill/>
          </a:ln>
        </p:spPr>
      </p:pic>
      <p:pic>
        <p:nvPicPr>
          <p:cNvPr id="259" name="Google Shape;259;p31"/>
          <p:cNvPicPr preferRelativeResize="0"/>
          <p:nvPr/>
        </p:nvPicPr>
        <p:blipFill rotWithShape="1">
          <a:blip r:embed="rId4">
            <a:alphaModFix/>
          </a:blip>
          <a:srcRect b="0" l="0" r="0" t="0"/>
          <a:stretch/>
        </p:blipFill>
        <p:spPr>
          <a:xfrm>
            <a:off x="168444" y="1223905"/>
            <a:ext cx="4047507" cy="3919595"/>
          </a:xfrm>
          <a:prstGeom prst="rect">
            <a:avLst/>
          </a:prstGeom>
          <a:noFill/>
          <a:ln>
            <a:noFill/>
          </a:ln>
        </p:spPr>
      </p:pic>
      <p:sp>
        <p:nvSpPr>
          <p:cNvPr id="260" name="Google Shape;260;p31"/>
          <p:cNvSpPr txBox="1"/>
          <p:nvPr/>
        </p:nvSpPr>
        <p:spPr>
          <a:xfrm>
            <a:off x="6071941" y="1118564"/>
            <a:ext cx="1842070" cy="284663"/>
          </a:xfrm>
          <a:prstGeom prst="rect">
            <a:avLst/>
          </a:prstGeom>
          <a:solidFill>
            <a:srgbClr val="00B0F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Algorithm (steps)</a:t>
            </a:r>
            <a:endParaRPr b="0" i="0" sz="1400" u="none" cap="none" strike="noStrike">
              <a:solidFill>
                <a:srgbClr val="000000"/>
              </a:solidFill>
              <a:latin typeface="Arial"/>
              <a:ea typeface="Arial"/>
              <a:cs typeface="Arial"/>
              <a:sym typeface="Arial"/>
            </a:endParaRPr>
          </a:p>
        </p:txBody>
      </p:sp>
      <p:pic>
        <p:nvPicPr>
          <p:cNvPr id="261" name="Google Shape;261;p31"/>
          <p:cNvPicPr preferRelativeResize="0"/>
          <p:nvPr/>
        </p:nvPicPr>
        <p:blipFill rotWithShape="1">
          <a:blip r:embed="rId5">
            <a:alphaModFix/>
          </a:blip>
          <a:srcRect b="0" l="0" r="0" t="0"/>
          <a:stretch/>
        </p:blipFill>
        <p:spPr>
          <a:xfrm>
            <a:off x="4215951" y="1706656"/>
            <a:ext cx="4916378" cy="17301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7"/>
                                        </p:tgtEl>
                                        <p:attrNameLst>
                                          <p:attrName>style.visibility</p:attrName>
                                        </p:attrNameLst>
                                      </p:cBhvr>
                                      <p:to>
                                        <p:strVal val="visible"/>
                                      </p:to>
                                    </p:set>
                                    <p:anim calcmode="lin" valueType="num">
                                      <p:cBhvr additive="base">
                                        <p:cTn dur="500"/>
                                        <p:tgtEl>
                                          <p:spTgt spid="25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1000"/>
                                        <p:tgtEl>
                                          <p:spTgt spid="2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1000"/>
                                        <p:tgtEl>
                                          <p:spTgt spid="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0"/>
                                        </p:tgtEl>
                                        <p:attrNameLst>
                                          <p:attrName>style.visibility</p:attrName>
                                        </p:attrNameLst>
                                      </p:cBhvr>
                                      <p:to>
                                        <p:strVal val="visible"/>
                                      </p:to>
                                    </p:set>
                                    <p:anim calcmode="lin" valueType="num">
                                      <p:cBhvr additive="base">
                                        <p:cTn dur="500"/>
                                        <p:tgtEl>
                                          <p:spTgt spid="26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0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32"/>
          <p:cNvPicPr preferRelativeResize="0"/>
          <p:nvPr/>
        </p:nvPicPr>
        <p:blipFill rotWithShape="1">
          <a:blip r:embed="rId3">
            <a:alphaModFix/>
          </a:blip>
          <a:srcRect b="0" l="0" r="0" t="0"/>
          <a:stretch/>
        </p:blipFill>
        <p:spPr>
          <a:xfrm>
            <a:off x="0" y="172198"/>
            <a:ext cx="3879568" cy="2505046"/>
          </a:xfrm>
          <a:prstGeom prst="rect">
            <a:avLst/>
          </a:prstGeom>
          <a:noFill/>
          <a:ln>
            <a:noFill/>
          </a:ln>
        </p:spPr>
      </p:pic>
      <p:sp>
        <p:nvSpPr>
          <p:cNvPr id="267" name="Google Shape;267;p32"/>
          <p:cNvSpPr txBox="1"/>
          <p:nvPr/>
        </p:nvSpPr>
        <p:spPr>
          <a:xfrm>
            <a:off x="865406" y="29867"/>
            <a:ext cx="1202266" cy="284663"/>
          </a:xfrm>
          <a:prstGeom prst="rect">
            <a:avLst/>
          </a:prstGeom>
          <a:solidFill>
            <a:srgbClr val="C0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Exercise - 6</a:t>
            </a:r>
            <a:endParaRPr b="1" i="0" sz="1400" u="none" cap="none" strike="noStrike">
              <a:solidFill>
                <a:schemeClr val="lt1"/>
              </a:solidFill>
              <a:latin typeface="Times New Roman"/>
              <a:ea typeface="Times New Roman"/>
              <a:cs typeface="Times New Roman"/>
              <a:sym typeface="Times New Roman"/>
            </a:endParaRPr>
          </a:p>
        </p:txBody>
      </p:sp>
      <p:pic>
        <p:nvPicPr>
          <p:cNvPr id="268" name="Google Shape;268;p32"/>
          <p:cNvPicPr preferRelativeResize="0"/>
          <p:nvPr/>
        </p:nvPicPr>
        <p:blipFill rotWithShape="1">
          <a:blip r:embed="rId4">
            <a:alphaModFix/>
          </a:blip>
          <a:srcRect b="0" l="0" r="0" t="0"/>
          <a:stretch/>
        </p:blipFill>
        <p:spPr>
          <a:xfrm>
            <a:off x="127887" y="2646732"/>
            <a:ext cx="4316521" cy="2449374"/>
          </a:xfrm>
          <a:prstGeom prst="rect">
            <a:avLst/>
          </a:prstGeom>
          <a:noFill/>
          <a:ln>
            <a:noFill/>
          </a:ln>
        </p:spPr>
      </p:pic>
      <p:pic>
        <p:nvPicPr>
          <p:cNvPr id="269" name="Google Shape;269;p32"/>
          <p:cNvPicPr preferRelativeResize="0"/>
          <p:nvPr/>
        </p:nvPicPr>
        <p:blipFill rotWithShape="1">
          <a:blip r:embed="rId5">
            <a:alphaModFix/>
          </a:blip>
          <a:srcRect b="0" l="1340" r="0" t="0"/>
          <a:stretch/>
        </p:blipFill>
        <p:spPr>
          <a:xfrm>
            <a:off x="5053805" y="11342"/>
            <a:ext cx="3879568" cy="5143500"/>
          </a:xfrm>
          <a:prstGeom prst="rect">
            <a:avLst/>
          </a:prstGeom>
          <a:noFill/>
          <a:ln>
            <a:noFill/>
          </a:ln>
        </p:spPr>
      </p:pic>
      <p:sp>
        <p:nvSpPr>
          <p:cNvPr id="270" name="Google Shape;270;p32"/>
          <p:cNvSpPr txBox="1"/>
          <p:nvPr/>
        </p:nvSpPr>
        <p:spPr>
          <a:xfrm>
            <a:off x="2919315" y="2819575"/>
            <a:ext cx="1344506" cy="284663"/>
          </a:xfrm>
          <a:prstGeom prst="rect">
            <a:avLst/>
          </a:prstGeom>
          <a:solidFill>
            <a:srgbClr val="385623"/>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Solution</a:t>
            </a:r>
            <a:endParaRPr b="1" i="0" sz="1400" u="none" cap="none" strike="noStrike">
              <a:solidFill>
                <a:schemeClr val="lt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7"/>
                                        </p:tgtEl>
                                        <p:attrNameLst>
                                          <p:attrName>style.visibility</p:attrName>
                                        </p:attrNameLst>
                                      </p:cBhvr>
                                      <p:to>
                                        <p:strVal val="visible"/>
                                      </p:to>
                                    </p:set>
                                    <p:anim calcmode="lin" valueType="num">
                                      <p:cBhvr additive="base">
                                        <p:cTn dur="500"/>
                                        <p:tgtEl>
                                          <p:spTgt spid="26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1000"/>
                                        <p:tgtEl>
                                          <p:spTgt spid="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0"/>
                                        </p:tgtEl>
                                        <p:attrNameLst>
                                          <p:attrName>style.visibility</p:attrName>
                                        </p:attrNameLst>
                                      </p:cBhvr>
                                      <p:to>
                                        <p:strVal val="visible"/>
                                      </p:to>
                                    </p:set>
                                    <p:anim calcmode="lin" valueType="num">
                                      <p:cBhvr additive="base">
                                        <p:cTn dur="500"/>
                                        <p:tgtEl>
                                          <p:spTgt spid="27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000"/>
                                        <p:tgtEl>
                                          <p:spTgt spid="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3"/>
          <p:cNvSpPr txBox="1"/>
          <p:nvPr/>
        </p:nvSpPr>
        <p:spPr>
          <a:xfrm>
            <a:off x="2164476" y="13789"/>
            <a:ext cx="4815046" cy="284663"/>
          </a:xfrm>
          <a:prstGeom prst="rect">
            <a:avLst/>
          </a:prstGeom>
          <a:solidFill>
            <a:srgbClr val="7030A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Linear discriminant analysis (LDA) from Bayes’ classifier</a:t>
            </a:r>
            <a:endParaRPr/>
          </a:p>
        </p:txBody>
      </p:sp>
      <p:pic>
        <p:nvPicPr>
          <p:cNvPr id="276" name="Google Shape;276;p33"/>
          <p:cNvPicPr preferRelativeResize="0"/>
          <p:nvPr/>
        </p:nvPicPr>
        <p:blipFill rotWithShape="1">
          <a:blip r:embed="rId3">
            <a:alphaModFix/>
          </a:blip>
          <a:srcRect b="0" l="0" r="0" t="0"/>
          <a:stretch/>
        </p:blipFill>
        <p:spPr>
          <a:xfrm>
            <a:off x="0" y="298452"/>
            <a:ext cx="5329717" cy="1340221"/>
          </a:xfrm>
          <a:prstGeom prst="rect">
            <a:avLst/>
          </a:prstGeom>
          <a:noFill/>
          <a:ln>
            <a:noFill/>
          </a:ln>
        </p:spPr>
      </p:pic>
      <p:pic>
        <p:nvPicPr>
          <p:cNvPr id="277" name="Google Shape;277;p33"/>
          <p:cNvPicPr preferRelativeResize="0"/>
          <p:nvPr/>
        </p:nvPicPr>
        <p:blipFill rotWithShape="1">
          <a:blip r:embed="rId4">
            <a:alphaModFix/>
          </a:blip>
          <a:srcRect b="0" l="0" r="0" t="0"/>
          <a:stretch/>
        </p:blipFill>
        <p:spPr>
          <a:xfrm>
            <a:off x="112067" y="1558735"/>
            <a:ext cx="4332342" cy="3584765"/>
          </a:xfrm>
          <a:prstGeom prst="rect">
            <a:avLst/>
          </a:prstGeom>
          <a:noFill/>
          <a:ln>
            <a:noFill/>
          </a:ln>
        </p:spPr>
      </p:pic>
      <p:sp>
        <p:nvSpPr>
          <p:cNvPr id="278" name="Google Shape;278;p33"/>
          <p:cNvSpPr txBox="1"/>
          <p:nvPr/>
        </p:nvSpPr>
        <p:spPr>
          <a:xfrm>
            <a:off x="5572209" y="1474838"/>
            <a:ext cx="3103957" cy="284663"/>
          </a:xfrm>
          <a:prstGeom prst="rect">
            <a:avLst/>
          </a:prstGeom>
          <a:solidFill>
            <a:srgbClr val="00B0F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Training / prediction steps (practical)</a:t>
            </a:r>
            <a:endParaRPr b="0" i="0" sz="1400" u="none" cap="none" strike="noStrike">
              <a:solidFill>
                <a:srgbClr val="000000"/>
              </a:solidFill>
              <a:latin typeface="Arial"/>
              <a:ea typeface="Arial"/>
              <a:cs typeface="Arial"/>
              <a:sym typeface="Arial"/>
            </a:endParaRPr>
          </a:p>
        </p:txBody>
      </p:sp>
      <p:pic>
        <p:nvPicPr>
          <p:cNvPr id="279" name="Google Shape;279;p33"/>
          <p:cNvPicPr preferRelativeResize="0"/>
          <p:nvPr/>
        </p:nvPicPr>
        <p:blipFill rotWithShape="1">
          <a:blip r:embed="rId5">
            <a:alphaModFix/>
          </a:blip>
          <a:srcRect b="0" l="0" r="0" t="0"/>
          <a:stretch/>
        </p:blipFill>
        <p:spPr>
          <a:xfrm>
            <a:off x="4502420" y="1923336"/>
            <a:ext cx="4529514" cy="257028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5"/>
                                        </p:tgtEl>
                                        <p:attrNameLst>
                                          <p:attrName>style.visibility</p:attrName>
                                        </p:attrNameLst>
                                      </p:cBhvr>
                                      <p:to>
                                        <p:strVal val="visible"/>
                                      </p:to>
                                    </p:set>
                                    <p:anim calcmode="lin" valueType="num">
                                      <p:cBhvr additive="base">
                                        <p:cTn dur="500"/>
                                        <p:tgtEl>
                                          <p:spTgt spid="27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10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8"/>
                                        </p:tgtEl>
                                        <p:attrNameLst>
                                          <p:attrName>style.visibility</p:attrName>
                                        </p:attrNameLst>
                                      </p:cBhvr>
                                      <p:to>
                                        <p:strVal val="visible"/>
                                      </p:to>
                                    </p:set>
                                    <p:anim calcmode="lin" valueType="num">
                                      <p:cBhvr additive="base">
                                        <p:cTn dur="500"/>
                                        <p:tgtEl>
                                          <p:spTgt spid="27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1000"/>
                                        <p:tgtEl>
                                          <p:spTgt spid="2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4"/>
          <p:cNvSpPr txBox="1"/>
          <p:nvPr/>
        </p:nvSpPr>
        <p:spPr>
          <a:xfrm>
            <a:off x="865406" y="29867"/>
            <a:ext cx="1202266" cy="284663"/>
          </a:xfrm>
          <a:prstGeom prst="rect">
            <a:avLst/>
          </a:prstGeom>
          <a:solidFill>
            <a:srgbClr val="C0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Exercise - 7</a:t>
            </a:r>
            <a:endParaRPr b="1" i="0" sz="1400" u="none" cap="none" strike="noStrike">
              <a:solidFill>
                <a:schemeClr val="lt1"/>
              </a:solidFill>
              <a:latin typeface="Times New Roman"/>
              <a:ea typeface="Times New Roman"/>
              <a:cs typeface="Times New Roman"/>
              <a:sym typeface="Times New Roman"/>
            </a:endParaRPr>
          </a:p>
        </p:txBody>
      </p:sp>
      <p:pic>
        <p:nvPicPr>
          <p:cNvPr id="285" name="Google Shape;285;p34"/>
          <p:cNvPicPr preferRelativeResize="0"/>
          <p:nvPr/>
        </p:nvPicPr>
        <p:blipFill rotWithShape="1">
          <a:blip r:embed="rId3">
            <a:alphaModFix/>
          </a:blip>
          <a:srcRect b="0" l="0" r="0" t="0"/>
          <a:stretch/>
        </p:blipFill>
        <p:spPr>
          <a:xfrm>
            <a:off x="5279" y="314531"/>
            <a:ext cx="2854880" cy="2498020"/>
          </a:xfrm>
          <a:prstGeom prst="rect">
            <a:avLst/>
          </a:prstGeom>
          <a:noFill/>
          <a:ln>
            <a:noFill/>
          </a:ln>
        </p:spPr>
      </p:pic>
      <p:sp>
        <p:nvSpPr>
          <p:cNvPr id="286" name="Google Shape;286;p34"/>
          <p:cNvSpPr txBox="1"/>
          <p:nvPr/>
        </p:nvSpPr>
        <p:spPr>
          <a:xfrm>
            <a:off x="865406" y="2756935"/>
            <a:ext cx="1068059" cy="284663"/>
          </a:xfrm>
          <a:prstGeom prst="rect">
            <a:avLst/>
          </a:prstGeom>
          <a:solidFill>
            <a:srgbClr val="385623"/>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Solution</a:t>
            </a:r>
            <a:endParaRPr b="1" i="0" sz="1400" u="none" cap="none" strike="noStrike">
              <a:solidFill>
                <a:schemeClr val="lt1"/>
              </a:solidFill>
              <a:latin typeface="Times New Roman"/>
              <a:ea typeface="Times New Roman"/>
              <a:cs typeface="Times New Roman"/>
              <a:sym typeface="Times New Roman"/>
            </a:endParaRPr>
          </a:p>
        </p:txBody>
      </p:sp>
      <p:pic>
        <p:nvPicPr>
          <p:cNvPr id="287" name="Google Shape;287;p34"/>
          <p:cNvPicPr preferRelativeResize="0"/>
          <p:nvPr/>
        </p:nvPicPr>
        <p:blipFill rotWithShape="1">
          <a:blip r:embed="rId4">
            <a:alphaModFix/>
          </a:blip>
          <a:srcRect b="0" l="0" r="0" t="0"/>
          <a:stretch/>
        </p:blipFill>
        <p:spPr>
          <a:xfrm>
            <a:off x="0" y="3041598"/>
            <a:ext cx="3412178" cy="2101902"/>
          </a:xfrm>
          <a:prstGeom prst="rect">
            <a:avLst/>
          </a:prstGeom>
          <a:noFill/>
          <a:ln>
            <a:noFill/>
          </a:ln>
        </p:spPr>
      </p:pic>
      <p:pic>
        <p:nvPicPr>
          <p:cNvPr id="288" name="Google Shape;288;p34"/>
          <p:cNvPicPr preferRelativeResize="0"/>
          <p:nvPr/>
        </p:nvPicPr>
        <p:blipFill rotWithShape="1">
          <a:blip r:embed="rId5">
            <a:alphaModFix/>
          </a:blip>
          <a:srcRect b="0" l="0" r="0" t="0"/>
          <a:stretch/>
        </p:blipFill>
        <p:spPr>
          <a:xfrm>
            <a:off x="2927799" y="134035"/>
            <a:ext cx="3090587" cy="1258830"/>
          </a:xfrm>
          <a:prstGeom prst="rect">
            <a:avLst/>
          </a:prstGeom>
          <a:noFill/>
          <a:ln>
            <a:noFill/>
          </a:ln>
        </p:spPr>
      </p:pic>
      <p:pic>
        <p:nvPicPr>
          <p:cNvPr id="289" name="Google Shape;289;p34"/>
          <p:cNvPicPr preferRelativeResize="0"/>
          <p:nvPr/>
        </p:nvPicPr>
        <p:blipFill rotWithShape="1">
          <a:blip r:embed="rId6">
            <a:alphaModFix/>
          </a:blip>
          <a:srcRect b="0" l="0" r="0" t="0"/>
          <a:stretch/>
        </p:blipFill>
        <p:spPr>
          <a:xfrm>
            <a:off x="3243850" y="1507925"/>
            <a:ext cx="2985274" cy="2429349"/>
          </a:xfrm>
          <a:prstGeom prst="rect">
            <a:avLst/>
          </a:prstGeom>
          <a:noFill/>
          <a:ln>
            <a:noFill/>
          </a:ln>
        </p:spPr>
      </p:pic>
      <p:pic>
        <p:nvPicPr>
          <p:cNvPr id="290" name="Google Shape;290;p34"/>
          <p:cNvPicPr preferRelativeResize="0"/>
          <p:nvPr/>
        </p:nvPicPr>
        <p:blipFill rotWithShape="1">
          <a:blip r:embed="rId7">
            <a:alphaModFix/>
          </a:blip>
          <a:srcRect b="0" l="0" r="0" t="37524"/>
          <a:stretch/>
        </p:blipFill>
        <p:spPr>
          <a:xfrm>
            <a:off x="5606626" y="2677922"/>
            <a:ext cx="3537373" cy="2498020"/>
          </a:xfrm>
          <a:prstGeom prst="rect">
            <a:avLst/>
          </a:prstGeom>
          <a:noFill/>
          <a:ln>
            <a:noFill/>
          </a:ln>
        </p:spPr>
      </p:pic>
      <p:pic>
        <p:nvPicPr>
          <p:cNvPr id="291" name="Google Shape;291;p34"/>
          <p:cNvPicPr preferRelativeResize="0"/>
          <p:nvPr/>
        </p:nvPicPr>
        <p:blipFill rotWithShape="1">
          <a:blip r:embed="rId7">
            <a:alphaModFix/>
          </a:blip>
          <a:srcRect b="62098" l="0" r="0" t="0"/>
          <a:stretch/>
        </p:blipFill>
        <p:spPr>
          <a:xfrm>
            <a:off x="6018386" y="225277"/>
            <a:ext cx="3069668" cy="13150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4"/>
                                        </p:tgtEl>
                                        <p:attrNameLst>
                                          <p:attrName>style.visibility</p:attrName>
                                        </p:attrNameLst>
                                      </p:cBhvr>
                                      <p:to>
                                        <p:strVal val="visible"/>
                                      </p:to>
                                    </p:set>
                                    <p:anim calcmode="lin" valueType="num">
                                      <p:cBhvr additive="base">
                                        <p:cTn dur="500"/>
                                        <p:tgtEl>
                                          <p:spTgt spid="28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6"/>
                                        </p:tgtEl>
                                        <p:attrNameLst>
                                          <p:attrName>style.visibility</p:attrName>
                                        </p:attrNameLst>
                                      </p:cBhvr>
                                      <p:to>
                                        <p:strVal val="visible"/>
                                      </p:to>
                                    </p:set>
                                    <p:anim calcmode="lin" valueType="num">
                                      <p:cBhvr additive="base">
                                        <p:cTn dur="500"/>
                                        <p:tgtEl>
                                          <p:spTgt spid="28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par>
                                <p:cTn fill="hold" nodeType="with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000"/>
                                        <p:tgtEl>
                                          <p:spTgt spid="289"/>
                                        </p:tgtEl>
                                      </p:cBhvr>
                                    </p:animEffect>
                                  </p:childTnLst>
                                </p:cTn>
                              </p:par>
                              <p:par>
                                <p:cTn fill="hold" nodeType="with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par>
                                <p:cTn fill="hold" nodeType="with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par>
                                <p:cTn fill="hold" nodeType="with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1000"/>
                                        <p:tgtEl>
                                          <p:spTgt spid="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id="296" name="Google Shape;296;p35"/>
          <p:cNvPicPr preferRelativeResize="0"/>
          <p:nvPr/>
        </p:nvPicPr>
        <p:blipFill rotWithShape="1">
          <a:blip r:embed="rId3">
            <a:alphaModFix/>
          </a:blip>
          <a:srcRect b="0" l="0" r="0" t="0"/>
          <a:stretch/>
        </p:blipFill>
        <p:spPr>
          <a:xfrm>
            <a:off x="0" y="0"/>
            <a:ext cx="3732028" cy="1641711"/>
          </a:xfrm>
          <a:prstGeom prst="rect">
            <a:avLst/>
          </a:prstGeom>
          <a:noFill/>
          <a:ln>
            <a:noFill/>
          </a:ln>
        </p:spPr>
      </p:pic>
      <p:pic>
        <p:nvPicPr>
          <p:cNvPr id="297" name="Google Shape;297;p35"/>
          <p:cNvPicPr preferRelativeResize="0"/>
          <p:nvPr/>
        </p:nvPicPr>
        <p:blipFill rotWithShape="1">
          <a:blip r:embed="rId4">
            <a:alphaModFix/>
          </a:blip>
          <a:srcRect b="0" l="0" r="0" t="0"/>
          <a:stretch/>
        </p:blipFill>
        <p:spPr>
          <a:xfrm>
            <a:off x="3923414" y="0"/>
            <a:ext cx="5220586" cy="4093766"/>
          </a:xfrm>
          <a:prstGeom prst="rect">
            <a:avLst/>
          </a:prstGeom>
          <a:noFill/>
          <a:ln>
            <a:noFill/>
          </a:ln>
        </p:spPr>
      </p:pic>
      <p:pic>
        <p:nvPicPr>
          <p:cNvPr id="298" name="Google Shape;298;p35"/>
          <p:cNvPicPr preferRelativeResize="0"/>
          <p:nvPr/>
        </p:nvPicPr>
        <p:blipFill rotWithShape="1">
          <a:blip r:embed="rId5">
            <a:alphaModFix/>
          </a:blip>
          <a:srcRect b="0" l="0" r="23224" t="0"/>
          <a:stretch/>
        </p:blipFill>
        <p:spPr>
          <a:xfrm>
            <a:off x="369976" y="2800793"/>
            <a:ext cx="3362052" cy="120768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1000"/>
                                        <p:tgtEl>
                                          <p:spTgt spid="296"/>
                                        </p:tgtEl>
                                      </p:cBhvr>
                                    </p:animEffect>
                                  </p:childTnLst>
                                </p:cTn>
                              </p:par>
                              <p:par>
                                <p:cTn fill="hold" nodeType="with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par>
                                <p:cTn fill="hold" nodeType="with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0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6"/>
          <p:cNvSpPr txBox="1"/>
          <p:nvPr/>
        </p:nvSpPr>
        <p:spPr>
          <a:xfrm>
            <a:off x="3086968" y="13789"/>
            <a:ext cx="2229499" cy="284663"/>
          </a:xfrm>
          <a:prstGeom prst="rect">
            <a:avLst/>
          </a:prstGeom>
          <a:solidFill>
            <a:srgbClr val="7030A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Perceptron classifier</a:t>
            </a:r>
            <a:endParaRPr/>
          </a:p>
        </p:txBody>
      </p:sp>
      <p:pic>
        <p:nvPicPr>
          <p:cNvPr id="304" name="Google Shape;304;p36"/>
          <p:cNvPicPr preferRelativeResize="0"/>
          <p:nvPr/>
        </p:nvPicPr>
        <p:blipFill rotWithShape="1">
          <a:blip r:embed="rId3">
            <a:alphaModFix/>
          </a:blip>
          <a:srcRect b="0" l="0" r="0" t="0"/>
          <a:stretch/>
        </p:blipFill>
        <p:spPr>
          <a:xfrm>
            <a:off x="127592" y="298452"/>
            <a:ext cx="6337004" cy="2056537"/>
          </a:xfrm>
          <a:prstGeom prst="rect">
            <a:avLst/>
          </a:prstGeom>
          <a:noFill/>
          <a:ln>
            <a:noFill/>
          </a:ln>
        </p:spPr>
      </p:pic>
      <p:pic>
        <p:nvPicPr>
          <p:cNvPr id="305" name="Google Shape;305;p36"/>
          <p:cNvPicPr preferRelativeResize="0"/>
          <p:nvPr/>
        </p:nvPicPr>
        <p:blipFill rotWithShape="1">
          <a:blip r:embed="rId4">
            <a:alphaModFix/>
          </a:blip>
          <a:srcRect b="0" l="0" r="0" t="0"/>
          <a:stretch/>
        </p:blipFill>
        <p:spPr>
          <a:xfrm>
            <a:off x="208476" y="2344106"/>
            <a:ext cx="5049364" cy="2813623"/>
          </a:xfrm>
          <a:prstGeom prst="rect">
            <a:avLst/>
          </a:prstGeom>
          <a:noFill/>
          <a:ln>
            <a:noFill/>
          </a:ln>
        </p:spPr>
      </p:pic>
      <p:pic>
        <p:nvPicPr>
          <p:cNvPr id="306" name="Google Shape;306;p36"/>
          <p:cNvPicPr preferRelativeResize="0"/>
          <p:nvPr/>
        </p:nvPicPr>
        <p:blipFill rotWithShape="1">
          <a:blip r:embed="rId5">
            <a:alphaModFix/>
          </a:blip>
          <a:srcRect b="0" l="0" r="0" t="0"/>
          <a:stretch/>
        </p:blipFill>
        <p:spPr>
          <a:xfrm>
            <a:off x="6591300" y="298452"/>
            <a:ext cx="2552700" cy="1612900"/>
          </a:xfrm>
          <a:prstGeom prst="rect">
            <a:avLst/>
          </a:prstGeom>
          <a:noFill/>
          <a:ln>
            <a:noFill/>
          </a:ln>
        </p:spPr>
      </p:pic>
      <p:pic>
        <p:nvPicPr>
          <p:cNvPr id="307" name="Google Shape;307;p36"/>
          <p:cNvPicPr preferRelativeResize="0"/>
          <p:nvPr/>
        </p:nvPicPr>
        <p:blipFill rotWithShape="1">
          <a:blip r:embed="rId6">
            <a:alphaModFix/>
          </a:blip>
          <a:srcRect b="0" l="0" r="0" t="0"/>
          <a:stretch/>
        </p:blipFill>
        <p:spPr>
          <a:xfrm>
            <a:off x="5787778" y="2224567"/>
            <a:ext cx="3200400" cy="2501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3"/>
                                        </p:tgtEl>
                                        <p:attrNameLst>
                                          <p:attrName>style.visibility</p:attrName>
                                        </p:attrNameLst>
                                      </p:cBhvr>
                                      <p:to>
                                        <p:strVal val="visible"/>
                                      </p:to>
                                    </p:set>
                                    <p:anim calcmode="lin" valueType="num">
                                      <p:cBhvr additive="base">
                                        <p:cTn dur="500"/>
                                        <p:tgtEl>
                                          <p:spTgt spid="30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1000"/>
                                        <p:tgtEl>
                                          <p:spTgt spid="304"/>
                                        </p:tgtEl>
                                      </p:cBhvr>
                                    </p:animEffect>
                                  </p:childTnLst>
                                </p:cTn>
                              </p:par>
                              <p:par>
                                <p:cTn fill="hold" nodeType="with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000"/>
                                        <p:tgtEl>
                                          <p:spTgt spid="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par>
                                <p:cTn fill="hold" nodeType="with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100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p37"/>
          <p:cNvPicPr preferRelativeResize="0"/>
          <p:nvPr/>
        </p:nvPicPr>
        <p:blipFill rotWithShape="1">
          <a:blip r:embed="rId3">
            <a:alphaModFix/>
          </a:blip>
          <a:srcRect b="0" l="0" r="0" t="0"/>
          <a:stretch/>
        </p:blipFill>
        <p:spPr>
          <a:xfrm>
            <a:off x="157401" y="221519"/>
            <a:ext cx="4147942" cy="1629268"/>
          </a:xfrm>
          <a:prstGeom prst="rect">
            <a:avLst/>
          </a:prstGeom>
          <a:noFill/>
          <a:ln>
            <a:noFill/>
          </a:ln>
        </p:spPr>
      </p:pic>
      <p:sp>
        <p:nvSpPr>
          <p:cNvPr id="313" name="Google Shape;313;p37"/>
          <p:cNvSpPr txBox="1"/>
          <p:nvPr/>
        </p:nvSpPr>
        <p:spPr>
          <a:xfrm>
            <a:off x="873498" y="-6781"/>
            <a:ext cx="1202266" cy="284663"/>
          </a:xfrm>
          <a:prstGeom prst="rect">
            <a:avLst/>
          </a:prstGeom>
          <a:solidFill>
            <a:srgbClr val="C0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Exercise - 8</a:t>
            </a:r>
            <a:endParaRPr b="1" i="0" sz="1400" u="none" cap="none" strike="noStrike">
              <a:solidFill>
                <a:schemeClr val="lt1"/>
              </a:solidFill>
              <a:latin typeface="Times New Roman"/>
              <a:ea typeface="Times New Roman"/>
              <a:cs typeface="Times New Roman"/>
              <a:sym typeface="Times New Roman"/>
            </a:endParaRPr>
          </a:p>
        </p:txBody>
      </p:sp>
      <p:sp>
        <p:nvSpPr>
          <p:cNvPr id="314" name="Google Shape;314;p37"/>
          <p:cNvSpPr txBox="1"/>
          <p:nvPr/>
        </p:nvSpPr>
        <p:spPr>
          <a:xfrm>
            <a:off x="6951103" y="0"/>
            <a:ext cx="1068059" cy="284663"/>
          </a:xfrm>
          <a:prstGeom prst="rect">
            <a:avLst/>
          </a:prstGeom>
          <a:solidFill>
            <a:srgbClr val="385623"/>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Solution</a:t>
            </a:r>
            <a:endParaRPr b="1" i="0" sz="1400" u="none" cap="none" strike="noStrike">
              <a:solidFill>
                <a:schemeClr val="lt1"/>
              </a:solidFill>
              <a:latin typeface="Times New Roman"/>
              <a:ea typeface="Times New Roman"/>
              <a:cs typeface="Times New Roman"/>
              <a:sym typeface="Times New Roman"/>
            </a:endParaRPr>
          </a:p>
        </p:txBody>
      </p:sp>
      <p:pic>
        <p:nvPicPr>
          <p:cNvPr id="315" name="Google Shape;315;p37"/>
          <p:cNvPicPr preferRelativeResize="0"/>
          <p:nvPr/>
        </p:nvPicPr>
        <p:blipFill rotWithShape="1">
          <a:blip r:embed="rId4">
            <a:alphaModFix/>
          </a:blip>
          <a:srcRect b="55496" l="0" r="0" t="0"/>
          <a:stretch/>
        </p:blipFill>
        <p:spPr>
          <a:xfrm>
            <a:off x="3567800" y="644770"/>
            <a:ext cx="2788100" cy="1262023"/>
          </a:xfrm>
          <a:prstGeom prst="rect">
            <a:avLst/>
          </a:prstGeom>
          <a:noFill/>
          <a:ln>
            <a:noFill/>
          </a:ln>
        </p:spPr>
      </p:pic>
      <p:pic>
        <p:nvPicPr>
          <p:cNvPr id="316" name="Google Shape;316;p37"/>
          <p:cNvPicPr preferRelativeResize="0"/>
          <p:nvPr/>
        </p:nvPicPr>
        <p:blipFill rotWithShape="1">
          <a:blip r:embed="rId5">
            <a:alphaModFix/>
          </a:blip>
          <a:srcRect b="0" l="0" r="0" t="0"/>
          <a:stretch/>
        </p:blipFill>
        <p:spPr>
          <a:xfrm>
            <a:off x="88634" y="1836053"/>
            <a:ext cx="3154296" cy="3244602"/>
          </a:xfrm>
          <a:prstGeom prst="rect">
            <a:avLst/>
          </a:prstGeom>
          <a:noFill/>
          <a:ln>
            <a:noFill/>
          </a:ln>
        </p:spPr>
      </p:pic>
      <p:pic>
        <p:nvPicPr>
          <p:cNvPr id="317" name="Google Shape;317;p37"/>
          <p:cNvPicPr preferRelativeResize="0"/>
          <p:nvPr/>
        </p:nvPicPr>
        <p:blipFill rotWithShape="1">
          <a:blip r:embed="rId6">
            <a:alphaModFix/>
          </a:blip>
          <a:srcRect b="0" l="0" r="0" t="0"/>
          <a:stretch/>
        </p:blipFill>
        <p:spPr>
          <a:xfrm>
            <a:off x="3785610" y="2001903"/>
            <a:ext cx="4736541" cy="3078752"/>
          </a:xfrm>
          <a:prstGeom prst="rect">
            <a:avLst/>
          </a:prstGeom>
          <a:noFill/>
          <a:ln>
            <a:noFill/>
          </a:ln>
        </p:spPr>
      </p:pic>
      <p:pic>
        <p:nvPicPr>
          <p:cNvPr id="318" name="Google Shape;318;p37"/>
          <p:cNvPicPr preferRelativeResize="0"/>
          <p:nvPr/>
        </p:nvPicPr>
        <p:blipFill rotWithShape="1">
          <a:blip r:embed="rId4">
            <a:alphaModFix/>
          </a:blip>
          <a:srcRect b="0" l="0" r="0" t="47591"/>
          <a:stretch/>
        </p:blipFill>
        <p:spPr>
          <a:xfrm>
            <a:off x="6321692" y="420615"/>
            <a:ext cx="2788100" cy="148617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3"/>
                                        </p:tgtEl>
                                        <p:attrNameLst>
                                          <p:attrName>style.visibility</p:attrName>
                                        </p:attrNameLst>
                                      </p:cBhvr>
                                      <p:to>
                                        <p:strVal val="visible"/>
                                      </p:to>
                                    </p:set>
                                    <p:anim calcmode="lin" valueType="num">
                                      <p:cBhvr additive="base">
                                        <p:cTn dur="500"/>
                                        <p:tgtEl>
                                          <p:spTgt spid="31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1000"/>
                                        <p:tgtEl>
                                          <p:spTgt spid="3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4"/>
                                        </p:tgtEl>
                                        <p:attrNameLst>
                                          <p:attrName>style.visibility</p:attrName>
                                        </p:attrNameLst>
                                      </p:cBhvr>
                                      <p:to>
                                        <p:strVal val="visible"/>
                                      </p:to>
                                    </p:set>
                                    <p:anim calcmode="lin" valueType="num">
                                      <p:cBhvr additive="base">
                                        <p:cTn dur="500"/>
                                        <p:tgtEl>
                                          <p:spTgt spid="31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par>
                                <p:cTn fill="hold" nodeType="with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1000"/>
                                        <p:tgtEl>
                                          <p:spTgt spid="318"/>
                                        </p:tgtEl>
                                      </p:cBhvr>
                                    </p:animEffect>
                                  </p:childTnLst>
                                </p:cTn>
                              </p:par>
                              <p:par>
                                <p:cTn fill="hold" nodeType="with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par>
                                <p:cTn fill="hold" nodeType="with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8"/>
          <p:cNvSpPr txBox="1"/>
          <p:nvPr/>
        </p:nvSpPr>
        <p:spPr>
          <a:xfrm>
            <a:off x="3086968" y="13789"/>
            <a:ext cx="3042151" cy="284663"/>
          </a:xfrm>
          <a:prstGeom prst="rect">
            <a:avLst/>
          </a:prstGeom>
          <a:solidFill>
            <a:srgbClr val="7030A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Perceptron modelling a neuron</a:t>
            </a:r>
            <a:endParaRPr/>
          </a:p>
        </p:txBody>
      </p:sp>
      <p:pic>
        <p:nvPicPr>
          <p:cNvPr id="324" name="Google Shape;324;p38"/>
          <p:cNvPicPr preferRelativeResize="0"/>
          <p:nvPr/>
        </p:nvPicPr>
        <p:blipFill rotWithShape="1">
          <a:blip r:embed="rId3">
            <a:alphaModFix/>
          </a:blip>
          <a:srcRect b="0" l="0" r="0" t="0"/>
          <a:stretch/>
        </p:blipFill>
        <p:spPr>
          <a:xfrm>
            <a:off x="133793" y="360918"/>
            <a:ext cx="6325593" cy="521584"/>
          </a:xfrm>
          <a:prstGeom prst="rect">
            <a:avLst/>
          </a:prstGeom>
          <a:noFill/>
          <a:ln>
            <a:noFill/>
          </a:ln>
        </p:spPr>
      </p:pic>
      <p:pic>
        <p:nvPicPr>
          <p:cNvPr id="325" name="Google Shape;325;p38"/>
          <p:cNvPicPr preferRelativeResize="0"/>
          <p:nvPr/>
        </p:nvPicPr>
        <p:blipFill rotWithShape="1">
          <a:blip r:embed="rId4">
            <a:alphaModFix/>
          </a:blip>
          <a:srcRect b="0" l="0" r="0" t="0"/>
          <a:stretch/>
        </p:blipFill>
        <p:spPr>
          <a:xfrm>
            <a:off x="133793" y="882502"/>
            <a:ext cx="4184324" cy="2407002"/>
          </a:xfrm>
          <a:prstGeom prst="rect">
            <a:avLst/>
          </a:prstGeom>
          <a:noFill/>
          <a:ln>
            <a:noFill/>
          </a:ln>
        </p:spPr>
      </p:pic>
      <p:sp>
        <p:nvSpPr>
          <p:cNvPr id="326" name="Google Shape;326;p38"/>
          <p:cNvSpPr txBox="1"/>
          <p:nvPr/>
        </p:nvSpPr>
        <p:spPr>
          <a:xfrm>
            <a:off x="0" y="3417687"/>
            <a:ext cx="3103957" cy="284663"/>
          </a:xfrm>
          <a:prstGeom prst="rect">
            <a:avLst/>
          </a:prstGeom>
          <a:solidFill>
            <a:srgbClr val="00B0F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Training / prediction steps (practical)</a:t>
            </a:r>
            <a:endParaRPr b="0" i="0" sz="1400" u="none" cap="none" strike="noStrike">
              <a:solidFill>
                <a:srgbClr val="000000"/>
              </a:solidFill>
              <a:latin typeface="Arial"/>
              <a:ea typeface="Arial"/>
              <a:cs typeface="Arial"/>
              <a:sym typeface="Arial"/>
            </a:endParaRPr>
          </a:p>
        </p:txBody>
      </p:sp>
      <p:pic>
        <p:nvPicPr>
          <p:cNvPr id="327" name="Google Shape;327;p38"/>
          <p:cNvPicPr preferRelativeResize="0"/>
          <p:nvPr/>
        </p:nvPicPr>
        <p:blipFill rotWithShape="1">
          <a:blip r:embed="rId5">
            <a:alphaModFix/>
          </a:blip>
          <a:srcRect b="0" l="0" r="0" t="0"/>
          <a:stretch/>
        </p:blipFill>
        <p:spPr>
          <a:xfrm>
            <a:off x="51668" y="3784748"/>
            <a:ext cx="6070600" cy="952500"/>
          </a:xfrm>
          <a:prstGeom prst="rect">
            <a:avLst/>
          </a:prstGeom>
          <a:noFill/>
          <a:ln>
            <a:noFill/>
          </a:ln>
        </p:spPr>
      </p:pic>
      <p:pic>
        <p:nvPicPr>
          <p:cNvPr id="328" name="Google Shape;328;p38"/>
          <p:cNvPicPr preferRelativeResize="0"/>
          <p:nvPr/>
        </p:nvPicPr>
        <p:blipFill rotWithShape="1">
          <a:blip r:embed="rId6">
            <a:alphaModFix/>
          </a:blip>
          <a:srcRect b="0" l="0" r="0" t="0"/>
          <a:stretch/>
        </p:blipFill>
        <p:spPr>
          <a:xfrm>
            <a:off x="4965700" y="621710"/>
            <a:ext cx="4178300" cy="2476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3"/>
                                        </p:tgtEl>
                                        <p:attrNameLst>
                                          <p:attrName>style.visibility</p:attrName>
                                        </p:attrNameLst>
                                      </p:cBhvr>
                                      <p:to>
                                        <p:strVal val="visible"/>
                                      </p:to>
                                    </p:set>
                                    <p:anim calcmode="lin" valueType="num">
                                      <p:cBhvr additive="base">
                                        <p:cTn dur="500"/>
                                        <p:tgtEl>
                                          <p:spTgt spid="32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1000"/>
                                        <p:tgtEl>
                                          <p:spTgt spid="324"/>
                                        </p:tgtEl>
                                      </p:cBhvr>
                                    </p:animEffect>
                                  </p:childTnLst>
                                </p:cTn>
                              </p:par>
                              <p:par>
                                <p:cTn fill="hold" nodeType="with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1000"/>
                                        <p:tgtEl>
                                          <p:spTgt spid="325"/>
                                        </p:tgtEl>
                                      </p:cBhvr>
                                    </p:animEffect>
                                  </p:childTnLst>
                                </p:cTn>
                              </p:par>
                              <p:par>
                                <p:cTn fill="hold" nodeType="with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1000"/>
                                        <p:tgtEl>
                                          <p:spTgt spid="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gtEl>
                                        <p:attrNameLst>
                                          <p:attrName>style.visibility</p:attrName>
                                        </p:attrNameLst>
                                      </p:cBhvr>
                                      <p:to>
                                        <p:strVal val="visible"/>
                                      </p:to>
                                    </p:set>
                                    <p:anim calcmode="lin" valueType="num">
                                      <p:cBhvr additive="base">
                                        <p:cTn dur="500"/>
                                        <p:tgtEl>
                                          <p:spTgt spid="32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10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9"/>
          <p:cNvSpPr txBox="1"/>
          <p:nvPr/>
        </p:nvSpPr>
        <p:spPr>
          <a:xfrm>
            <a:off x="873498" y="-6781"/>
            <a:ext cx="1202266" cy="284663"/>
          </a:xfrm>
          <a:prstGeom prst="rect">
            <a:avLst/>
          </a:prstGeom>
          <a:solidFill>
            <a:srgbClr val="C0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Exercise - 9</a:t>
            </a:r>
            <a:endParaRPr b="1" i="0" sz="1400" u="none" cap="none" strike="noStrike">
              <a:solidFill>
                <a:schemeClr val="lt1"/>
              </a:solidFill>
              <a:latin typeface="Times New Roman"/>
              <a:ea typeface="Times New Roman"/>
              <a:cs typeface="Times New Roman"/>
              <a:sym typeface="Times New Roman"/>
            </a:endParaRPr>
          </a:p>
        </p:txBody>
      </p:sp>
      <p:sp>
        <p:nvSpPr>
          <p:cNvPr id="334" name="Google Shape;334;p39"/>
          <p:cNvSpPr txBox="1"/>
          <p:nvPr/>
        </p:nvSpPr>
        <p:spPr>
          <a:xfrm>
            <a:off x="6384471" y="45945"/>
            <a:ext cx="1068059" cy="284663"/>
          </a:xfrm>
          <a:prstGeom prst="rect">
            <a:avLst/>
          </a:prstGeom>
          <a:solidFill>
            <a:srgbClr val="385623"/>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Solution</a:t>
            </a:r>
            <a:endParaRPr b="1" i="0" sz="1400" u="none" cap="none" strike="noStrike">
              <a:solidFill>
                <a:schemeClr val="lt1"/>
              </a:solidFill>
              <a:latin typeface="Times New Roman"/>
              <a:ea typeface="Times New Roman"/>
              <a:cs typeface="Times New Roman"/>
              <a:sym typeface="Times New Roman"/>
            </a:endParaRPr>
          </a:p>
        </p:txBody>
      </p:sp>
      <p:grpSp>
        <p:nvGrpSpPr>
          <p:cNvPr id="335" name="Google Shape;335;p39"/>
          <p:cNvGrpSpPr/>
          <p:nvPr/>
        </p:nvGrpSpPr>
        <p:grpSpPr>
          <a:xfrm>
            <a:off x="0" y="451478"/>
            <a:ext cx="4572000" cy="1408293"/>
            <a:chOff x="-170121" y="358173"/>
            <a:chExt cx="6438900" cy="1983346"/>
          </a:xfrm>
        </p:grpSpPr>
        <p:pic>
          <p:nvPicPr>
            <p:cNvPr id="336" name="Google Shape;336;p39"/>
            <p:cNvPicPr preferRelativeResize="0"/>
            <p:nvPr/>
          </p:nvPicPr>
          <p:blipFill rotWithShape="1">
            <a:blip r:embed="rId3">
              <a:alphaModFix/>
            </a:blip>
            <a:srcRect b="0" l="0" r="0" t="0"/>
            <a:stretch/>
          </p:blipFill>
          <p:spPr>
            <a:xfrm>
              <a:off x="253766" y="358173"/>
              <a:ext cx="3022600" cy="1600200"/>
            </a:xfrm>
            <a:prstGeom prst="rect">
              <a:avLst/>
            </a:prstGeom>
            <a:noFill/>
            <a:ln>
              <a:noFill/>
            </a:ln>
          </p:spPr>
        </p:pic>
        <p:pic>
          <p:nvPicPr>
            <p:cNvPr id="337" name="Google Shape;337;p39"/>
            <p:cNvPicPr preferRelativeResize="0"/>
            <p:nvPr/>
          </p:nvPicPr>
          <p:blipFill rotWithShape="1">
            <a:blip r:embed="rId4">
              <a:alphaModFix/>
            </a:blip>
            <a:srcRect b="0" l="0" r="0" t="0"/>
            <a:stretch/>
          </p:blipFill>
          <p:spPr>
            <a:xfrm>
              <a:off x="-170121" y="1922419"/>
              <a:ext cx="6438900" cy="419100"/>
            </a:xfrm>
            <a:prstGeom prst="rect">
              <a:avLst/>
            </a:prstGeom>
            <a:noFill/>
            <a:ln>
              <a:noFill/>
            </a:ln>
          </p:spPr>
        </p:pic>
      </p:grpSp>
      <p:pic>
        <p:nvPicPr>
          <p:cNvPr id="338" name="Google Shape;338;p39"/>
          <p:cNvPicPr preferRelativeResize="0"/>
          <p:nvPr/>
        </p:nvPicPr>
        <p:blipFill rotWithShape="1">
          <a:blip r:embed="rId5">
            <a:alphaModFix/>
          </a:blip>
          <a:srcRect b="0" l="0" r="0" t="0"/>
          <a:stretch/>
        </p:blipFill>
        <p:spPr>
          <a:xfrm>
            <a:off x="4572000" y="451478"/>
            <a:ext cx="4413916" cy="45534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3"/>
                                        </p:tgtEl>
                                        <p:attrNameLst>
                                          <p:attrName>style.visibility</p:attrName>
                                        </p:attrNameLst>
                                      </p:cBhvr>
                                      <p:to>
                                        <p:strVal val="visible"/>
                                      </p:to>
                                    </p:set>
                                    <p:anim calcmode="lin" valueType="num">
                                      <p:cBhvr additive="base">
                                        <p:cTn dur="500"/>
                                        <p:tgtEl>
                                          <p:spTgt spid="33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1000"/>
                                        <p:tgtEl>
                                          <p:spTgt spid="3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gtEl>
                                        <p:attrNameLst>
                                          <p:attrName>style.visibility</p:attrName>
                                        </p:attrNameLst>
                                      </p:cBhvr>
                                      <p:to>
                                        <p:strVal val="visible"/>
                                      </p:to>
                                    </p:set>
                                    <p:anim calcmode="lin" valueType="num">
                                      <p:cBhvr additive="base">
                                        <p:cTn dur="500"/>
                                        <p:tgtEl>
                                          <p:spTgt spid="33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0"/>
          <p:cNvSpPr txBox="1"/>
          <p:nvPr/>
        </p:nvSpPr>
        <p:spPr>
          <a:xfrm>
            <a:off x="1846984" y="34644"/>
            <a:ext cx="5631730" cy="284663"/>
          </a:xfrm>
          <a:prstGeom prst="rect">
            <a:avLst/>
          </a:prstGeom>
          <a:solidFill>
            <a:srgbClr val="7030A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Artificial neural network (Multi-layered feedforward classifier) </a:t>
            </a:r>
            <a:endParaRPr/>
          </a:p>
        </p:txBody>
      </p:sp>
      <p:pic>
        <p:nvPicPr>
          <p:cNvPr id="344" name="Google Shape;344;p40"/>
          <p:cNvPicPr preferRelativeResize="0"/>
          <p:nvPr/>
        </p:nvPicPr>
        <p:blipFill rotWithShape="1">
          <a:blip r:embed="rId3">
            <a:alphaModFix/>
          </a:blip>
          <a:srcRect b="0" l="0" r="0" t="0"/>
          <a:stretch/>
        </p:blipFill>
        <p:spPr>
          <a:xfrm>
            <a:off x="22228" y="406819"/>
            <a:ext cx="6362128" cy="800676"/>
          </a:xfrm>
          <a:prstGeom prst="rect">
            <a:avLst/>
          </a:prstGeom>
          <a:noFill/>
          <a:ln>
            <a:noFill/>
          </a:ln>
        </p:spPr>
      </p:pic>
      <p:pic>
        <p:nvPicPr>
          <p:cNvPr id="345" name="Google Shape;345;p40"/>
          <p:cNvPicPr preferRelativeResize="0"/>
          <p:nvPr/>
        </p:nvPicPr>
        <p:blipFill rotWithShape="1">
          <a:blip r:embed="rId4">
            <a:alphaModFix/>
          </a:blip>
          <a:srcRect b="0" l="0" r="0" t="0"/>
          <a:stretch/>
        </p:blipFill>
        <p:spPr>
          <a:xfrm>
            <a:off x="11114" y="1189732"/>
            <a:ext cx="4560886" cy="1095681"/>
          </a:xfrm>
          <a:prstGeom prst="rect">
            <a:avLst/>
          </a:prstGeom>
          <a:noFill/>
          <a:ln>
            <a:noFill/>
          </a:ln>
        </p:spPr>
      </p:pic>
      <p:pic>
        <p:nvPicPr>
          <p:cNvPr id="346" name="Google Shape;346;p40"/>
          <p:cNvPicPr preferRelativeResize="0"/>
          <p:nvPr/>
        </p:nvPicPr>
        <p:blipFill rotWithShape="1">
          <a:blip r:embed="rId5">
            <a:alphaModFix/>
          </a:blip>
          <a:srcRect b="0" l="0" r="0" t="0"/>
          <a:stretch/>
        </p:blipFill>
        <p:spPr>
          <a:xfrm>
            <a:off x="128478" y="2266751"/>
            <a:ext cx="3943792" cy="2876749"/>
          </a:xfrm>
          <a:prstGeom prst="rect">
            <a:avLst/>
          </a:prstGeom>
          <a:noFill/>
          <a:ln>
            <a:noFill/>
          </a:ln>
        </p:spPr>
      </p:pic>
      <p:pic>
        <p:nvPicPr>
          <p:cNvPr id="347" name="Google Shape;347;p40"/>
          <p:cNvPicPr preferRelativeResize="0"/>
          <p:nvPr/>
        </p:nvPicPr>
        <p:blipFill rotWithShape="1">
          <a:blip r:embed="rId6">
            <a:alphaModFix/>
          </a:blip>
          <a:srcRect b="0" l="0" r="0" t="0"/>
          <a:stretch/>
        </p:blipFill>
        <p:spPr>
          <a:xfrm>
            <a:off x="5286372" y="807157"/>
            <a:ext cx="3835400" cy="2222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3"/>
                                        </p:tgtEl>
                                        <p:attrNameLst>
                                          <p:attrName>style.visibility</p:attrName>
                                        </p:attrNameLst>
                                      </p:cBhvr>
                                      <p:to>
                                        <p:strVal val="visible"/>
                                      </p:to>
                                    </p:set>
                                    <p:anim calcmode="lin" valueType="num">
                                      <p:cBhvr additive="base">
                                        <p:cTn dur="500"/>
                                        <p:tgtEl>
                                          <p:spTgt spid="34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par>
                                <p:cTn fill="hold" nodeType="with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1000"/>
                                        <p:tgtEl>
                                          <p:spTgt spid="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1000"/>
                                        <p:tgtEl>
                                          <p:spTgt spid="345"/>
                                        </p:tgtEl>
                                      </p:cBhvr>
                                    </p:animEffect>
                                  </p:childTnLst>
                                </p:cTn>
                              </p:par>
                              <p:par>
                                <p:cTn fill="hold" nodeType="with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1000"/>
                                        <p:tgtEl>
                                          <p:spTgt spid="3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pic>
        <p:nvPicPr>
          <p:cNvPr id="352" name="Google Shape;352;p41"/>
          <p:cNvPicPr preferRelativeResize="0"/>
          <p:nvPr/>
        </p:nvPicPr>
        <p:blipFill rotWithShape="1">
          <a:blip r:embed="rId3">
            <a:alphaModFix/>
          </a:blip>
          <a:srcRect b="0" l="0" r="0" t="0"/>
          <a:stretch/>
        </p:blipFill>
        <p:spPr>
          <a:xfrm>
            <a:off x="0" y="1"/>
            <a:ext cx="3710763" cy="3121068"/>
          </a:xfrm>
          <a:prstGeom prst="rect">
            <a:avLst/>
          </a:prstGeom>
          <a:noFill/>
          <a:ln>
            <a:noFill/>
          </a:ln>
        </p:spPr>
      </p:pic>
      <p:grpSp>
        <p:nvGrpSpPr>
          <p:cNvPr id="353" name="Google Shape;353;p41"/>
          <p:cNvGrpSpPr/>
          <p:nvPr/>
        </p:nvGrpSpPr>
        <p:grpSpPr>
          <a:xfrm>
            <a:off x="4587433" y="287851"/>
            <a:ext cx="4391247" cy="2495463"/>
            <a:chOff x="4114800" y="183941"/>
            <a:chExt cx="5029200" cy="2872346"/>
          </a:xfrm>
        </p:grpSpPr>
        <p:pic>
          <p:nvPicPr>
            <p:cNvPr id="354" name="Google Shape;354;p41"/>
            <p:cNvPicPr preferRelativeResize="0"/>
            <p:nvPr/>
          </p:nvPicPr>
          <p:blipFill rotWithShape="1">
            <a:blip r:embed="rId4">
              <a:alphaModFix/>
            </a:blip>
            <a:srcRect b="0" l="0" r="0" t="0"/>
            <a:stretch/>
          </p:blipFill>
          <p:spPr>
            <a:xfrm>
              <a:off x="4572000" y="183941"/>
              <a:ext cx="4396239" cy="2623054"/>
            </a:xfrm>
            <a:prstGeom prst="rect">
              <a:avLst/>
            </a:prstGeom>
            <a:noFill/>
            <a:ln>
              <a:noFill/>
            </a:ln>
          </p:spPr>
        </p:pic>
        <p:pic>
          <p:nvPicPr>
            <p:cNvPr id="355" name="Google Shape;355;p41"/>
            <p:cNvPicPr preferRelativeResize="0"/>
            <p:nvPr/>
          </p:nvPicPr>
          <p:blipFill rotWithShape="1">
            <a:blip r:embed="rId5">
              <a:alphaModFix/>
            </a:blip>
            <a:srcRect b="0" l="0" r="0" t="0"/>
            <a:stretch/>
          </p:blipFill>
          <p:spPr>
            <a:xfrm>
              <a:off x="4114800" y="2806995"/>
              <a:ext cx="5029200" cy="249292"/>
            </a:xfrm>
            <a:prstGeom prst="rect">
              <a:avLst/>
            </a:prstGeom>
            <a:noFill/>
            <a:ln>
              <a:noFill/>
            </a:ln>
          </p:spPr>
        </p:pic>
      </p:grpSp>
      <p:sp>
        <p:nvSpPr>
          <p:cNvPr id="356" name="Google Shape;356;p41"/>
          <p:cNvSpPr txBox="1"/>
          <p:nvPr/>
        </p:nvSpPr>
        <p:spPr>
          <a:xfrm>
            <a:off x="6168986" y="3188"/>
            <a:ext cx="1202266" cy="284663"/>
          </a:xfrm>
          <a:prstGeom prst="rect">
            <a:avLst/>
          </a:prstGeom>
          <a:solidFill>
            <a:srgbClr val="C0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Exercise - 10</a:t>
            </a:r>
            <a:endParaRPr b="1" i="0" sz="1400" u="none" cap="none" strike="noStrike">
              <a:solidFill>
                <a:schemeClr val="lt1"/>
              </a:solidFill>
              <a:latin typeface="Times New Roman"/>
              <a:ea typeface="Times New Roman"/>
              <a:cs typeface="Times New Roman"/>
              <a:sym typeface="Times New Roman"/>
            </a:endParaRPr>
          </a:p>
        </p:txBody>
      </p:sp>
      <p:sp>
        <p:nvSpPr>
          <p:cNvPr id="357" name="Google Shape;357;p41"/>
          <p:cNvSpPr txBox="1"/>
          <p:nvPr/>
        </p:nvSpPr>
        <p:spPr>
          <a:xfrm>
            <a:off x="6249026" y="2851395"/>
            <a:ext cx="1068059" cy="284663"/>
          </a:xfrm>
          <a:prstGeom prst="rect">
            <a:avLst/>
          </a:prstGeom>
          <a:solidFill>
            <a:srgbClr val="385623"/>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Solution</a:t>
            </a:r>
            <a:endParaRPr b="1" i="0" sz="1400" u="none" cap="none" strike="noStrike">
              <a:solidFill>
                <a:schemeClr val="lt1"/>
              </a:solidFill>
              <a:latin typeface="Times New Roman"/>
              <a:ea typeface="Times New Roman"/>
              <a:cs typeface="Times New Roman"/>
              <a:sym typeface="Times New Roman"/>
            </a:endParaRPr>
          </a:p>
        </p:txBody>
      </p:sp>
      <p:pic>
        <p:nvPicPr>
          <p:cNvPr id="358" name="Google Shape;358;p41"/>
          <p:cNvPicPr preferRelativeResize="0"/>
          <p:nvPr/>
        </p:nvPicPr>
        <p:blipFill rotWithShape="1">
          <a:blip r:embed="rId6">
            <a:alphaModFix/>
          </a:blip>
          <a:srcRect b="0" l="0" r="0" t="0"/>
          <a:stretch/>
        </p:blipFill>
        <p:spPr>
          <a:xfrm>
            <a:off x="308343" y="3165126"/>
            <a:ext cx="3402420" cy="1978374"/>
          </a:xfrm>
          <a:prstGeom prst="rect">
            <a:avLst/>
          </a:prstGeom>
          <a:noFill/>
          <a:ln>
            <a:noFill/>
          </a:ln>
        </p:spPr>
      </p:pic>
      <p:pic>
        <p:nvPicPr>
          <p:cNvPr id="359" name="Google Shape;359;p41"/>
          <p:cNvPicPr preferRelativeResize="0"/>
          <p:nvPr/>
        </p:nvPicPr>
        <p:blipFill rotWithShape="1">
          <a:blip r:embed="rId7">
            <a:alphaModFix/>
          </a:blip>
          <a:srcRect b="0" l="0" r="0" t="0"/>
          <a:stretch/>
        </p:blipFill>
        <p:spPr>
          <a:xfrm>
            <a:off x="4178594" y="3218288"/>
            <a:ext cx="4965405" cy="1889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6"/>
                                        </p:tgtEl>
                                        <p:attrNameLst>
                                          <p:attrName>style.visibility</p:attrName>
                                        </p:attrNameLst>
                                      </p:cBhvr>
                                      <p:to>
                                        <p:strVal val="visible"/>
                                      </p:to>
                                    </p:set>
                                    <p:anim calcmode="lin" valueType="num">
                                      <p:cBhvr additive="base">
                                        <p:cTn dur="500"/>
                                        <p:tgtEl>
                                          <p:spTgt spid="35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7"/>
                                        </p:tgtEl>
                                        <p:attrNameLst>
                                          <p:attrName>style.visibility</p:attrName>
                                        </p:attrNameLst>
                                      </p:cBhvr>
                                      <p:to>
                                        <p:strVal val="visible"/>
                                      </p:to>
                                    </p:set>
                                    <p:anim calcmode="lin" valueType="num">
                                      <p:cBhvr additive="base">
                                        <p:cTn dur="500"/>
                                        <p:tgtEl>
                                          <p:spTgt spid="35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1000"/>
                                        <p:tgtEl>
                                          <p:spTgt spid="358"/>
                                        </p:tgtEl>
                                      </p:cBhvr>
                                    </p:animEffect>
                                  </p:childTnLst>
                                </p:cTn>
                              </p:par>
                              <p:par>
                                <p:cTn fill="hold" nodeType="with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1000"/>
                                        <p:tgtEl>
                                          <p:spTgt spid="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pic>
        <p:nvPicPr>
          <p:cNvPr id="364" name="Google Shape;364;p42"/>
          <p:cNvPicPr preferRelativeResize="0"/>
          <p:nvPr/>
        </p:nvPicPr>
        <p:blipFill rotWithShape="1">
          <a:blip r:embed="rId3">
            <a:alphaModFix/>
          </a:blip>
          <a:srcRect b="0" l="0" r="0" t="0"/>
          <a:stretch/>
        </p:blipFill>
        <p:spPr>
          <a:xfrm>
            <a:off x="0" y="0"/>
            <a:ext cx="4029740" cy="2460849"/>
          </a:xfrm>
          <a:prstGeom prst="rect">
            <a:avLst/>
          </a:prstGeom>
          <a:noFill/>
          <a:ln>
            <a:noFill/>
          </a:ln>
        </p:spPr>
      </p:pic>
      <p:pic>
        <p:nvPicPr>
          <p:cNvPr id="365" name="Google Shape;365;p42"/>
          <p:cNvPicPr preferRelativeResize="0"/>
          <p:nvPr/>
        </p:nvPicPr>
        <p:blipFill rotWithShape="1">
          <a:blip r:embed="rId4">
            <a:alphaModFix/>
          </a:blip>
          <a:srcRect b="0" l="0" r="0" t="0"/>
          <a:stretch/>
        </p:blipFill>
        <p:spPr>
          <a:xfrm>
            <a:off x="4106157" y="0"/>
            <a:ext cx="5026769" cy="493350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000"/>
                                        <p:tgtEl>
                                          <p:spTgt spid="364"/>
                                        </p:tgtEl>
                                      </p:cBhvr>
                                    </p:animEffect>
                                  </p:childTnLst>
                                </p:cTn>
                              </p:par>
                              <p:par>
                                <p:cTn fill="hold" nodeType="with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id="370" name="Google Shape;370;p43"/>
          <p:cNvPicPr preferRelativeResize="0"/>
          <p:nvPr/>
        </p:nvPicPr>
        <p:blipFill rotWithShape="1">
          <a:blip r:embed="rId3">
            <a:alphaModFix/>
          </a:blip>
          <a:srcRect b="0" l="0" r="0" t="0"/>
          <a:stretch/>
        </p:blipFill>
        <p:spPr>
          <a:xfrm>
            <a:off x="1" y="1"/>
            <a:ext cx="4685523" cy="3955311"/>
          </a:xfrm>
          <a:prstGeom prst="rect">
            <a:avLst/>
          </a:prstGeom>
          <a:noFill/>
          <a:ln>
            <a:noFill/>
          </a:ln>
        </p:spPr>
      </p:pic>
      <p:pic>
        <p:nvPicPr>
          <p:cNvPr id="371" name="Google Shape;371;p43"/>
          <p:cNvPicPr preferRelativeResize="0"/>
          <p:nvPr/>
        </p:nvPicPr>
        <p:blipFill rotWithShape="1">
          <a:blip r:embed="rId4">
            <a:alphaModFix/>
          </a:blip>
          <a:srcRect b="0" l="0" r="0" t="0"/>
          <a:stretch/>
        </p:blipFill>
        <p:spPr>
          <a:xfrm>
            <a:off x="4321848" y="0"/>
            <a:ext cx="4822151" cy="183078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par>
                                <p:cTn fill="hold" nodeType="with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pic>
        <p:nvPicPr>
          <p:cNvPr id="376" name="Google Shape;376;p44"/>
          <p:cNvPicPr preferRelativeResize="0"/>
          <p:nvPr/>
        </p:nvPicPr>
        <p:blipFill rotWithShape="1">
          <a:blip r:embed="rId3">
            <a:alphaModFix/>
          </a:blip>
          <a:srcRect b="0" l="0" r="0" t="0"/>
          <a:stretch/>
        </p:blipFill>
        <p:spPr>
          <a:xfrm>
            <a:off x="0" y="0"/>
            <a:ext cx="5290503" cy="5189644"/>
          </a:xfrm>
          <a:prstGeom prst="rect">
            <a:avLst/>
          </a:prstGeom>
          <a:noFill/>
          <a:ln>
            <a:noFill/>
          </a:ln>
        </p:spPr>
      </p:pic>
      <p:pic>
        <p:nvPicPr>
          <p:cNvPr id="377" name="Google Shape;377;p44"/>
          <p:cNvPicPr preferRelativeResize="0"/>
          <p:nvPr/>
        </p:nvPicPr>
        <p:blipFill rotWithShape="1">
          <a:blip r:embed="rId4">
            <a:alphaModFix/>
          </a:blip>
          <a:srcRect b="0" l="0" r="0" t="0"/>
          <a:stretch/>
        </p:blipFill>
        <p:spPr>
          <a:xfrm>
            <a:off x="5096040" y="0"/>
            <a:ext cx="4047960" cy="350513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1000"/>
                                        <p:tgtEl>
                                          <p:spTgt spid="376"/>
                                        </p:tgtEl>
                                      </p:cBhvr>
                                    </p:animEffect>
                                  </p:childTnLst>
                                </p:cTn>
                              </p:par>
                              <p:par>
                                <p:cTn fill="hold" nodeType="with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1000"/>
                                        <p:tgtEl>
                                          <p:spTgt spid="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5"/>
          <p:cNvSpPr txBox="1"/>
          <p:nvPr/>
        </p:nvSpPr>
        <p:spPr>
          <a:xfrm>
            <a:off x="1846984" y="34644"/>
            <a:ext cx="5631730" cy="284663"/>
          </a:xfrm>
          <a:prstGeom prst="rect">
            <a:avLst/>
          </a:prstGeom>
          <a:solidFill>
            <a:srgbClr val="7030A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Artificial neural network (Multi-layered feedforward regressor) </a:t>
            </a:r>
            <a:endParaRPr/>
          </a:p>
        </p:txBody>
      </p:sp>
      <p:pic>
        <p:nvPicPr>
          <p:cNvPr id="383" name="Google Shape;383;p45"/>
          <p:cNvPicPr preferRelativeResize="0"/>
          <p:nvPr/>
        </p:nvPicPr>
        <p:blipFill rotWithShape="1">
          <a:blip r:embed="rId3">
            <a:alphaModFix/>
          </a:blip>
          <a:srcRect b="0" l="0" r="0" t="0"/>
          <a:stretch/>
        </p:blipFill>
        <p:spPr>
          <a:xfrm>
            <a:off x="819741" y="319307"/>
            <a:ext cx="7009848" cy="1468512"/>
          </a:xfrm>
          <a:prstGeom prst="rect">
            <a:avLst/>
          </a:prstGeom>
          <a:noFill/>
          <a:ln>
            <a:noFill/>
          </a:ln>
        </p:spPr>
      </p:pic>
      <p:pic>
        <p:nvPicPr>
          <p:cNvPr id="384" name="Google Shape;384;p45"/>
          <p:cNvPicPr preferRelativeResize="0"/>
          <p:nvPr/>
        </p:nvPicPr>
        <p:blipFill rotWithShape="1">
          <a:blip r:embed="rId4">
            <a:alphaModFix/>
          </a:blip>
          <a:srcRect b="0" l="0" r="0" t="0"/>
          <a:stretch/>
        </p:blipFill>
        <p:spPr>
          <a:xfrm>
            <a:off x="0" y="1787818"/>
            <a:ext cx="4643622" cy="2921295"/>
          </a:xfrm>
          <a:prstGeom prst="rect">
            <a:avLst/>
          </a:prstGeom>
          <a:noFill/>
          <a:ln>
            <a:noFill/>
          </a:ln>
        </p:spPr>
      </p:pic>
      <p:pic>
        <p:nvPicPr>
          <p:cNvPr id="385" name="Google Shape;385;p45"/>
          <p:cNvPicPr preferRelativeResize="0"/>
          <p:nvPr/>
        </p:nvPicPr>
        <p:blipFill rotWithShape="1">
          <a:blip r:embed="rId5">
            <a:alphaModFix/>
          </a:blip>
          <a:srcRect b="0" l="0" r="0" t="0"/>
          <a:stretch/>
        </p:blipFill>
        <p:spPr>
          <a:xfrm>
            <a:off x="4735595" y="1787817"/>
            <a:ext cx="4285587" cy="319885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2"/>
                                        </p:tgtEl>
                                        <p:attrNameLst>
                                          <p:attrName>style.visibility</p:attrName>
                                        </p:attrNameLst>
                                      </p:cBhvr>
                                      <p:to>
                                        <p:strVal val="visible"/>
                                      </p:to>
                                    </p:set>
                                    <p:anim calcmode="lin" valueType="num">
                                      <p:cBhvr additive="base">
                                        <p:cTn dur="500"/>
                                        <p:tgtEl>
                                          <p:spTgt spid="38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000"/>
                                        <p:tgtEl>
                                          <p:spTgt spid="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par>
                                <p:cTn fill="hold" nodeType="with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grpSp>
        <p:nvGrpSpPr>
          <p:cNvPr id="390" name="Google Shape;390;p46"/>
          <p:cNvGrpSpPr/>
          <p:nvPr/>
        </p:nvGrpSpPr>
        <p:grpSpPr>
          <a:xfrm>
            <a:off x="124906" y="573527"/>
            <a:ext cx="8894189" cy="4478972"/>
            <a:chOff x="0" y="621020"/>
            <a:chExt cx="12060024" cy="6077625"/>
          </a:xfrm>
        </p:grpSpPr>
        <p:pic>
          <p:nvPicPr>
            <p:cNvPr id="391" name="Google Shape;391;p46"/>
            <p:cNvPicPr preferRelativeResize="0"/>
            <p:nvPr/>
          </p:nvPicPr>
          <p:blipFill rotWithShape="1">
            <a:blip r:embed="rId3">
              <a:alphaModFix/>
            </a:blip>
            <a:srcRect b="0" l="0" r="0" t="0"/>
            <a:stretch/>
          </p:blipFill>
          <p:spPr>
            <a:xfrm>
              <a:off x="131977" y="3468295"/>
              <a:ext cx="7211504" cy="3230350"/>
            </a:xfrm>
            <a:prstGeom prst="rect">
              <a:avLst/>
            </a:prstGeom>
            <a:noFill/>
            <a:ln>
              <a:noFill/>
            </a:ln>
          </p:spPr>
        </p:pic>
        <p:pic>
          <p:nvPicPr>
            <p:cNvPr id="392" name="Google Shape;392;p46"/>
            <p:cNvPicPr preferRelativeResize="0"/>
            <p:nvPr/>
          </p:nvPicPr>
          <p:blipFill rotWithShape="1">
            <a:blip r:embed="rId4">
              <a:alphaModFix/>
            </a:blip>
            <a:srcRect b="0" l="0" r="0" t="0"/>
            <a:stretch/>
          </p:blipFill>
          <p:spPr>
            <a:xfrm>
              <a:off x="0" y="621020"/>
              <a:ext cx="8032176" cy="2773920"/>
            </a:xfrm>
            <a:prstGeom prst="rect">
              <a:avLst/>
            </a:prstGeom>
            <a:noFill/>
            <a:ln>
              <a:noFill/>
            </a:ln>
          </p:spPr>
        </p:pic>
        <p:pic>
          <p:nvPicPr>
            <p:cNvPr id="393" name="Google Shape;393;p46"/>
            <p:cNvPicPr preferRelativeResize="0"/>
            <p:nvPr/>
          </p:nvPicPr>
          <p:blipFill rotWithShape="1">
            <a:blip r:embed="rId5">
              <a:alphaModFix/>
            </a:blip>
            <a:srcRect b="0" l="0" r="0" t="0"/>
            <a:stretch/>
          </p:blipFill>
          <p:spPr>
            <a:xfrm>
              <a:off x="8284809" y="621020"/>
              <a:ext cx="3775215" cy="3002861"/>
            </a:xfrm>
            <a:prstGeom prst="rect">
              <a:avLst/>
            </a:prstGeom>
            <a:noFill/>
            <a:ln>
              <a:noFill/>
            </a:ln>
          </p:spPr>
        </p:pic>
      </p:grpSp>
      <p:sp>
        <p:nvSpPr>
          <p:cNvPr id="394" name="Google Shape;394;p46"/>
          <p:cNvSpPr txBox="1"/>
          <p:nvPr/>
        </p:nvSpPr>
        <p:spPr>
          <a:xfrm>
            <a:off x="222238" y="155568"/>
            <a:ext cx="1202266" cy="284663"/>
          </a:xfrm>
          <a:prstGeom prst="rect">
            <a:avLst/>
          </a:prstGeom>
          <a:solidFill>
            <a:srgbClr val="C0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Exercise - 11</a:t>
            </a:r>
            <a:endParaRPr b="1" i="0" sz="1400" u="none" cap="none" strike="noStrike">
              <a:solidFill>
                <a:schemeClr val="lt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1000"/>
                                        <p:tgtEl>
                                          <p:spTgt spid="3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4"/>
                                        </p:tgtEl>
                                        <p:attrNameLst>
                                          <p:attrName>style.visibility</p:attrName>
                                        </p:attrNameLst>
                                      </p:cBhvr>
                                      <p:to>
                                        <p:strVal val="visible"/>
                                      </p:to>
                                    </p:set>
                                    <p:anim calcmode="lin" valueType="num">
                                      <p:cBhvr additive="base">
                                        <p:cTn dur="500"/>
                                        <p:tgtEl>
                                          <p:spTgt spid="39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pic>
        <p:nvPicPr>
          <p:cNvPr id="399" name="Google Shape;399;p47"/>
          <p:cNvPicPr preferRelativeResize="0"/>
          <p:nvPr/>
        </p:nvPicPr>
        <p:blipFill rotWithShape="1">
          <a:blip r:embed="rId3">
            <a:alphaModFix/>
          </a:blip>
          <a:srcRect b="0" l="0" r="0" t="9378"/>
          <a:stretch/>
        </p:blipFill>
        <p:spPr>
          <a:xfrm>
            <a:off x="59326" y="426411"/>
            <a:ext cx="4582822" cy="1870222"/>
          </a:xfrm>
          <a:prstGeom prst="rect">
            <a:avLst/>
          </a:prstGeom>
          <a:noFill/>
          <a:ln>
            <a:noFill/>
          </a:ln>
        </p:spPr>
      </p:pic>
      <p:pic>
        <p:nvPicPr>
          <p:cNvPr id="400" name="Google Shape;400;p47"/>
          <p:cNvPicPr preferRelativeResize="0"/>
          <p:nvPr/>
        </p:nvPicPr>
        <p:blipFill rotWithShape="1">
          <a:blip r:embed="rId4">
            <a:alphaModFix/>
          </a:blip>
          <a:srcRect b="0" l="0" r="0" t="0"/>
          <a:stretch/>
        </p:blipFill>
        <p:spPr>
          <a:xfrm>
            <a:off x="130027" y="2692381"/>
            <a:ext cx="4881248" cy="1520072"/>
          </a:xfrm>
          <a:prstGeom prst="rect">
            <a:avLst/>
          </a:prstGeom>
          <a:noFill/>
          <a:ln>
            <a:noFill/>
          </a:ln>
        </p:spPr>
      </p:pic>
      <p:pic>
        <p:nvPicPr>
          <p:cNvPr id="401" name="Google Shape;401;p47"/>
          <p:cNvPicPr preferRelativeResize="0"/>
          <p:nvPr/>
        </p:nvPicPr>
        <p:blipFill rotWithShape="1">
          <a:blip r:embed="rId5">
            <a:alphaModFix/>
          </a:blip>
          <a:srcRect b="0" l="0" r="0" t="0"/>
          <a:stretch/>
        </p:blipFill>
        <p:spPr>
          <a:xfrm>
            <a:off x="4670905" y="426411"/>
            <a:ext cx="4298408" cy="2145339"/>
          </a:xfrm>
          <a:prstGeom prst="rect">
            <a:avLst/>
          </a:prstGeom>
          <a:noFill/>
          <a:ln>
            <a:noFill/>
          </a:ln>
        </p:spPr>
      </p:pic>
      <p:sp>
        <p:nvSpPr>
          <p:cNvPr id="402" name="Google Shape;402;p47"/>
          <p:cNvSpPr txBox="1"/>
          <p:nvPr/>
        </p:nvSpPr>
        <p:spPr>
          <a:xfrm>
            <a:off x="130027" y="26364"/>
            <a:ext cx="1068059" cy="284663"/>
          </a:xfrm>
          <a:prstGeom prst="rect">
            <a:avLst/>
          </a:prstGeom>
          <a:solidFill>
            <a:srgbClr val="385623"/>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Solution</a:t>
            </a:r>
            <a:endParaRPr b="1" i="0" sz="1400" u="none" cap="none" strike="noStrike">
              <a:solidFill>
                <a:schemeClr val="lt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1000"/>
                                        <p:tgtEl>
                                          <p:spTgt spid="4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grpSp>
        <p:nvGrpSpPr>
          <p:cNvPr id="407" name="Google Shape;407;p48"/>
          <p:cNvGrpSpPr/>
          <p:nvPr/>
        </p:nvGrpSpPr>
        <p:grpSpPr>
          <a:xfrm>
            <a:off x="217340" y="162483"/>
            <a:ext cx="4816722" cy="4759955"/>
            <a:chOff x="289786" y="216644"/>
            <a:chExt cx="6422296" cy="6346606"/>
          </a:xfrm>
        </p:grpSpPr>
        <p:pic>
          <p:nvPicPr>
            <p:cNvPr id="408" name="Google Shape;408;p48"/>
            <p:cNvPicPr preferRelativeResize="0"/>
            <p:nvPr/>
          </p:nvPicPr>
          <p:blipFill rotWithShape="1">
            <a:blip r:embed="rId3">
              <a:alphaModFix/>
            </a:blip>
            <a:srcRect b="0" l="0" r="0" t="0"/>
            <a:stretch/>
          </p:blipFill>
          <p:spPr>
            <a:xfrm>
              <a:off x="289786" y="216644"/>
              <a:ext cx="5019633" cy="3184554"/>
            </a:xfrm>
            <a:prstGeom prst="rect">
              <a:avLst/>
            </a:prstGeom>
            <a:noFill/>
            <a:ln>
              <a:noFill/>
            </a:ln>
          </p:spPr>
        </p:pic>
        <p:pic>
          <p:nvPicPr>
            <p:cNvPr id="409" name="Google Shape;409;p48"/>
            <p:cNvPicPr preferRelativeResize="0"/>
            <p:nvPr/>
          </p:nvPicPr>
          <p:blipFill rotWithShape="1">
            <a:blip r:embed="rId4">
              <a:alphaModFix/>
            </a:blip>
            <a:srcRect b="0" l="0" r="0" t="0"/>
            <a:stretch/>
          </p:blipFill>
          <p:spPr>
            <a:xfrm>
              <a:off x="289786" y="3429000"/>
              <a:ext cx="6422296" cy="31342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1000"/>
                                        <p:tgtEl>
                                          <p:spTgt spid="4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grpSp>
        <p:nvGrpSpPr>
          <p:cNvPr id="414" name="Google Shape;414;p49"/>
          <p:cNvGrpSpPr/>
          <p:nvPr/>
        </p:nvGrpSpPr>
        <p:grpSpPr>
          <a:xfrm>
            <a:off x="223283" y="272696"/>
            <a:ext cx="8676395" cy="4598107"/>
            <a:chOff x="0" y="457527"/>
            <a:chExt cx="11568526" cy="6130809"/>
          </a:xfrm>
        </p:grpSpPr>
        <p:grpSp>
          <p:nvGrpSpPr>
            <p:cNvPr id="415" name="Google Shape;415;p49"/>
            <p:cNvGrpSpPr/>
            <p:nvPr/>
          </p:nvGrpSpPr>
          <p:grpSpPr>
            <a:xfrm>
              <a:off x="0" y="457527"/>
              <a:ext cx="5434059" cy="6130809"/>
              <a:chOff x="0" y="457527"/>
              <a:chExt cx="5434059" cy="6130809"/>
            </a:xfrm>
          </p:grpSpPr>
          <p:pic>
            <p:nvPicPr>
              <p:cNvPr id="416" name="Google Shape;416;p49"/>
              <p:cNvPicPr preferRelativeResize="0"/>
              <p:nvPr/>
            </p:nvPicPr>
            <p:blipFill rotWithShape="1">
              <a:blip r:embed="rId3">
                <a:alphaModFix/>
              </a:blip>
              <a:srcRect b="0" l="0" r="0" t="0"/>
              <a:stretch/>
            </p:blipFill>
            <p:spPr>
              <a:xfrm>
                <a:off x="213389" y="457527"/>
                <a:ext cx="4423024" cy="2971473"/>
              </a:xfrm>
              <a:prstGeom prst="rect">
                <a:avLst/>
              </a:prstGeom>
              <a:noFill/>
              <a:ln>
                <a:noFill/>
              </a:ln>
            </p:spPr>
          </p:pic>
          <p:pic>
            <p:nvPicPr>
              <p:cNvPr id="417" name="Google Shape;417;p49"/>
              <p:cNvPicPr preferRelativeResize="0"/>
              <p:nvPr/>
            </p:nvPicPr>
            <p:blipFill rotWithShape="1">
              <a:blip r:embed="rId4">
                <a:alphaModFix/>
              </a:blip>
              <a:srcRect b="0" l="0" r="0" t="0"/>
              <a:stretch/>
            </p:blipFill>
            <p:spPr>
              <a:xfrm>
                <a:off x="0" y="3429000"/>
                <a:ext cx="5434059" cy="3159336"/>
              </a:xfrm>
              <a:prstGeom prst="rect">
                <a:avLst/>
              </a:prstGeom>
              <a:noFill/>
              <a:ln>
                <a:noFill/>
              </a:ln>
            </p:spPr>
          </p:pic>
        </p:grpSp>
        <p:pic>
          <p:nvPicPr>
            <p:cNvPr id="418" name="Google Shape;418;p49"/>
            <p:cNvPicPr preferRelativeResize="0"/>
            <p:nvPr/>
          </p:nvPicPr>
          <p:blipFill rotWithShape="1">
            <a:blip r:embed="rId5">
              <a:alphaModFix/>
            </a:blip>
            <a:srcRect b="0" l="0" r="0" t="0"/>
            <a:stretch/>
          </p:blipFill>
          <p:spPr>
            <a:xfrm>
              <a:off x="5434059" y="1808431"/>
              <a:ext cx="6134467" cy="2971473"/>
            </a:xfrm>
            <a:prstGeom prst="rect">
              <a:avLst/>
            </a:prstGeom>
            <a:noFill/>
            <a:ln>
              <a:noFill/>
            </a:ln>
          </p:spPr>
        </p:pic>
      </p:grpSp>
      <p:pic>
        <p:nvPicPr>
          <p:cNvPr id="419" name="Google Shape;419;p49"/>
          <p:cNvPicPr preferRelativeResize="0"/>
          <p:nvPr/>
        </p:nvPicPr>
        <p:blipFill rotWithShape="1">
          <a:blip r:embed="rId6">
            <a:alphaModFix/>
          </a:blip>
          <a:srcRect b="0" l="0" r="0" t="0"/>
          <a:stretch/>
        </p:blipFill>
        <p:spPr>
          <a:xfrm>
            <a:off x="4348717" y="3514479"/>
            <a:ext cx="4572000" cy="154540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1000"/>
                                        <p:tgtEl>
                                          <p:spTgt spid="4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000"/>
                                        <p:tgtEl>
                                          <p:spTgt spid="4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50"/>
          <p:cNvPicPr preferRelativeResize="0"/>
          <p:nvPr/>
        </p:nvPicPr>
        <p:blipFill rotWithShape="1">
          <a:blip r:embed="rId3">
            <a:alphaModFix/>
          </a:blip>
          <a:srcRect b="0" l="0" r="0" t="0"/>
          <a:stretch/>
        </p:blipFill>
        <p:spPr>
          <a:xfrm>
            <a:off x="877187" y="441163"/>
            <a:ext cx="7772400" cy="4653769"/>
          </a:xfrm>
          <a:prstGeom prst="rect">
            <a:avLst/>
          </a:prstGeom>
          <a:noFill/>
          <a:ln>
            <a:noFill/>
          </a:ln>
        </p:spPr>
      </p:pic>
      <p:sp>
        <p:nvSpPr>
          <p:cNvPr id="425" name="Google Shape;425;p50"/>
          <p:cNvSpPr txBox="1"/>
          <p:nvPr/>
        </p:nvSpPr>
        <p:spPr>
          <a:xfrm>
            <a:off x="1846984" y="34644"/>
            <a:ext cx="5631730" cy="284663"/>
          </a:xfrm>
          <a:prstGeom prst="rect">
            <a:avLst/>
          </a:prstGeom>
          <a:solidFill>
            <a:srgbClr val="0070C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Key Differences Between ANN Classifier and Regressor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25"/>
                                        </p:tgtEl>
                                        <p:attrNameLst>
                                          <p:attrName>style.visibility</p:attrName>
                                        </p:attrNameLst>
                                      </p:cBhvr>
                                      <p:to>
                                        <p:strVal val="visible"/>
                                      </p:to>
                                    </p:set>
                                    <p:anim calcmode="lin" valueType="num">
                                      <p:cBhvr additive="base">
                                        <p:cTn dur="500"/>
                                        <p:tgtEl>
                                          <p:spTgt spid="42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800"/>
                                        <p:tgtEl>
                                          <p:spTgt spid="4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1"/>
          <p:cNvSpPr txBox="1"/>
          <p:nvPr/>
        </p:nvSpPr>
        <p:spPr>
          <a:xfrm>
            <a:off x="0" y="3070156"/>
            <a:ext cx="4504849" cy="2038700"/>
          </a:xfrm>
          <a:prstGeom prst="rect">
            <a:avLst/>
          </a:prstGeom>
          <a:noFill/>
          <a:ln>
            <a:noFill/>
          </a:ln>
        </p:spPr>
        <p:txBody>
          <a:bodyPr anchorCtr="0" anchor="t" bIns="0" lIns="0" spcFirstLastPara="1" rIns="0" wrap="square" tIns="73325">
            <a:spAutoFit/>
          </a:bodyPr>
          <a:lstStyle/>
          <a:p>
            <a:pPr indent="-256699" lvl="0" marL="266224" marR="0" rtl="0" algn="l">
              <a:lnSpc>
                <a:spcPct val="100000"/>
              </a:lnSpc>
              <a:spcBef>
                <a:spcPts val="0"/>
              </a:spcBef>
              <a:spcAft>
                <a:spcPts val="0"/>
              </a:spcAft>
              <a:buClr>
                <a:srgbClr val="3333CC"/>
              </a:buClr>
              <a:buSzPts val="1237"/>
              <a:buFont typeface="Noto Sans Symbols"/>
              <a:buChar char="■"/>
            </a:pPr>
            <a:r>
              <a:rPr b="0" i="0" lang="en-US" sz="2100" u="none" cap="none" strike="noStrike">
                <a:solidFill>
                  <a:srgbClr val="000000"/>
                </a:solidFill>
                <a:latin typeface="Tahoma"/>
                <a:ea typeface="Tahoma"/>
                <a:cs typeface="Tahoma"/>
                <a:sym typeface="Tahoma"/>
              </a:rPr>
              <a:t>Two class problems.</a:t>
            </a:r>
            <a:endParaRPr b="0" i="0" sz="2100" u="none" cap="none" strike="noStrike">
              <a:solidFill>
                <a:srgbClr val="000000"/>
              </a:solidFill>
              <a:latin typeface="Tahoma"/>
              <a:ea typeface="Tahoma"/>
              <a:cs typeface="Tahoma"/>
              <a:sym typeface="Tahoma"/>
            </a:endParaRPr>
          </a:p>
          <a:p>
            <a:pPr indent="-213835" lvl="1" marL="566261" marR="0" rtl="0" algn="l">
              <a:lnSpc>
                <a:spcPct val="100000"/>
              </a:lnSpc>
              <a:spcBef>
                <a:spcPts val="428"/>
              </a:spcBef>
              <a:spcAft>
                <a:spcPts val="0"/>
              </a:spcAft>
              <a:buClr>
                <a:srgbClr val="FF0000"/>
              </a:buClr>
              <a:buSzPts val="975"/>
              <a:buFont typeface="Noto Sans Symbols"/>
              <a:buChar char="■"/>
            </a:pPr>
            <a:r>
              <a:rPr b="0" i="0" lang="en-US" sz="1800" u="none" cap="none" strike="noStrike">
                <a:solidFill>
                  <a:srgbClr val="000000"/>
                </a:solidFill>
                <a:latin typeface="Tahoma"/>
                <a:ea typeface="Tahoma"/>
                <a:cs typeface="Tahoma"/>
                <a:sym typeface="Tahoma"/>
              </a:rPr>
              <a:t>Positive class and Negative class</a:t>
            </a:r>
            <a:endParaRPr b="0" i="0" sz="1800" u="none" cap="none" strike="noStrike">
              <a:solidFill>
                <a:srgbClr val="000000"/>
              </a:solidFill>
              <a:latin typeface="Tahoma"/>
              <a:ea typeface="Tahoma"/>
              <a:cs typeface="Tahoma"/>
              <a:sym typeface="Tahoma"/>
            </a:endParaRPr>
          </a:p>
          <a:p>
            <a:pPr indent="-213835" lvl="1" marL="566261" marR="0" rtl="0" algn="l">
              <a:lnSpc>
                <a:spcPct val="100000"/>
              </a:lnSpc>
              <a:spcBef>
                <a:spcPts val="416"/>
              </a:spcBef>
              <a:spcAft>
                <a:spcPts val="0"/>
              </a:spcAft>
              <a:buClr>
                <a:srgbClr val="FF0000"/>
              </a:buClr>
              <a:buSzPts val="975"/>
              <a:buFont typeface="Noto Sans Symbols"/>
              <a:buChar char="■"/>
            </a:pPr>
            <a:r>
              <a:rPr b="0" i="0" lang="en-US" sz="1800" u="none" cap="none" strike="noStrike">
                <a:solidFill>
                  <a:srgbClr val="000000"/>
                </a:solidFill>
                <a:latin typeface="Tahoma"/>
                <a:ea typeface="Tahoma"/>
                <a:cs typeface="Tahoma"/>
                <a:sym typeface="Tahoma"/>
              </a:rPr>
              <a:t>TP: Set of +ve samples predicted +ve.</a:t>
            </a:r>
            <a:endParaRPr b="0" i="0" sz="1800" u="none" cap="none" strike="noStrike">
              <a:solidFill>
                <a:srgbClr val="000000"/>
              </a:solidFill>
              <a:latin typeface="Tahoma"/>
              <a:ea typeface="Tahoma"/>
              <a:cs typeface="Tahoma"/>
              <a:sym typeface="Tahoma"/>
            </a:endParaRPr>
          </a:p>
          <a:p>
            <a:pPr indent="-213835" lvl="1" marL="566261" marR="0" rtl="0" algn="l">
              <a:lnSpc>
                <a:spcPct val="100000"/>
              </a:lnSpc>
              <a:spcBef>
                <a:spcPts val="439"/>
              </a:spcBef>
              <a:spcAft>
                <a:spcPts val="0"/>
              </a:spcAft>
              <a:buClr>
                <a:srgbClr val="FF0000"/>
              </a:buClr>
              <a:buSzPts val="975"/>
              <a:buFont typeface="Noto Sans Symbols"/>
              <a:buChar char="■"/>
            </a:pPr>
            <a:r>
              <a:rPr b="0" i="0" lang="en-US" sz="1800" u="none" cap="none" strike="noStrike">
                <a:solidFill>
                  <a:srgbClr val="000000"/>
                </a:solidFill>
                <a:latin typeface="Tahoma"/>
                <a:ea typeface="Tahoma"/>
                <a:cs typeface="Tahoma"/>
                <a:sym typeface="Tahoma"/>
              </a:rPr>
              <a:t>FP: Set of –ve samples	predicted +ve.</a:t>
            </a:r>
            <a:endParaRPr b="0" i="0" sz="1800" u="none" cap="none" strike="noStrike">
              <a:solidFill>
                <a:srgbClr val="000000"/>
              </a:solidFill>
              <a:latin typeface="Tahoma"/>
              <a:ea typeface="Tahoma"/>
              <a:cs typeface="Tahoma"/>
              <a:sym typeface="Tahoma"/>
            </a:endParaRPr>
          </a:p>
          <a:p>
            <a:pPr indent="-213835" lvl="1" marL="566261" marR="0" rtl="0" algn="l">
              <a:lnSpc>
                <a:spcPct val="100000"/>
              </a:lnSpc>
              <a:spcBef>
                <a:spcPts val="443"/>
              </a:spcBef>
              <a:spcAft>
                <a:spcPts val="0"/>
              </a:spcAft>
              <a:buClr>
                <a:srgbClr val="FF0000"/>
              </a:buClr>
              <a:buSzPts val="975"/>
              <a:buFont typeface="Noto Sans Symbols"/>
              <a:buChar char="■"/>
            </a:pPr>
            <a:r>
              <a:rPr b="0" i="0" lang="en-US" sz="1800" u="none" cap="none" strike="noStrike">
                <a:solidFill>
                  <a:srgbClr val="000000"/>
                </a:solidFill>
                <a:latin typeface="Tahoma"/>
                <a:ea typeface="Tahoma"/>
                <a:cs typeface="Tahoma"/>
                <a:sym typeface="Tahoma"/>
              </a:rPr>
              <a:t>TN: Set of –ve samples predicted –ve.</a:t>
            </a:r>
            <a:endParaRPr b="0" i="0" sz="1800" u="none" cap="none" strike="noStrike">
              <a:solidFill>
                <a:srgbClr val="000000"/>
              </a:solidFill>
              <a:latin typeface="Tahoma"/>
              <a:ea typeface="Tahoma"/>
              <a:cs typeface="Tahoma"/>
              <a:sym typeface="Tahoma"/>
            </a:endParaRPr>
          </a:p>
          <a:p>
            <a:pPr indent="-213835" lvl="1" marL="566261" marR="0" rtl="0" algn="l">
              <a:lnSpc>
                <a:spcPct val="100000"/>
              </a:lnSpc>
              <a:spcBef>
                <a:spcPts val="413"/>
              </a:spcBef>
              <a:spcAft>
                <a:spcPts val="0"/>
              </a:spcAft>
              <a:buClr>
                <a:srgbClr val="FF0000"/>
              </a:buClr>
              <a:buSzPts val="975"/>
              <a:buFont typeface="Noto Sans Symbols"/>
              <a:buChar char="■"/>
            </a:pPr>
            <a:r>
              <a:rPr b="0" i="0" lang="en-US" sz="1800" u="none" cap="none" strike="noStrike">
                <a:solidFill>
                  <a:srgbClr val="000000"/>
                </a:solidFill>
                <a:latin typeface="Tahoma"/>
                <a:ea typeface="Tahoma"/>
                <a:cs typeface="Tahoma"/>
                <a:sym typeface="Tahoma"/>
              </a:rPr>
              <a:t>FN: Set of –ve samples predicted +ve.</a:t>
            </a:r>
            <a:endParaRPr b="0" i="0" sz="1800" u="none" cap="none" strike="noStrike">
              <a:solidFill>
                <a:srgbClr val="000000"/>
              </a:solidFill>
              <a:latin typeface="Tahoma"/>
              <a:ea typeface="Tahoma"/>
              <a:cs typeface="Tahoma"/>
              <a:sym typeface="Tahoma"/>
            </a:endParaRPr>
          </a:p>
        </p:txBody>
      </p:sp>
      <p:sp>
        <p:nvSpPr>
          <p:cNvPr id="431" name="Google Shape;431;p51"/>
          <p:cNvSpPr txBox="1"/>
          <p:nvPr/>
        </p:nvSpPr>
        <p:spPr>
          <a:xfrm>
            <a:off x="3144156" y="34644"/>
            <a:ext cx="3054625" cy="284663"/>
          </a:xfrm>
          <a:prstGeom prst="rect">
            <a:avLst/>
          </a:prstGeom>
          <a:solidFill>
            <a:srgbClr val="385623"/>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Evaluation of a classifier</a:t>
            </a:r>
            <a:endParaRPr/>
          </a:p>
        </p:txBody>
      </p:sp>
      <p:sp>
        <p:nvSpPr>
          <p:cNvPr id="432" name="Google Shape;432;p51"/>
          <p:cNvSpPr txBox="1"/>
          <p:nvPr/>
        </p:nvSpPr>
        <p:spPr>
          <a:xfrm>
            <a:off x="0" y="401756"/>
            <a:ext cx="848478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The confusion matrix is a way to visualize how many samples from each label got predicted correctly.</a:t>
            </a:r>
            <a:endParaRPr b="0" i="0" sz="1400" u="none" cap="none" strike="noStrike">
              <a:solidFill>
                <a:srgbClr val="000000"/>
              </a:solidFill>
              <a:latin typeface="Arial"/>
              <a:ea typeface="Arial"/>
              <a:cs typeface="Arial"/>
              <a:sym typeface="Arial"/>
            </a:endParaRPr>
          </a:p>
        </p:txBody>
      </p:sp>
      <p:pic>
        <p:nvPicPr>
          <p:cNvPr id="433" name="Google Shape;433;p51"/>
          <p:cNvPicPr preferRelativeResize="0"/>
          <p:nvPr/>
        </p:nvPicPr>
        <p:blipFill rotWithShape="1">
          <a:blip r:embed="rId3">
            <a:alphaModFix/>
          </a:blip>
          <a:srcRect b="0" l="0" r="0" t="0"/>
          <a:stretch/>
        </p:blipFill>
        <p:spPr>
          <a:xfrm>
            <a:off x="10632" y="791982"/>
            <a:ext cx="6156252" cy="2287460"/>
          </a:xfrm>
          <a:prstGeom prst="rect">
            <a:avLst/>
          </a:prstGeom>
          <a:noFill/>
          <a:ln>
            <a:noFill/>
          </a:ln>
        </p:spPr>
      </p:pic>
      <p:pic>
        <p:nvPicPr>
          <p:cNvPr id="434" name="Google Shape;434;p51"/>
          <p:cNvPicPr preferRelativeResize="0"/>
          <p:nvPr/>
        </p:nvPicPr>
        <p:blipFill rotWithShape="1">
          <a:blip r:embed="rId4">
            <a:alphaModFix/>
          </a:blip>
          <a:srcRect b="0" l="0" r="0" t="0"/>
          <a:stretch/>
        </p:blipFill>
        <p:spPr>
          <a:xfrm>
            <a:off x="5101856" y="2908300"/>
            <a:ext cx="3810000" cy="2235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31"/>
                                        </p:tgtEl>
                                        <p:attrNameLst>
                                          <p:attrName>style.visibility</p:attrName>
                                        </p:attrNameLst>
                                      </p:cBhvr>
                                      <p:to>
                                        <p:strVal val="visible"/>
                                      </p:to>
                                    </p:set>
                                    <p:anim calcmode="lin" valueType="num">
                                      <p:cBhvr additive="base">
                                        <p:cTn dur="500"/>
                                        <p:tgtEl>
                                          <p:spTgt spid="43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1000"/>
                                        <p:tgtEl>
                                          <p:spTgt spid="432"/>
                                        </p:tgtEl>
                                      </p:cBhvr>
                                    </p:animEffect>
                                  </p:childTnLst>
                                </p:cTn>
                              </p:par>
                              <p:par>
                                <p:cTn fill="hold" nodeType="with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par>
                                <p:cTn fill="hold" nodeType="with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1000"/>
                                        <p:tgtEl>
                                          <p:spTgt spid="430"/>
                                        </p:tgtEl>
                                      </p:cBhvr>
                                    </p:animEffect>
                                  </p:childTnLst>
                                </p:cTn>
                              </p:par>
                              <p:par>
                                <p:cTn fill="hold" nodeType="with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1000"/>
                                        <p:tgtEl>
                                          <p:spTgt spid="4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2"/>
          <p:cNvSpPr txBox="1"/>
          <p:nvPr/>
        </p:nvSpPr>
        <p:spPr>
          <a:xfrm>
            <a:off x="3258617" y="77174"/>
            <a:ext cx="2225286" cy="284663"/>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Cross Validation</a:t>
            </a:r>
            <a:endParaRPr/>
          </a:p>
        </p:txBody>
      </p:sp>
      <p:pic>
        <p:nvPicPr>
          <p:cNvPr id="440" name="Google Shape;440;p52"/>
          <p:cNvPicPr preferRelativeResize="0"/>
          <p:nvPr/>
        </p:nvPicPr>
        <p:blipFill rotWithShape="1">
          <a:blip r:embed="rId3">
            <a:alphaModFix/>
          </a:blip>
          <a:srcRect b="0" l="0" r="0" t="12484"/>
          <a:stretch/>
        </p:blipFill>
        <p:spPr>
          <a:xfrm>
            <a:off x="248877" y="1323361"/>
            <a:ext cx="8209323" cy="3742966"/>
          </a:xfrm>
          <a:prstGeom prst="rect">
            <a:avLst/>
          </a:prstGeom>
          <a:noFill/>
          <a:ln>
            <a:noFill/>
          </a:ln>
        </p:spPr>
      </p:pic>
      <p:sp>
        <p:nvSpPr>
          <p:cNvPr id="441" name="Google Shape;441;p52"/>
          <p:cNvSpPr txBox="1"/>
          <p:nvPr/>
        </p:nvSpPr>
        <p:spPr>
          <a:xfrm>
            <a:off x="112920" y="550211"/>
            <a:ext cx="8924754" cy="5847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600" u="none" cap="none" strike="noStrike">
                <a:solidFill>
                  <a:srgbClr val="000000"/>
                </a:solidFill>
                <a:latin typeface="Times New Roman"/>
                <a:ea typeface="Times New Roman"/>
                <a:cs typeface="Times New Roman"/>
                <a:sym typeface="Times New Roman"/>
              </a:rPr>
              <a:t>The idea of cross validation arises because of problems with train test models. It basically wants to guarantee that evaluation of our model does not depend upon the way we pick the train and test set.</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39"/>
                                        </p:tgtEl>
                                        <p:attrNameLst>
                                          <p:attrName>style.visibility</p:attrName>
                                        </p:attrNameLst>
                                      </p:cBhvr>
                                      <p:to>
                                        <p:strVal val="visible"/>
                                      </p:to>
                                    </p:set>
                                    <p:anim calcmode="lin" valueType="num">
                                      <p:cBhvr additive="base">
                                        <p:cTn dur="500"/>
                                        <p:tgtEl>
                                          <p:spTgt spid="43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000"/>
                                        <p:tgtEl>
                                          <p:spTgt spid="441"/>
                                        </p:tgtEl>
                                      </p:cBhvr>
                                    </p:animEffect>
                                  </p:childTnLst>
                                </p:cTn>
                              </p:par>
                              <p:par>
                                <p:cTn fill="hold" nodeType="with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1000"/>
                                        <p:tgtEl>
                                          <p:spTgt spid="4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3"/>
          <p:cNvSpPr txBox="1"/>
          <p:nvPr/>
        </p:nvSpPr>
        <p:spPr>
          <a:xfrm>
            <a:off x="1337087" y="875147"/>
            <a:ext cx="7197365" cy="3393206"/>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Types of Learning</a:t>
            </a:r>
            <a:endParaRPr b="0" i="0" sz="1100" u="none" cap="none" strike="noStrike">
              <a:solidFill>
                <a:srgbClr val="000000"/>
              </a:solidFill>
              <a:latin typeface="Arial"/>
              <a:ea typeface="Arial"/>
              <a:cs typeface="Arial"/>
              <a:sym typeface="Arial"/>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Clustering – K-Means, K-Medoids, Gaussian Mixture Model</a:t>
            </a:r>
            <a:endParaRPr b="0" i="0" sz="14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Classification </a:t>
            </a:r>
            <a:r>
              <a:rPr b="0" i="0" lang="en-US" sz="1800" u="none" cap="none" strike="noStrike">
                <a:solidFill>
                  <a:srgbClr val="000000"/>
                </a:solidFill>
                <a:latin typeface="Times New Roman"/>
                <a:ea typeface="Times New Roman"/>
                <a:cs typeface="Times New Roman"/>
                <a:sym typeface="Times New Roman"/>
              </a:rPr>
              <a:t>– Bayesian Classifier, K-Nearest Neighbor Classifier, Linear discriminant analysis (LDA) from Bayes’ classifier, Perceptron classifier, Artificial neural network (Multi-layered feedforward classifier and Regressor).</a:t>
            </a:r>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Evaluation of a classifier</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Cross Validation</a:t>
            </a:r>
            <a:endParaRPr/>
          </a:p>
        </p:txBody>
      </p:sp>
      <p:sp>
        <p:nvSpPr>
          <p:cNvPr id="447" name="Google Shape;447;p53"/>
          <p:cNvSpPr txBox="1"/>
          <p:nvPr/>
        </p:nvSpPr>
        <p:spPr>
          <a:xfrm>
            <a:off x="1538924" y="283105"/>
            <a:ext cx="6066149"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US" sz="1800" u="none" cap="none" strike="noStrike">
                <a:solidFill>
                  <a:schemeClr val="lt1"/>
                </a:solidFill>
                <a:latin typeface="Times New Roman"/>
                <a:ea typeface="Times New Roman"/>
                <a:cs typeface="Times New Roman"/>
                <a:sym typeface="Times New Roman"/>
              </a:rPr>
              <a:t>Topics on which Week 10 Assignment Questions are based</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7"/>
                                        </p:tgtEl>
                                        <p:attrNameLst>
                                          <p:attrName>style.visibility</p:attrName>
                                        </p:attrNameLst>
                                      </p:cBhvr>
                                      <p:to>
                                        <p:strVal val="visible"/>
                                      </p:to>
                                    </p:set>
                                    <p:anim calcmode="lin" valueType="num">
                                      <p:cBhvr additive="base">
                                        <p:cTn dur="500"/>
                                        <p:tgtEl>
                                          <p:spTgt spid="44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1000"/>
                                        <p:tgtEl>
                                          <p:spTgt spid="4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4"/>
          <p:cNvSpPr txBox="1"/>
          <p:nvPr/>
        </p:nvSpPr>
        <p:spPr>
          <a:xfrm>
            <a:off x="0" y="0"/>
            <a:ext cx="1923068"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1</a:t>
            </a:r>
            <a:endParaRPr b="1" i="0" sz="1800" u="none" cap="none" strike="noStrike">
              <a:solidFill>
                <a:schemeClr val="lt1"/>
              </a:solidFill>
              <a:latin typeface="Times New Roman"/>
              <a:ea typeface="Times New Roman"/>
              <a:cs typeface="Times New Roman"/>
              <a:sym typeface="Times New Roman"/>
            </a:endParaRPr>
          </a:p>
        </p:txBody>
      </p:sp>
      <p:sp>
        <p:nvSpPr>
          <p:cNvPr id="454" name="Google Shape;454;p54"/>
          <p:cNvSpPr txBox="1"/>
          <p:nvPr/>
        </p:nvSpPr>
        <p:spPr>
          <a:xfrm>
            <a:off x="74506" y="1959415"/>
            <a:ext cx="1923068" cy="346249"/>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1</a:t>
            </a:r>
            <a:endParaRPr b="1" i="0" sz="1800" u="none" cap="none" strike="noStrike">
              <a:solidFill>
                <a:schemeClr val="lt1"/>
              </a:solidFill>
              <a:latin typeface="Times New Roman"/>
              <a:ea typeface="Times New Roman"/>
              <a:cs typeface="Times New Roman"/>
              <a:sym typeface="Times New Roman"/>
            </a:endParaRPr>
          </a:p>
        </p:txBody>
      </p:sp>
      <p:sp>
        <p:nvSpPr>
          <p:cNvPr id="455" name="Google Shape;455;p54"/>
          <p:cNvSpPr txBox="1"/>
          <p:nvPr/>
        </p:nvSpPr>
        <p:spPr>
          <a:xfrm>
            <a:off x="0" y="4763840"/>
            <a:ext cx="2578820" cy="346249"/>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1</a:t>
            </a:r>
            <a:endParaRPr b="1" i="0" sz="1800" u="none" cap="none" strike="noStrike">
              <a:solidFill>
                <a:schemeClr val="lt1"/>
              </a:solidFill>
              <a:latin typeface="Times New Roman"/>
              <a:ea typeface="Times New Roman"/>
              <a:cs typeface="Times New Roman"/>
              <a:sym typeface="Times New Roman"/>
            </a:endParaRPr>
          </a:p>
        </p:txBody>
      </p:sp>
      <p:sp>
        <p:nvSpPr>
          <p:cNvPr id="456" name="Google Shape;456;p54"/>
          <p:cNvSpPr txBox="1"/>
          <p:nvPr/>
        </p:nvSpPr>
        <p:spPr>
          <a:xfrm>
            <a:off x="3017816" y="4763840"/>
            <a:ext cx="1060569" cy="346218"/>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a), c), d)</a:t>
            </a:r>
            <a:endParaRPr b="1" i="0" sz="1800" u="none" cap="none" strike="noStrike">
              <a:solidFill>
                <a:schemeClr val="lt1"/>
              </a:solidFill>
              <a:latin typeface="Times New Roman"/>
              <a:ea typeface="Times New Roman"/>
              <a:cs typeface="Times New Roman"/>
              <a:sym typeface="Times New Roman"/>
            </a:endParaRPr>
          </a:p>
        </p:txBody>
      </p:sp>
      <p:cxnSp>
        <p:nvCxnSpPr>
          <p:cNvPr id="457" name="Google Shape;457;p54"/>
          <p:cNvCxnSpPr/>
          <p:nvPr/>
        </p:nvCxnSpPr>
        <p:spPr>
          <a:xfrm>
            <a:off x="2688731" y="4944931"/>
            <a:ext cx="219173" cy="0"/>
          </a:xfrm>
          <a:prstGeom prst="straightConnector1">
            <a:avLst/>
          </a:prstGeom>
          <a:noFill/>
          <a:ln cap="flat" cmpd="sng" w="19050">
            <a:solidFill>
              <a:schemeClr val="accent6"/>
            </a:solidFill>
            <a:prstDash val="solid"/>
            <a:miter lim="800000"/>
            <a:headEnd len="sm" w="sm" type="none"/>
            <a:tailEnd len="med" w="med" type="triangle"/>
          </a:ln>
        </p:spPr>
      </p:cxnSp>
      <p:sp>
        <p:nvSpPr>
          <p:cNvPr id="458" name="Google Shape;458;p54"/>
          <p:cNvSpPr txBox="1"/>
          <p:nvPr/>
        </p:nvSpPr>
        <p:spPr>
          <a:xfrm>
            <a:off x="74506" y="360013"/>
            <a:ext cx="9069494" cy="16003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Which of the following statements are true for an Artificial Neural Network?</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a) A single neuron with two inputs and the signum activation function can implement an AND gate.</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b) A single neuron with two inputs and the signum activation function can implement an XOR gate.</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c) A single neuron with multiple inputs and the signum activation function acts as a linear discriminator in a multidimensional feature space for two linearly separable classes.</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d) A single neuron with multiple inputs and the sigmoid activation function computes posterior of a class for a two-class classification problem in a multidimensional feature space.</a:t>
            </a:r>
            <a:endParaRPr/>
          </a:p>
        </p:txBody>
      </p:sp>
      <p:pic>
        <p:nvPicPr>
          <p:cNvPr id="459" name="Google Shape;459;p54"/>
          <p:cNvPicPr preferRelativeResize="0"/>
          <p:nvPr/>
        </p:nvPicPr>
        <p:blipFill rotWithShape="1">
          <a:blip r:embed="rId3">
            <a:alphaModFix/>
          </a:blip>
          <a:srcRect b="0" l="0" r="0" t="0"/>
          <a:stretch/>
        </p:blipFill>
        <p:spPr>
          <a:xfrm>
            <a:off x="17856" y="2298428"/>
            <a:ext cx="4467726" cy="1746089"/>
          </a:xfrm>
          <a:prstGeom prst="rect">
            <a:avLst/>
          </a:prstGeom>
          <a:noFill/>
          <a:ln>
            <a:noFill/>
          </a:ln>
        </p:spPr>
      </p:pic>
      <p:pic>
        <p:nvPicPr>
          <p:cNvPr id="460" name="Google Shape;460;p54"/>
          <p:cNvPicPr preferRelativeResize="0"/>
          <p:nvPr/>
        </p:nvPicPr>
        <p:blipFill rotWithShape="1">
          <a:blip r:embed="rId4">
            <a:alphaModFix/>
          </a:blip>
          <a:srcRect b="0" l="0" r="0" t="0"/>
          <a:stretch/>
        </p:blipFill>
        <p:spPr>
          <a:xfrm>
            <a:off x="4542232" y="3149648"/>
            <a:ext cx="4539898" cy="196041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1000"/>
                                        <p:tgtEl>
                                          <p:spTgt spid="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1000"/>
                                        <p:tgtEl>
                                          <p:spTgt spid="4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1000"/>
                                        <p:tgtEl>
                                          <p:spTgt spid="4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par>
                                <p:cTn fill="hold" nodeType="with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500"/>
                                        <p:tgtEl>
                                          <p:spTgt spid="457"/>
                                        </p:tgtEl>
                                      </p:cBhvr>
                                    </p:animEffect>
                                  </p:childTnLst>
                                </p:cTn>
                              </p:par>
                              <p:par>
                                <p:cTn fill="hold" nodeType="with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5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5"/>
          <p:cNvSpPr txBox="1"/>
          <p:nvPr/>
        </p:nvSpPr>
        <p:spPr>
          <a:xfrm>
            <a:off x="0" y="6860"/>
            <a:ext cx="1923068"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2</a:t>
            </a:r>
            <a:endParaRPr b="1" i="0" sz="1800" u="none" cap="none" strike="noStrike">
              <a:solidFill>
                <a:schemeClr val="lt1"/>
              </a:solidFill>
              <a:latin typeface="Times New Roman"/>
              <a:ea typeface="Times New Roman"/>
              <a:cs typeface="Times New Roman"/>
              <a:sym typeface="Times New Roman"/>
            </a:endParaRPr>
          </a:p>
        </p:txBody>
      </p:sp>
      <p:sp>
        <p:nvSpPr>
          <p:cNvPr id="467" name="Google Shape;467;p55"/>
          <p:cNvSpPr txBox="1"/>
          <p:nvPr/>
        </p:nvSpPr>
        <p:spPr>
          <a:xfrm>
            <a:off x="2853352" y="1311623"/>
            <a:ext cx="1923068" cy="346249"/>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2</a:t>
            </a:r>
            <a:endParaRPr b="1" i="0" sz="1800" u="none" cap="none" strike="noStrike">
              <a:solidFill>
                <a:schemeClr val="lt1"/>
              </a:solidFill>
              <a:latin typeface="Times New Roman"/>
              <a:ea typeface="Times New Roman"/>
              <a:cs typeface="Times New Roman"/>
              <a:sym typeface="Times New Roman"/>
            </a:endParaRPr>
          </a:p>
        </p:txBody>
      </p:sp>
      <p:sp>
        <p:nvSpPr>
          <p:cNvPr id="468" name="Google Shape;468;p55"/>
          <p:cNvSpPr txBox="1"/>
          <p:nvPr/>
        </p:nvSpPr>
        <p:spPr>
          <a:xfrm>
            <a:off x="0" y="4763840"/>
            <a:ext cx="2578820" cy="346249"/>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2</a:t>
            </a:r>
            <a:endParaRPr b="1" i="0" sz="1800" u="none" cap="none" strike="noStrike">
              <a:solidFill>
                <a:schemeClr val="lt1"/>
              </a:solidFill>
              <a:latin typeface="Times New Roman"/>
              <a:ea typeface="Times New Roman"/>
              <a:cs typeface="Times New Roman"/>
              <a:sym typeface="Times New Roman"/>
            </a:endParaRPr>
          </a:p>
        </p:txBody>
      </p:sp>
      <p:sp>
        <p:nvSpPr>
          <p:cNvPr id="469" name="Google Shape;469;p55"/>
          <p:cNvSpPr txBox="1"/>
          <p:nvPr/>
        </p:nvSpPr>
        <p:spPr>
          <a:xfrm>
            <a:off x="3017817" y="4763840"/>
            <a:ext cx="688336" cy="346249"/>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b)</a:t>
            </a:r>
            <a:endParaRPr/>
          </a:p>
        </p:txBody>
      </p:sp>
      <p:cxnSp>
        <p:nvCxnSpPr>
          <p:cNvPr id="470" name="Google Shape;470;p55"/>
          <p:cNvCxnSpPr/>
          <p:nvPr/>
        </p:nvCxnSpPr>
        <p:spPr>
          <a:xfrm>
            <a:off x="2688731" y="4944931"/>
            <a:ext cx="219173" cy="0"/>
          </a:xfrm>
          <a:prstGeom prst="straightConnector1">
            <a:avLst/>
          </a:prstGeom>
          <a:noFill/>
          <a:ln cap="flat" cmpd="sng" w="19050">
            <a:solidFill>
              <a:schemeClr val="accent6"/>
            </a:solidFill>
            <a:prstDash val="solid"/>
            <a:miter lim="800000"/>
            <a:headEnd len="sm" w="sm" type="none"/>
            <a:tailEnd len="med" w="med" type="triangle"/>
          </a:ln>
        </p:spPr>
      </p:cxnSp>
      <p:grpSp>
        <p:nvGrpSpPr>
          <p:cNvPr id="471" name="Google Shape;471;p55"/>
          <p:cNvGrpSpPr/>
          <p:nvPr/>
        </p:nvGrpSpPr>
        <p:grpSpPr>
          <a:xfrm>
            <a:off x="104274" y="353109"/>
            <a:ext cx="8499264" cy="1701278"/>
            <a:chOff x="-154249" y="357328"/>
            <a:chExt cx="8796043" cy="1701278"/>
          </a:xfrm>
        </p:grpSpPr>
        <p:sp>
          <p:nvSpPr>
            <p:cNvPr id="472" name="Google Shape;472;p55"/>
            <p:cNvSpPr txBox="1"/>
            <p:nvPr/>
          </p:nvSpPr>
          <p:spPr>
            <a:xfrm>
              <a:off x="-154249" y="357328"/>
              <a:ext cx="8796043" cy="284663"/>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Consider the following table. The table shows the points on x-axis and its corresponding class.</a:t>
              </a:r>
              <a:endParaRPr/>
            </a:p>
          </p:txBody>
        </p:sp>
        <p:sp>
          <p:nvSpPr>
            <p:cNvPr id="473" name="Google Shape;473;p55"/>
            <p:cNvSpPr txBox="1"/>
            <p:nvPr/>
          </p:nvSpPr>
          <p:spPr>
            <a:xfrm>
              <a:off x="0" y="673611"/>
              <a:ext cx="6380923" cy="138499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We introduce two new points on x-axis, 3.7 and 4.2. Compute KNN (K=3) to determine their class.</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a) 3.7 : Class 2 and 4.2: Class 1</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b) 3.7 : Class 1 and 4.2: Class 2</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c) 3.7 : Class 1 and 4.2: Class 1</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d) 3.7 : Class 2 and 4.2: Class 2</a:t>
              </a:r>
              <a:endParaRPr/>
            </a:p>
          </p:txBody>
        </p:sp>
        <p:pic>
          <p:nvPicPr>
            <p:cNvPr id="474" name="Google Shape;474;p55"/>
            <p:cNvPicPr preferRelativeResize="0"/>
            <p:nvPr/>
          </p:nvPicPr>
          <p:blipFill rotWithShape="1">
            <a:blip r:embed="rId3">
              <a:alphaModFix/>
            </a:blip>
            <a:srcRect b="0" l="0" r="0" t="2158"/>
            <a:stretch/>
          </p:blipFill>
          <p:spPr>
            <a:xfrm>
              <a:off x="6717155" y="630969"/>
              <a:ext cx="1318209" cy="1369747"/>
            </a:xfrm>
            <a:prstGeom prst="rect">
              <a:avLst/>
            </a:prstGeom>
            <a:noFill/>
            <a:ln>
              <a:noFill/>
            </a:ln>
          </p:spPr>
        </p:pic>
      </p:grpSp>
      <p:pic>
        <p:nvPicPr>
          <p:cNvPr id="475" name="Google Shape;475;p55"/>
          <p:cNvPicPr preferRelativeResize="0"/>
          <p:nvPr/>
        </p:nvPicPr>
        <p:blipFill rotWithShape="1">
          <a:blip r:embed="rId4">
            <a:alphaModFix/>
          </a:blip>
          <a:srcRect b="0" l="0" r="0" t="0"/>
          <a:stretch/>
        </p:blipFill>
        <p:spPr>
          <a:xfrm>
            <a:off x="2750451" y="1657872"/>
            <a:ext cx="1821549" cy="3025754"/>
          </a:xfrm>
          <a:prstGeom prst="rect">
            <a:avLst/>
          </a:prstGeom>
          <a:noFill/>
          <a:ln>
            <a:noFill/>
          </a:ln>
        </p:spPr>
      </p:pic>
      <p:pic>
        <p:nvPicPr>
          <p:cNvPr id="476" name="Google Shape;476;p55"/>
          <p:cNvPicPr preferRelativeResize="0"/>
          <p:nvPr/>
        </p:nvPicPr>
        <p:blipFill rotWithShape="1">
          <a:blip r:embed="rId5">
            <a:alphaModFix/>
          </a:blip>
          <a:srcRect b="0" l="0" r="0" t="0"/>
          <a:stretch/>
        </p:blipFill>
        <p:spPr>
          <a:xfrm>
            <a:off x="4649808" y="1690436"/>
            <a:ext cx="1821549" cy="302575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1000"/>
                                        <p:tgtEl>
                                          <p:spTgt spid="4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1000"/>
                                        <p:tgtEl>
                                          <p:spTgt spid="4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1000"/>
                                        <p:tgtEl>
                                          <p:spTgt spid="4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500"/>
                                        <p:tgtEl>
                                          <p:spTgt spid="469"/>
                                        </p:tgtEl>
                                      </p:cBhvr>
                                    </p:animEffect>
                                  </p:childTnLst>
                                </p:cTn>
                              </p:par>
                              <p:par>
                                <p:cTn fill="hold" nodeType="with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500"/>
                                        <p:tgtEl>
                                          <p:spTgt spid="470"/>
                                        </p:tgtEl>
                                      </p:cBhvr>
                                    </p:animEffect>
                                  </p:childTnLst>
                                </p:cTn>
                              </p:par>
                              <p:par>
                                <p:cTn fill="hold" nodeType="with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6"/>
          <p:cNvSpPr txBox="1"/>
          <p:nvPr/>
        </p:nvSpPr>
        <p:spPr>
          <a:xfrm>
            <a:off x="0" y="86312"/>
            <a:ext cx="1923068"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3</a:t>
            </a:r>
            <a:endParaRPr b="1" i="0" sz="1800" u="none" cap="none" strike="noStrike">
              <a:solidFill>
                <a:schemeClr val="lt1"/>
              </a:solidFill>
              <a:latin typeface="Times New Roman"/>
              <a:ea typeface="Times New Roman"/>
              <a:cs typeface="Times New Roman"/>
              <a:sym typeface="Times New Roman"/>
            </a:endParaRPr>
          </a:p>
        </p:txBody>
      </p:sp>
      <p:sp>
        <p:nvSpPr>
          <p:cNvPr id="483" name="Google Shape;483;p56"/>
          <p:cNvSpPr txBox="1"/>
          <p:nvPr/>
        </p:nvSpPr>
        <p:spPr>
          <a:xfrm>
            <a:off x="80580" y="2225501"/>
            <a:ext cx="1923068" cy="346249"/>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3</a:t>
            </a:r>
            <a:endParaRPr b="1" i="0" sz="1800" u="none" cap="none" strike="noStrike">
              <a:solidFill>
                <a:schemeClr val="lt1"/>
              </a:solidFill>
              <a:latin typeface="Times New Roman"/>
              <a:ea typeface="Times New Roman"/>
              <a:cs typeface="Times New Roman"/>
              <a:sym typeface="Times New Roman"/>
            </a:endParaRPr>
          </a:p>
        </p:txBody>
      </p:sp>
      <p:sp>
        <p:nvSpPr>
          <p:cNvPr id="484" name="Google Shape;484;p56"/>
          <p:cNvSpPr txBox="1"/>
          <p:nvPr/>
        </p:nvSpPr>
        <p:spPr>
          <a:xfrm>
            <a:off x="0" y="4763840"/>
            <a:ext cx="2578820" cy="346249"/>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3</a:t>
            </a:r>
            <a:endParaRPr b="1" i="0" sz="1800" u="none" cap="none" strike="noStrike">
              <a:solidFill>
                <a:schemeClr val="lt1"/>
              </a:solidFill>
              <a:latin typeface="Times New Roman"/>
              <a:ea typeface="Times New Roman"/>
              <a:cs typeface="Times New Roman"/>
              <a:sym typeface="Times New Roman"/>
            </a:endParaRPr>
          </a:p>
        </p:txBody>
      </p:sp>
      <p:sp>
        <p:nvSpPr>
          <p:cNvPr id="485" name="Google Shape;485;p56"/>
          <p:cNvSpPr txBox="1"/>
          <p:nvPr/>
        </p:nvSpPr>
        <p:spPr>
          <a:xfrm>
            <a:off x="3017817" y="4763840"/>
            <a:ext cx="744058" cy="346218"/>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a)</a:t>
            </a:r>
            <a:endParaRPr/>
          </a:p>
        </p:txBody>
      </p:sp>
      <p:cxnSp>
        <p:nvCxnSpPr>
          <p:cNvPr id="486" name="Google Shape;486;p56"/>
          <p:cNvCxnSpPr/>
          <p:nvPr/>
        </p:nvCxnSpPr>
        <p:spPr>
          <a:xfrm>
            <a:off x="2688731" y="4944931"/>
            <a:ext cx="219173" cy="0"/>
          </a:xfrm>
          <a:prstGeom prst="straightConnector1">
            <a:avLst/>
          </a:prstGeom>
          <a:noFill/>
          <a:ln cap="flat" cmpd="sng" w="19050">
            <a:solidFill>
              <a:schemeClr val="accent6"/>
            </a:solidFill>
            <a:prstDash val="solid"/>
            <a:miter lim="800000"/>
            <a:headEnd len="sm" w="sm" type="none"/>
            <a:tailEnd len="med" w="med" type="triangle"/>
          </a:ln>
        </p:spPr>
      </p:cxnSp>
      <p:grpSp>
        <p:nvGrpSpPr>
          <p:cNvPr id="487" name="Google Shape;487;p56"/>
          <p:cNvGrpSpPr/>
          <p:nvPr/>
        </p:nvGrpSpPr>
        <p:grpSpPr>
          <a:xfrm>
            <a:off x="0" y="432561"/>
            <a:ext cx="8961865" cy="1852386"/>
            <a:chOff x="0" y="432561"/>
            <a:chExt cx="8961865" cy="1852386"/>
          </a:xfrm>
        </p:grpSpPr>
        <p:sp>
          <p:nvSpPr>
            <p:cNvPr id="488" name="Google Shape;488;p56"/>
            <p:cNvSpPr txBox="1"/>
            <p:nvPr/>
          </p:nvSpPr>
          <p:spPr>
            <a:xfrm>
              <a:off x="0" y="432561"/>
              <a:ext cx="8833402" cy="561662"/>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US" sz="1600" u="none" cap="none" strike="noStrike">
                  <a:solidFill>
                    <a:schemeClr val="dk1"/>
                  </a:solidFill>
                  <a:latin typeface="Times New Roman"/>
                  <a:ea typeface="Times New Roman"/>
                  <a:cs typeface="Times New Roman"/>
                  <a:sym typeface="Times New Roman"/>
                </a:rPr>
                <a:t>Assume, you have 5 types of objects with 3 attributes each as shown in the table. Consider object A and object C as the initial centroids.</a:t>
              </a:r>
              <a:endParaRPr/>
            </a:p>
          </p:txBody>
        </p:sp>
        <p:sp>
          <p:nvSpPr>
            <p:cNvPr id="489" name="Google Shape;489;p56"/>
            <p:cNvSpPr txBox="1"/>
            <p:nvPr/>
          </p:nvSpPr>
          <p:spPr>
            <a:xfrm>
              <a:off x="0" y="1047124"/>
              <a:ext cx="6335514"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What will be the elements in each clusters after the first iteration?</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a) Cluster 1: A, B, E Cluster 2: C, D</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b) Cluster 1: A, B Cluster 2: C, D, E</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c) Cluster 1: A, E Cluster 2: B, C, D</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d) Cluster 1: A, C Cluster 2: B, D, E</a:t>
              </a:r>
              <a:endParaRPr/>
            </a:p>
          </p:txBody>
        </p:sp>
        <p:pic>
          <p:nvPicPr>
            <p:cNvPr id="490" name="Google Shape;490;p56"/>
            <p:cNvPicPr preferRelativeResize="0"/>
            <p:nvPr/>
          </p:nvPicPr>
          <p:blipFill rotWithShape="1">
            <a:blip r:embed="rId3">
              <a:alphaModFix/>
            </a:blip>
            <a:srcRect b="3691" l="1751" r="8651" t="0"/>
            <a:stretch/>
          </p:blipFill>
          <p:spPr>
            <a:xfrm>
              <a:off x="5360421" y="978851"/>
              <a:ext cx="3601444" cy="1306096"/>
            </a:xfrm>
            <a:prstGeom prst="rect">
              <a:avLst/>
            </a:prstGeom>
            <a:noFill/>
            <a:ln>
              <a:noFill/>
            </a:ln>
          </p:spPr>
        </p:pic>
      </p:grpSp>
      <p:pic>
        <p:nvPicPr>
          <p:cNvPr id="491" name="Google Shape;491;p56"/>
          <p:cNvPicPr preferRelativeResize="0"/>
          <p:nvPr/>
        </p:nvPicPr>
        <p:blipFill rotWithShape="1">
          <a:blip r:embed="rId4">
            <a:alphaModFix/>
          </a:blip>
          <a:srcRect b="0" l="0" r="0" t="0"/>
          <a:stretch/>
        </p:blipFill>
        <p:spPr>
          <a:xfrm>
            <a:off x="80579" y="2624650"/>
            <a:ext cx="6055525" cy="2051383"/>
          </a:xfrm>
          <a:prstGeom prst="rect">
            <a:avLst/>
          </a:prstGeom>
          <a:noFill/>
          <a:ln>
            <a:noFill/>
          </a:ln>
        </p:spPr>
      </p:pic>
      <p:pic>
        <p:nvPicPr>
          <p:cNvPr id="492" name="Google Shape;492;p56"/>
          <p:cNvPicPr preferRelativeResize="0"/>
          <p:nvPr/>
        </p:nvPicPr>
        <p:blipFill rotWithShape="1">
          <a:blip r:embed="rId5">
            <a:alphaModFix/>
          </a:blip>
          <a:srcRect b="0" l="0" r="0" t="0"/>
          <a:stretch/>
        </p:blipFill>
        <p:spPr>
          <a:xfrm>
            <a:off x="4908883" y="4096376"/>
            <a:ext cx="2578820" cy="74748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1000"/>
                                        <p:tgtEl>
                                          <p:spTgt spid="4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1000"/>
                                        <p:tgtEl>
                                          <p:spTgt spid="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1000"/>
                                        <p:tgtEl>
                                          <p:spTgt spid="4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par>
                                <p:cTn fill="hold" nodeType="with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par>
                                <p:cTn fill="hold" nodeType="with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500"/>
                                        <p:tgtEl>
                                          <p:spTgt spid="4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7"/>
          <p:cNvSpPr txBox="1"/>
          <p:nvPr/>
        </p:nvSpPr>
        <p:spPr>
          <a:xfrm>
            <a:off x="0" y="86312"/>
            <a:ext cx="1923068"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4</a:t>
            </a:r>
            <a:endParaRPr b="1" i="0" sz="1800" u="none" cap="none" strike="noStrike">
              <a:solidFill>
                <a:schemeClr val="lt1"/>
              </a:solidFill>
              <a:latin typeface="Times New Roman"/>
              <a:ea typeface="Times New Roman"/>
              <a:cs typeface="Times New Roman"/>
              <a:sym typeface="Times New Roman"/>
            </a:endParaRPr>
          </a:p>
        </p:txBody>
      </p:sp>
      <p:sp>
        <p:nvSpPr>
          <p:cNvPr id="499" name="Google Shape;499;p57"/>
          <p:cNvSpPr txBox="1"/>
          <p:nvPr/>
        </p:nvSpPr>
        <p:spPr>
          <a:xfrm>
            <a:off x="58283" y="1357301"/>
            <a:ext cx="1923068" cy="346249"/>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4</a:t>
            </a:r>
            <a:endParaRPr b="1" i="0" sz="1800" u="none" cap="none" strike="noStrike">
              <a:solidFill>
                <a:schemeClr val="lt1"/>
              </a:solidFill>
              <a:latin typeface="Times New Roman"/>
              <a:ea typeface="Times New Roman"/>
              <a:cs typeface="Times New Roman"/>
              <a:sym typeface="Times New Roman"/>
            </a:endParaRPr>
          </a:p>
        </p:txBody>
      </p:sp>
      <p:sp>
        <p:nvSpPr>
          <p:cNvPr id="500" name="Google Shape;500;p57"/>
          <p:cNvSpPr txBox="1"/>
          <p:nvPr/>
        </p:nvSpPr>
        <p:spPr>
          <a:xfrm>
            <a:off x="0" y="4763840"/>
            <a:ext cx="2578820" cy="346249"/>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4</a:t>
            </a:r>
            <a:endParaRPr b="1" i="0" sz="1800" u="none" cap="none" strike="noStrike">
              <a:solidFill>
                <a:schemeClr val="lt1"/>
              </a:solidFill>
              <a:latin typeface="Times New Roman"/>
              <a:ea typeface="Times New Roman"/>
              <a:cs typeface="Times New Roman"/>
              <a:sym typeface="Times New Roman"/>
            </a:endParaRPr>
          </a:p>
        </p:txBody>
      </p:sp>
      <p:sp>
        <p:nvSpPr>
          <p:cNvPr id="501" name="Google Shape;501;p57"/>
          <p:cNvSpPr txBox="1"/>
          <p:nvPr/>
        </p:nvSpPr>
        <p:spPr>
          <a:xfrm>
            <a:off x="3017816" y="4763840"/>
            <a:ext cx="1097835" cy="346218"/>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0.8372</a:t>
            </a:r>
            <a:endParaRPr b="1" i="0" sz="1800" u="none" cap="none" strike="noStrike">
              <a:solidFill>
                <a:schemeClr val="lt1"/>
              </a:solidFill>
              <a:latin typeface="Times New Roman"/>
              <a:ea typeface="Times New Roman"/>
              <a:cs typeface="Times New Roman"/>
              <a:sym typeface="Times New Roman"/>
            </a:endParaRPr>
          </a:p>
        </p:txBody>
      </p:sp>
      <p:cxnSp>
        <p:nvCxnSpPr>
          <p:cNvPr id="502" name="Google Shape;502;p57"/>
          <p:cNvCxnSpPr/>
          <p:nvPr/>
        </p:nvCxnSpPr>
        <p:spPr>
          <a:xfrm>
            <a:off x="2688731" y="4944931"/>
            <a:ext cx="219173" cy="0"/>
          </a:xfrm>
          <a:prstGeom prst="straightConnector1">
            <a:avLst/>
          </a:prstGeom>
          <a:noFill/>
          <a:ln cap="flat" cmpd="sng" w="19050">
            <a:solidFill>
              <a:schemeClr val="accent6"/>
            </a:solidFill>
            <a:prstDash val="solid"/>
            <a:miter lim="800000"/>
            <a:headEnd len="sm" w="sm" type="none"/>
            <a:tailEnd len="med" w="med" type="triangle"/>
          </a:ln>
        </p:spPr>
      </p:cxnSp>
      <p:sp>
        <p:nvSpPr>
          <p:cNvPr id="503" name="Google Shape;503;p57"/>
          <p:cNvSpPr txBox="1"/>
          <p:nvPr/>
        </p:nvSpPr>
        <p:spPr>
          <a:xfrm>
            <a:off x="60960" y="481707"/>
            <a:ext cx="8833402" cy="561662"/>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None/>
            </a:pPr>
            <a:r>
              <a:rPr b="0" i="0" lang="en-US" sz="1600" u="none" cap="none" strike="noStrike">
                <a:solidFill>
                  <a:schemeClr val="dk1"/>
                </a:solidFill>
                <a:latin typeface="Times New Roman"/>
                <a:ea typeface="Times New Roman"/>
                <a:cs typeface="Times New Roman"/>
                <a:sym typeface="Times New Roman"/>
              </a:rPr>
              <a:t>The output of a neural network is [2, 4, 7, 1, 5]. Find the softmax probability for 7. Answer to 4 places of decimals.</a:t>
            </a:r>
            <a:endParaRPr/>
          </a:p>
        </p:txBody>
      </p:sp>
      <p:pic>
        <p:nvPicPr>
          <p:cNvPr id="504" name="Google Shape;504;p57"/>
          <p:cNvPicPr preferRelativeResize="0"/>
          <p:nvPr/>
        </p:nvPicPr>
        <p:blipFill rotWithShape="1">
          <a:blip r:embed="rId3">
            <a:alphaModFix/>
          </a:blip>
          <a:srcRect b="0" l="0" r="0" t="0"/>
          <a:stretch/>
        </p:blipFill>
        <p:spPr>
          <a:xfrm>
            <a:off x="0" y="1924495"/>
            <a:ext cx="4274146" cy="595499"/>
          </a:xfrm>
          <a:prstGeom prst="rect">
            <a:avLst/>
          </a:prstGeom>
          <a:noFill/>
          <a:ln>
            <a:noFill/>
          </a:ln>
        </p:spPr>
      </p:pic>
      <p:pic>
        <p:nvPicPr>
          <p:cNvPr id="505" name="Google Shape;505;p57"/>
          <p:cNvPicPr preferRelativeResize="0"/>
          <p:nvPr/>
        </p:nvPicPr>
        <p:blipFill rotWithShape="1">
          <a:blip r:embed="rId4">
            <a:alphaModFix/>
          </a:blip>
          <a:srcRect b="76134" l="0" r="35841" t="0"/>
          <a:stretch/>
        </p:blipFill>
        <p:spPr>
          <a:xfrm>
            <a:off x="141999" y="3216287"/>
            <a:ext cx="3416210" cy="1105663"/>
          </a:xfrm>
          <a:prstGeom prst="rect">
            <a:avLst/>
          </a:prstGeom>
          <a:noFill/>
          <a:ln>
            <a:noFill/>
          </a:ln>
        </p:spPr>
      </p:pic>
      <p:pic>
        <p:nvPicPr>
          <p:cNvPr id="506" name="Google Shape;506;p57"/>
          <p:cNvPicPr preferRelativeResize="0"/>
          <p:nvPr/>
        </p:nvPicPr>
        <p:blipFill rotWithShape="1">
          <a:blip r:embed="rId5">
            <a:alphaModFix/>
          </a:blip>
          <a:srcRect b="0" l="0" r="0" t="0"/>
          <a:stretch/>
        </p:blipFill>
        <p:spPr>
          <a:xfrm>
            <a:off x="4650003" y="4224130"/>
            <a:ext cx="3748039" cy="772700"/>
          </a:xfrm>
          <a:prstGeom prst="rect">
            <a:avLst/>
          </a:prstGeom>
          <a:noFill/>
          <a:ln>
            <a:noFill/>
          </a:ln>
        </p:spPr>
      </p:pic>
      <p:pic>
        <p:nvPicPr>
          <p:cNvPr id="507" name="Google Shape;507;p57"/>
          <p:cNvPicPr preferRelativeResize="0"/>
          <p:nvPr/>
        </p:nvPicPr>
        <p:blipFill rotWithShape="1">
          <a:blip r:embed="rId4">
            <a:alphaModFix/>
          </a:blip>
          <a:srcRect b="0" l="0" r="0" t="27512"/>
          <a:stretch/>
        </p:blipFill>
        <p:spPr>
          <a:xfrm>
            <a:off x="4756015" y="1367254"/>
            <a:ext cx="4245986" cy="267797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000"/>
                                        <p:tgtEl>
                                          <p:spTgt spid="4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1000"/>
                                        <p:tgtEl>
                                          <p:spTgt spid="5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1000"/>
                                        <p:tgtEl>
                                          <p:spTgt spid="5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1000"/>
                                        <p:tgtEl>
                                          <p:spTgt spid="507"/>
                                        </p:tgtEl>
                                      </p:cBhvr>
                                    </p:animEffect>
                                  </p:childTnLst>
                                </p:cTn>
                              </p:par>
                              <p:par>
                                <p:cTn fill="hold" nodeType="with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1000"/>
                                        <p:tgtEl>
                                          <p:spTgt spid="5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500"/>
                                        <p:tgtEl>
                                          <p:spTgt spid="501"/>
                                        </p:tgtEl>
                                      </p:cBhvr>
                                    </p:animEffect>
                                  </p:childTnLst>
                                </p:cTn>
                              </p:par>
                              <p:par>
                                <p:cTn fill="hold" nodeType="with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500"/>
                                        <p:tgtEl>
                                          <p:spTgt spid="502"/>
                                        </p:tgtEl>
                                      </p:cBhvr>
                                    </p:animEffect>
                                  </p:childTnLst>
                                </p:cTn>
                              </p:par>
                              <p:par>
                                <p:cTn fill="hold" nodeType="with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500"/>
                                        <p:tgtEl>
                                          <p:spTgt spid="5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8"/>
          <p:cNvSpPr txBox="1"/>
          <p:nvPr/>
        </p:nvSpPr>
        <p:spPr>
          <a:xfrm>
            <a:off x="-1985" y="23487"/>
            <a:ext cx="1923068"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5</a:t>
            </a:r>
            <a:endParaRPr b="1" i="0" sz="1800" u="none" cap="none" strike="noStrike">
              <a:solidFill>
                <a:schemeClr val="lt1"/>
              </a:solidFill>
              <a:latin typeface="Times New Roman"/>
              <a:ea typeface="Times New Roman"/>
              <a:cs typeface="Times New Roman"/>
              <a:sym typeface="Times New Roman"/>
            </a:endParaRPr>
          </a:p>
        </p:txBody>
      </p:sp>
      <p:sp>
        <p:nvSpPr>
          <p:cNvPr id="514" name="Google Shape;514;p58"/>
          <p:cNvSpPr txBox="1"/>
          <p:nvPr/>
        </p:nvSpPr>
        <p:spPr>
          <a:xfrm>
            <a:off x="5499291" y="57787"/>
            <a:ext cx="1923068" cy="346249"/>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5</a:t>
            </a:r>
            <a:endParaRPr b="1" i="0" sz="1800" u="none" cap="none" strike="noStrike">
              <a:solidFill>
                <a:schemeClr val="lt1"/>
              </a:solidFill>
              <a:latin typeface="Times New Roman"/>
              <a:ea typeface="Times New Roman"/>
              <a:cs typeface="Times New Roman"/>
              <a:sym typeface="Times New Roman"/>
            </a:endParaRPr>
          </a:p>
        </p:txBody>
      </p:sp>
      <p:sp>
        <p:nvSpPr>
          <p:cNvPr id="515" name="Google Shape;515;p58"/>
          <p:cNvSpPr txBox="1"/>
          <p:nvPr/>
        </p:nvSpPr>
        <p:spPr>
          <a:xfrm>
            <a:off x="0" y="4763840"/>
            <a:ext cx="2578820" cy="346249"/>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5</a:t>
            </a:r>
            <a:endParaRPr b="1" i="0" sz="1800" u="none" cap="none" strike="noStrike">
              <a:solidFill>
                <a:schemeClr val="lt1"/>
              </a:solidFill>
              <a:latin typeface="Times New Roman"/>
              <a:ea typeface="Times New Roman"/>
              <a:cs typeface="Times New Roman"/>
              <a:sym typeface="Times New Roman"/>
            </a:endParaRPr>
          </a:p>
        </p:txBody>
      </p:sp>
      <p:sp>
        <p:nvSpPr>
          <p:cNvPr id="516" name="Google Shape;516;p58"/>
          <p:cNvSpPr txBox="1"/>
          <p:nvPr/>
        </p:nvSpPr>
        <p:spPr>
          <a:xfrm>
            <a:off x="3017816" y="4763840"/>
            <a:ext cx="1046184" cy="346218"/>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517" name="Google Shape;517;p58"/>
          <p:cNvCxnSpPr/>
          <p:nvPr/>
        </p:nvCxnSpPr>
        <p:spPr>
          <a:xfrm>
            <a:off x="2688731" y="4944931"/>
            <a:ext cx="219173" cy="0"/>
          </a:xfrm>
          <a:prstGeom prst="straightConnector1">
            <a:avLst/>
          </a:prstGeom>
          <a:noFill/>
          <a:ln cap="flat" cmpd="sng" w="19050">
            <a:solidFill>
              <a:schemeClr val="accent6"/>
            </a:solidFill>
            <a:prstDash val="solid"/>
            <a:miter lim="800000"/>
            <a:headEnd len="sm" w="sm" type="none"/>
            <a:tailEnd len="med" w="med" type="triangle"/>
          </a:ln>
        </p:spPr>
      </p:cxnSp>
      <p:sp>
        <p:nvSpPr>
          <p:cNvPr id="518" name="Google Shape;518;p58"/>
          <p:cNvSpPr txBox="1"/>
          <p:nvPr/>
        </p:nvSpPr>
        <p:spPr>
          <a:xfrm>
            <a:off x="58100" y="393832"/>
            <a:ext cx="3759921" cy="289305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Assume, you want to cluster 7 observations into 3 clusters using K-Means clustering algorithm. After first iteration clusters, C1, C2, C3 has following observations:</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C1: (2,2), (4,4), (6,6)</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C2: (0,4), (4,0)</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C3: (5,5), (9,9)</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What will be the cluster centroids if you want to proceed for second iteration?</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a) C1: (4,4), C2: (2,2), C3: (7,7)</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b) C1: (6,6), C2: (4,4), C3: (9,9)</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c) C1: (2,2), C2: (0,0), C3: (5,5)</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d) C1: (2,2), C2: (0,4), C3: (5,5)</a:t>
            </a:r>
            <a:endParaRPr/>
          </a:p>
        </p:txBody>
      </p:sp>
      <p:pic>
        <p:nvPicPr>
          <p:cNvPr id="519" name="Google Shape;519;p58"/>
          <p:cNvPicPr preferRelativeResize="0"/>
          <p:nvPr/>
        </p:nvPicPr>
        <p:blipFill rotWithShape="1">
          <a:blip r:embed="rId3">
            <a:alphaModFix/>
          </a:blip>
          <a:srcRect b="0" l="0" r="0" t="0"/>
          <a:stretch/>
        </p:blipFill>
        <p:spPr>
          <a:xfrm>
            <a:off x="4176295" y="530427"/>
            <a:ext cx="2521284" cy="1030438"/>
          </a:xfrm>
          <a:prstGeom prst="rect">
            <a:avLst/>
          </a:prstGeom>
          <a:noFill/>
          <a:ln>
            <a:noFill/>
          </a:ln>
        </p:spPr>
      </p:pic>
      <p:pic>
        <p:nvPicPr>
          <p:cNvPr id="520" name="Google Shape;520;p58"/>
          <p:cNvPicPr preferRelativeResize="0"/>
          <p:nvPr/>
        </p:nvPicPr>
        <p:blipFill rotWithShape="1">
          <a:blip r:embed="rId4">
            <a:alphaModFix/>
          </a:blip>
          <a:srcRect b="0" l="0" r="0" t="0"/>
          <a:stretch/>
        </p:blipFill>
        <p:spPr>
          <a:xfrm>
            <a:off x="4176295" y="1874908"/>
            <a:ext cx="4296215" cy="282396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1000"/>
                                        <p:tgtEl>
                                          <p:spTgt spid="5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1000"/>
                                        <p:tgtEl>
                                          <p:spTgt spid="5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1000"/>
                                        <p:tgtEl>
                                          <p:spTgt spid="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par>
                                <p:cTn fill="hold" nodeType="with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par>
                                <p:cTn fill="hold" nodeType="with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500"/>
                                        <p:tgtEl>
                                          <p:spTgt spid="5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9"/>
          <p:cNvSpPr txBox="1"/>
          <p:nvPr/>
        </p:nvSpPr>
        <p:spPr>
          <a:xfrm>
            <a:off x="598516" y="4107071"/>
            <a:ext cx="82212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If all the Activation Functions are ReLU, then answer the following question 6 and 7.</a:t>
            </a:r>
            <a:endParaRPr/>
          </a:p>
        </p:txBody>
      </p:sp>
      <p:grpSp>
        <p:nvGrpSpPr>
          <p:cNvPr id="526" name="Google Shape;526;p59"/>
          <p:cNvGrpSpPr/>
          <p:nvPr/>
        </p:nvGrpSpPr>
        <p:grpSpPr>
          <a:xfrm>
            <a:off x="598516" y="427058"/>
            <a:ext cx="7946967" cy="3396681"/>
            <a:chOff x="166254" y="368869"/>
            <a:chExt cx="7946967" cy="3396681"/>
          </a:xfrm>
        </p:grpSpPr>
        <p:sp>
          <p:nvSpPr>
            <p:cNvPr id="527" name="Google Shape;527;p59"/>
            <p:cNvSpPr txBox="1"/>
            <p:nvPr/>
          </p:nvSpPr>
          <p:spPr>
            <a:xfrm>
              <a:off x="166254" y="368869"/>
              <a:ext cx="794696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Consider the following neural network. Ix : Inputs; Bx : Biases; Hx : Hidden Layers; Ox : Outputs. </a:t>
              </a:r>
              <a:endParaRPr/>
            </a:p>
          </p:txBody>
        </p:sp>
        <p:pic>
          <p:nvPicPr>
            <p:cNvPr id="528" name="Google Shape;528;p59"/>
            <p:cNvPicPr preferRelativeResize="0"/>
            <p:nvPr/>
          </p:nvPicPr>
          <p:blipFill rotWithShape="1">
            <a:blip r:embed="rId3">
              <a:alphaModFix/>
            </a:blip>
            <a:srcRect b="0" l="0" r="0" t="0"/>
            <a:stretch/>
          </p:blipFill>
          <p:spPr>
            <a:xfrm>
              <a:off x="2137987" y="1377950"/>
              <a:ext cx="4394200" cy="2387600"/>
            </a:xfrm>
            <a:prstGeom prst="rect">
              <a:avLst/>
            </a:prstGeom>
            <a:noFill/>
            <a:ln>
              <a:noFill/>
            </a:ln>
          </p:spPr>
        </p:pic>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0"/>
          <p:cNvSpPr txBox="1"/>
          <p:nvPr/>
        </p:nvSpPr>
        <p:spPr>
          <a:xfrm>
            <a:off x="0" y="86312"/>
            <a:ext cx="1923068"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6</a:t>
            </a:r>
            <a:endParaRPr b="1" i="0" sz="1800" u="none" cap="none" strike="noStrike">
              <a:solidFill>
                <a:schemeClr val="lt1"/>
              </a:solidFill>
              <a:latin typeface="Times New Roman"/>
              <a:ea typeface="Times New Roman"/>
              <a:cs typeface="Times New Roman"/>
              <a:sym typeface="Times New Roman"/>
            </a:endParaRPr>
          </a:p>
        </p:txBody>
      </p:sp>
      <p:sp>
        <p:nvSpPr>
          <p:cNvPr id="535" name="Google Shape;535;p60"/>
          <p:cNvSpPr txBox="1"/>
          <p:nvPr/>
        </p:nvSpPr>
        <p:spPr>
          <a:xfrm>
            <a:off x="3485020" y="18404"/>
            <a:ext cx="1923068" cy="346249"/>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6</a:t>
            </a:r>
            <a:endParaRPr b="1" i="0" sz="1800" u="none" cap="none" strike="noStrike">
              <a:solidFill>
                <a:schemeClr val="lt1"/>
              </a:solidFill>
              <a:latin typeface="Times New Roman"/>
              <a:ea typeface="Times New Roman"/>
              <a:cs typeface="Times New Roman"/>
              <a:sym typeface="Times New Roman"/>
            </a:endParaRPr>
          </a:p>
        </p:txBody>
      </p:sp>
      <p:sp>
        <p:nvSpPr>
          <p:cNvPr id="536" name="Google Shape;536;p60"/>
          <p:cNvSpPr txBox="1"/>
          <p:nvPr/>
        </p:nvSpPr>
        <p:spPr>
          <a:xfrm>
            <a:off x="0" y="4763840"/>
            <a:ext cx="2578820" cy="346249"/>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6</a:t>
            </a:r>
            <a:endParaRPr b="1" i="0" sz="1800" u="none" cap="none" strike="noStrike">
              <a:solidFill>
                <a:schemeClr val="lt1"/>
              </a:solidFill>
              <a:latin typeface="Times New Roman"/>
              <a:ea typeface="Times New Roman"/>
              <a:cs typeface="Times New Roman"/>
              <a:sym typeface="Times New Roman"/>
            </a:endParaRPr>
          </a:p>
        </p:txBody>
      </p:sp>
      <p:sp>
        <p:nvSpPr>
          <p:cNvPr id="537" name="Google Shape;537;p60"/>
          <p:cNvSpPr txBox="1"/>
          <p:nvPr/>
        </p:nvSpPr>
        <p:spPr>
          <a:xfrm>
            <a:off x="3017815" y="4763840"/>
            <a:ext cx="866361" cy="346218"/>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d)</a:t>
            </a:r>
            <a:endParaRPr/>
          </a:p>
        </p:txBody>
      </p:sp>
      <p:cxnSp>
        <p:nvCxnSpPr>
          <p:cNvPr id="538" name="Google Shape;538;p60"/>
          <p:cNvCxnSpPr/>
          <p:nvPr/>
        </p:nvCxnSpPr>
        <p:spPr>
          <a:xfrm>
            <a:off x="2688731" y="4944931"/>
            <a:ext cx="219173" cy="0"/>
          </a:xfrm>
          <a:prstGeom prst="straightConnector1">
            <a:avLst/>
          </a:prstGeom>
          <a:noFill/>
          <a:ln cap="flat" cmpd="sng" w="19050">
            <a:solidFill>
              <a:schemeClr val="accent6"/>
            </a:solidFill>
            <a:prstDash val="solid"/>
            <a:miter lim="800000"/>
            <a:headEnd len="sm" w="sm" type="none"/>
            <a:tailEnd len="med" w="med" type="triangle"/>
          </a:ln>
        </p:spPr>
      </p:cxnSp>
      <p:sp>
        <p:nvSpPr>
          <p:cNvPr id="539" name="Google Shape;539;p60"/>
          <p:cNvSpPr txBox="1"/>
          <p:nvPr/>
        </p:nvSpPr>
        <p:spPr>
          <a:xfrm>
            <a:off x="36146" y="410492"/>
            <a:ext cx="8833500" cy="116951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What will be the output for Input [1, 1]?</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a) O1 : 0, O2 : 0</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b) O1 : 0, O2 : 1</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c) O1 : 1, O2 : 0</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d) O1 : 1, O2 : 1</a:t>
            </a:r>
            <a:endParaRPr/>
          </a:p>
        </p:txBody>
      </p:sp>
      <p:pic>
        <p:nvPicPr>
          <p:cNvPr id="540" name="Google Shape;540;p60"/>
          <p:cNvPicPr preferRelativeResize="0"/>
          <p:nvPr/>
        </p:nvPicPr>
        <p:blipFill rotWithShape="1">
          <a:blip r:embed="rId3">
            <a:alphaModFix/>
          </a:blip>
          <a:srcRect b="891" l="0" r="0" t="1"/>
          <a:stretch/>
        </p:blipFill>
        <p:spPr>
          <a:xfrm>
            <a:off x="141870" y="2190223"/>
            <a:ext cx="4179237" cy="1323395"/>
          </a:xfrm>
          <a:prstGeom prst="rect">
            <a:avLst/>
          </a:prstGeom>
          <a:noFill/>
          <a:ln>
            <a:noFill/>
          </a:ln>
        </p:spPr>
      </p:pic>
      <p:pic>
        <p:nvPicPr>
          <p:cNvPr id="541" name="Google Shape;541;p60"/>
          <p:cNvPicPr preferRelativeResize="0"/>
          <p:nvPr/>
        </p:nvPicPr>
        <p:blipFill rotWithShape="1">
          <a:blip r:embed="rId4">
            <a:alphaModFix/>
          </a:blip>
          <a:srcRect b="0" l="0" r="0" t="0"/>
          <a:stretch/>
        </p:blipFill>
        <p:spPr>
          <a:xfrm>
            <a:off x="4572000" y="414019"/>
            <a:ext cx="3011557" cy="2157731"/>
          </a:xfrm>
          <a:prstGeom prst="rect">
            <a:avLst/>
          </a:prstGeom>
          <a:noFill/>
          <a:ln>
            <a:noFill/>
          </a:ln>
        </p:spPr>
      </p:pic>
      <p:pic>
        <p:nvPicPr>
          <p:cNvPr id="542" name="Google Shape;542;p60"/>
          <p:cNvPicPr preferRelativeResize="0"/>
          <p:nvPr/>
        </p:nvPicPr>
        <p:blipFill rotWithShape="1">
          <a:blip r:embed="rId5">
            <a:alphaModFix/>
          </a:blip>
          <a:srcRect b="10329" l="0" r="0" t="3167"/>
          <a:stretch/>
        </p:blipFill>
        <p:spPr>
          <a:xfrm>
            <a:off x="4635501" y="2663687"/>
            <a:ext cx="3226968" cy="24371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1000"/>
                                        <p:tgtEl>
                                          <p:spTgt spid="5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1000"/>
                                        <p:tgtEl>
                                          <p:spTgt spid="5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1000"/>
                                        <p:tgtEl>
                                          <p:spTgt spid="5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1000"/>
                                        <p:tgtEl>
                                          <p:spTgt spid="5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500"/>
                                        <p:tgtEl>
                                          <p:spTgt spid="537"/>
                                        </p:tgtEl>
                                      </p:cBhvr>
                                    </p:animEffect>
                                  </p:childTnLst>
                                </p:cTn>
                              </p:par>
                              <p:par>
                                <p:cTn fill="hold" nodeType="with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500"/>
                                        <p:tgtEl>
                                          <p:spTgt spid="538"/>
                                        </p:tgtEl>
                                      </p:cBhvr>
                                    </p:animEffect>
                                  </p:childTnLst>
                                </p:cTn>
                              </p:par>
                              <p:par>
                                <p:cTn fill="hold" nodeType="with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500"/>
                                        <p:tgtEl>
                                          <p:spTgt spid="5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1"/>
          <p:cNvSpPr txBox="1"/>
          <p:nvPr/>
        </p:nvSpPr>
        <p:spPr>
          <a:xfrm>
            <a:off x="0" y="86312"/>
            <a:ext cx="1923068"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7</a:t>
            </a:r>
            <a:endParaRPr b="1" i="0" sz="1800" u="none" cap="none" strike="noStrike">
              <a:solidFill>
                <a:schemeClr val="lt1"/>
              </a:solidFill>
              <a:latin typeface="Times New Roman"/>
              <a:ea typeface="Times New Roman"/>
              <a:cs typeface="Times New Roman"/>
              <a:sym typeface="Times New Roman"/>
            </a:endParaRPr>
          </a:p>
        </p:txBody>
      </p:sp>
      <p:sp>
        <p:nvSpPr>
          <p:cNvPr id="549" name="Google Shape;549;p61"/>
          <p:cNvSpPr txBox="1"/>
          <p:nvPr/>
        </p:nvSpPr>
        <p:spPr>
          <a:xfrm>
            <a:off x="0" y="1871320"/>
            <a:ext cx="1923068" cy="346249"/>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7</a:t>
            </a:r>
            <a:endParaRPr b="1" i="0" sz="1800" u="none" cap="none" strike="noStrike">
              <a:solidFill>
                <a:schemeClr val="lt1"/>
              </a:solidFill>
              <a:latin typeface="Times New Roman"/>
              <a:ea typeface="Times New Roman"/>
              <a:cs typeface="Times New Roman"/>
              <a:sym typeface="Times New Roman"/>
            </a:endParaRPr>
          </a:p>
        </p:txBody>
      </p:sp>
      <p:sp>
        <p:nvSpPr>
          <p:cNvPr id="550" name="Google Shape;550;p61"/>
          <p:cNvSpPr txBox="1"/>
          <p:nvPr/>
        </p:nvSpPr>
        <p:spPr>
          <a:xfrm>
            <a:off x="0" y="4763840"/>
            <a:ext cx="2578820" cy="346249"/>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7</a:t>
            </a:r>
            <a:endParaRPr b="1" i="0" sz="1800" u="none" cap="none" strike="noStrike">
              <a:solidFill>
                <a:schemeClr val="lt1"/>
              </a:solidFill>
              <a:latin typeface="Times New Roman"/>
              <a:ea typeface="Times New Roman"/>
              <a:cs typeface="Times New Roman"/>
              <a:sym typeface="Times New Roman"/>
            </a:endParaRPr>
          </a:p>
        </p:txBody>
      </p:sp>
      <p:sp>
        <p:nvSpPr>
          <p:cNvPr id="551" name="Google Shape;551;p61"/>
          <p:cNvSpPr txBox="1"/>
          <p:nvPr/>
        </p:nvSpPr>
        <p:spPr>
          <a:xfrm>
            <a:off x="3017815" y="4763840"/>
            <a:ext cx="728797" cy="346218"/>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552" name="Google Shape;552;p61"/>
          <p:cNvCxnSpPr/>
          <p:nvPr/>
        </p:nvCxnSpPr>
        <p:spPr>
          <a:xfrm>
            <a:off x="2688731" y="4944931"/>
            <a:ext cx="219173" cy="0"/>
          </a:xfrm>
          <a:prstGeom prst="straightConnector1">
            <a:avLst/>
          </a:prstGeom>
          <a:noFill/>
          <a:ln cap="flat" cmpd="sng" w="19050">
            <a:solidFill>
              <a:schemeClr val="accent6"/>
            </a:solidFill>
            <a:prstDash val="solid"/>
            <a:miter lim="800000"/>
            <a:headEnd len="sm" w="sm" type="none"/>
            <a:tailEnd len="med" w="med" type="triangle"/>
          </a:ln>
        </p:spPr>
      </p:cxnSp>
      <p:sp>
        <p:nvSpPr>
          <p:cNvPr id="553" name="Google Shape;553;p61"/>
          <p:cNvSpPr txBox="1"/>
          <p:nvPr/>
        </p:nvSpPr>
        <p:spPr>
          <a:xfrm>
            <a:off x="0" y="444384"/>
            <a:ext cx="8885054" cy="138499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What will be the output if sigmoid activation functions are used in the output layer instead of ReLU? Note: Hidden layer still has ReLU.</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a) O1 : 0.731, O2 : 1</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b) O1 : 0.731, O2 : 0.731</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c) O1 : 0.5, O2 : 0.5</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d) O1 : 1, O2 : 0.731</a:t>
            </a:r>
            <a:endParaRPr/>
          </a:p>
        </p:txBody>
      </p:sp>
      <p:pic>
        <p:nvPicPr>
          <p:cNvPr id="554" name="Google Shape;554;p61"/>
          <p:cNvPicPr preferRelativeResize="0"/>
          <p:nvPr/>
        </p:nvPicPr>
        <p:blipFill rotWithShape="1">
          <a:blip r:embed="rId3">
            <a:alphaModFix/>
          </a:blip>
          <a:srcRect b="0" l="0" r="0" t="0"/>
          <a:stretch/>
        </p:blipFill>
        <p:spPr>
          <a:xfrm>
            <a:off x="110631" y="2264780"/>
            <a:ext cx="2578100" cy="355600"/>
          </a:xfrm>
          <a:prstGeom prst="rect">
            <a:avLst/>
          </a:prstGeom>
          <a:noFill/>
          <a:ln>
            <a:noFill/>
          </a:ln>
        </p:spPr>
      </p:pic>
      <p:pic>
        <p:nvPicPr>
          <p:cNvPr id="555" name="Google Shape;555;p61"/>
          <p:cNvPicPr preferRelativeResize="0"/>
          <p:nvPr/>
        </p:nvPicPr>
        <p:blipFill rotWithShape="1">
          <a:blip r:embed="rId4">
            <a:alphaModFix/>
          </a:blip>
          <a:srcRect b="0" l="0" r="0" t="0"/>
          <a:stretch/>
        </p:blipFill>
        <p:spPr>
          <a:xfrm>
            <a:off x="110631" y="2731438"/>
            <a:ext cx="4397513" cy="192134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1000"/>
                                        <p:tgtEl>
                                          <p:spTgt spid="5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1000"/>
                                        <p:tgtEl>
                                          <p:spTgt spid="554"/>
                                        </p:tgtEl>
                                      </p:cBhvr>
                                    </p:animEffect>
                                  </p:childTnLst>
                                </p:cTn>
                              </p:par>
                              <p:par>
                                <p:cTn fill="hold" nodeType="with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1000"/>
                                        <p:tgtEl>
                                          <p:spTgt spid="5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500"/>
                                        <p:tgtEl>
                                          <p:spTgt spid="550"/>
                                        </p:tgtEl>
                                      </p:cBhvr>
                                    </p:animEffect>
                                  </p:childTnLst>
                                </p:cTn>
                              </p:par>
                              <p:par>
                                <p:cTn fill="hold" nodeType="with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500"/>
                                        <p:tgtEl>
                                          <p:spTgt spid="552"/>
                                        </p:tgtEl>
                                      </p:cBhvr>
                                    </p:animEffect>
                                  </p:childTnLst>
                                </p:cTn>
                              </p:par>
                              <p:par>
                                <p:cTn fill="hold" nodeType="with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500"/>
                                        <p:tgtEl>
                                          <p:spTgt spid="5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62"/>
          <p:cNvSpPr txBox="1"/>
          <p:nvPr/>
        </p:nvSpPr>
        <p:spPr>
          <a:xfrm>
            <a:off x="0" y="1919"/>
            <a:ext cx="1923068"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8</a:t>
            </a:r>
            <a:endParaRPr b="1" i="0" sz="1800" u="none" cap="none" strike="noStrike">
              <a:solidFill>
                <a:schemeClr val="lt1"/>
              </a:solidFill>
              <a:latin typeface="Times New Roman"/>
              <a:ea typeface="Times New Roman"/>
              <a:cs typeface="Times New Roman"/>
              <a:sym typeface="Times New Roman"/>
            </a:endParaRPr>
          </a:p>
        </p:txBody>
      </p:sp>
      <p:sp>
        <p:nvSpPr>
          <p:cNvPr id="562" name="Google Shape;562;p62"/>
          <p:cNvSpPr txBox="1"/>
          <p:nvPr/>
        </p:nvSpPr>
        <p:spPr>
          <a:xfrm>
            <a:off x="65672" y="1398001"/>
            <a:ext cx="1923068" cy="346249"/>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8</a:t>
            </a:r>
            <a:endParaRPr b="1" i="0" sz="1800" u="none" cap="none" strike="noStrike">
              <a:solidFill>
                <a:schemeClr val="lt1"/>
              </a:solidFill>
              <a:latin typeface="Times New Roman"/>
              <a:ea typeface="Times New Roman"/>
              <a:cs typeface="Times New Roman"/>
              <a:sym typeface="Times New Roman"/>
            </a:endParaRPr>
          </a:p>
        </p:txBody>
      </p:sp>
      <p:sp>
        <p:nvSpPr>
          <p:cNvPr id="563" name="Google Shape;563;p62"/>
          <p:cNvSpPr txBox="1"/>
          <p:nvPr/>
        </p:nvSpPr>
        <p:spPr>
          <a:xfrm>
            <a:off x="0" y="4763840"/>
            <a:ext cx="2578820" cy="346249"/>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8</a:t>
            </a:r>
            <a:endParaRPr b="1" i="0" sz="1800" u="none" cap="none" strike="noStrike">
              <a:solidFill>
                <a:schemeClr val="lt1"/>
              </a:solidFill>
              <a:latin typeface="Times New Roman"/>
              <a:ea typeface="Times New Roman"/>
              <a:cs typeface="Times New Roman"/>
              <a:sym typeface="Times New Roman"/>
            </a:endParaRPr>
          </a:p>
        </p:txBody>
      </p:sp>
      <p:sp>
        <p:nvSpPr>
          <p:cNvPr id="564" name="Google Shape;564;p62"/>
          <p:cNvSpPr txBox="1"/>
          <p:nvPr/>
        </p:nvSpPr>
        <p:spPr>
          <a:xfrm>
            <a:off x="3017817" y="4763840"/>
            <a:ext cx="1201258" cy="346218"/>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197</a:t>
            </a:r>
            <a:endParaRPr/>
          </a:p>
        </p:txBody>
      </p:sp>
      <p:cxnSp>
        <p:nvCxnSpPr>
          <p:cNvPr id="565" name="Google Shape;565;p62"/>
          <p:cNvCxnSpPr/>
          <p:nvPr/>
        </p:nvCxnSpPr>
        <p:spPr>
          <a:xfrm>
            <a:off x="2688731" y="4944931"/>
            <a:ext cx="219173" cy="0"/>
          </a:xfrm>
          <a:prstGeom prst="straightConnector1">
            <a:avLst/>
          </a:prstGeom>
          <a:noFill/>
          <a:ln cap="flat" cmpd="sng" w="19050">
            <a:solidFill>
              <a:schemeClr val="accent6"/>
            </a:solidFill>
            <a:prstDash val="solid"/>
            <a:miter lim="800000"/>
            <a:headEnd len="sm" w="sm" type="none"/>
            <a:tailEnd len="med" w="med" type="triangle"/>
          </a:ln>
        </p:spPr>
      </p:cxnSp>
      <p:pic>
        <p:nvPicPr>
          <p:cNvPr id="566" name="Google Shape;566;p62"/>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567" name="Google Shape;567;p62"/>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568" name="Google Shape;568;p62"/>
          <p:cNvPicPr preferRelativeResize="0"/>
          <p:nvPr/>
        </p:nvPicPr>
        <p:blipFill rotWithShape="1">
          <a:blip r:embed="rId3">
            <a:alphaModFix/>
          </a:blip>
          <a:srcRect b="0" l="0" r="0" t="0"/>
          <a:stretch/>
        </p:blipFill>
        <p:spPr>
          <a:xfrm>
            <a:off x="0" y="0"/>
            <a:ext cx="9525" cy="9525"/>
          </a:xfrm>
          <a:prstGeom prst="rect">
            <a:avLst/>
          </a:prstGeom>
          <a:noFill/>
          <a:ln>
            <a:noFill/>
          </a:ln>
        </p:spPr>
      </p:pic>
      <p:sp>
        <p:nvSpPr>
          <p:cNvPr id="569" name="Google Shape;569;p62"/>
          <p:cNvSpPr txBox="1"/>
          <p:nvPr/>
        </p:nvSpPr>
        <p:spPr>
          <a:xfrm>
            <a:off x="9524" y="348673"/>
            <a:ext cx="9134475" cy="95410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Consider a multilayer feed forward network which takes a 10-D feature vector as input and produces a 2-D output vector. The network has one hidden layer with number of neurons 15. Please note that the input vector is the input to the first hidden layer. What is the dimension of the parametric space over which the optimization process would be carried out to train the network?</a:t>
            </a:r>
            <a:endParaRPr/>
          </a:p>
        </p:txBody>
      </p:sp>
      <p:pic>
        <p:nvPicPr>
          <p:cNvPr id="570" name="Google Shape;570;p62"/>
          <p:cNvPicPr preferRelativeResize="0"/>
          <p:nvPr/>
        </p:nvPicPr>
        <p:blipFill rotWithShape="1">
          <a:blip r:embed="rId4">
            <a:alphaModFix/>
          </a:blip>
          <a:srcRect b="0" l="0" r="0" t="0"/>
          <a:stretch/>
        </p:blipFill>
        <p:spPr>
          <a:xfrm>
            <a:off x="65672" y="1839471"/>
            <a:ext cx="1660358" cy="920509"/>
          </a:xfrm>
          <a:prstGeom prst="rect">
            <a:avLst/>
          </a:prstGeom>
          <a:noFill/>
          <a:ln>
            <a:noFill/>
          </a:ln>
        </p:spPr>
      </p:pic>
      <p:pic>
        <p:nvPicPr>
          <p:cNvPr id="571" name="Google Shape;571;p62"/>
          <p:cNvPicPr preferRelativeResize="0"/>
          <p:nvPr/>
        </p:nvPicPr>
        <p:blipFill rotWithShape="1">
          <a:blip r:embed="rId5">
            <a:alphaModFix/>
          </a:blip>
          <a:srcRect b="0" l="0" r="0" t="0"/>
          <a:stretch/>
        </p:blipFill>
        <p:spPr>
          <a:xfrm>
            <a:off x="9523" y="2759980"/>
            <a:ext cx="4209551" cy="1061460"/>
          </a:xfrm>
          <a:prstGeom prst="rect">
            <a:avLst/>
          </a:prstGeom>
          <a:noFill/>
          <a:ln>
            <a:noFill/>
          </a:ln>
        </p:spPr>
      </p:pic>
      <p:pic>
        <p:nvPicPr>
          <p:cNvPr id="572" name="Google Shape;572;p62"/>
          <p:cNvPicPr preferRelativeResize="0"/>
          <p:nvPr/>
        </p:nvPicPr>
        <p:blipFill rotWithShape="1">
          <a:blip r:embed="rId6">
            <a:alphaModFix/>
          </a:blip>
          <a:srcRect b="0" l="0" r="0" t="0"/>
          <a:stretch/>
        </p:blipFill>
        <p:spPr>
          <a:xfrm>
            <a:off x="4219074" y="2739058"/>
            <a:ext cx="4667821" cy="1103303"/>
          </a:xfrm>
          <a:prstGeom prst="rect">
            <a:avLst/>
          </a:prstGeom>
          <a:noFill/>
          <a:ln>
            <a:noFill/>
          </a:ln>
        </p:spPr>
      </p:pic>
      <p:pic>
        <p:nvPicPr>
          <p:cNvPr id="573" name="Google Shape;573;p62"/>
          <p:cNvPicPr preferRelativeResize="0"/>
          <p:nvPr/>
        </p:nvPicPr>
        <p:blipFill rotWithShape="1">
          <a:blip r:embed="rId7">
            <a:alphaModFix/>
          </a:blip>
          <a:srcRect b="0" l="0" r="0" t="0"/>
          <a:stretch/>
        </p:blipFill>
        <p:spPr>
          <a:xfrm>
            <a:off x="1923068" y="3920331"/>
            <a:ext cx="4209551" cy="7169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1000"/>
                                        <p:tgtEl>
                                          <p:spTgt spid="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1000"/>
                                        <p:tgtEl>
                                          <p:spTgt spid="5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1000"/>
                                        <p:tgtEl>
                                          <p:spTgt spid="5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gtEl>
                                        <p:attrNameLst>
                                          <p:attrName>style.visibility</p:attrName>
                                        </p:attrNameLst>
                                      </p:cBhvr>
                                      <p:to>
                                        <p:strVal val="visible"/>
                                      </p:to>
                                    </p:set>
                                    <p:animEffect filter="fade" transition="in">
                                      <p:cBhvr>
                                        <p:cTn dur="1000"/>
                                        <p:tgtEl>
                                          <p:spTgt spid="5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1000"/>
                                        <p:tgtEl>
                                          <p:spTgt spid="5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500"/>
                                        <p:tgtEl>
                                          <p:spTgt spid="564"/>
                                        </p:tgtEl>
                                      </p:cBhvr>
                                    </p:animEffect>
                                  </p:childTnLst>
                                </p:cTn>
                              </p:par>
                              <p:par>
                                <p:cTn fill="hold" nodeType="with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500"/>
                                        <p:tgtEl>
                                          <p:spTgt spid="565"/>
                                        </p:tgtEl>
                                      </p:cBhvr>
                                    </p:animEffect>
                                  </p:childTnLst>
                                </p:cTn>
                              </p:par>
                              <p:par>
                                <p:cTn fill="hold" nodeType="with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500"/>
                                        <p:tgtEl>
                                          <p:spTgt spid="5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63"/>
          <p:cNvSpPr txBox="1"/>
          <p:nvPr/>
        </p:nvSpPr>
        <p:spPr>
          <a:xfrm>
            <a:off x="-1" y="12527"/>
            <a:ext cx="1923068"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9</a:t>
            </a:r>
            <a:endParaRPr b="1" i="0" sz="1800" u="none" cap="none" strike="noStrike">
              <a:solidFill>
                <a:schemeClr val="lt1"/>
              </a:solidFill>
              <a:latin typeface="Times New Roman"/>
              <a:ea typeface="Times New Roman"/>
              <a:cs typeface="Times New Roman"/>
              <a:sym typeface="Times New Roman"/>
            </a:endParaRPr>
          </a:p>
        </p:txBody>
      </p:sp>
      <p:sp>
        <p:nvSpPr>
          <p:cNvPr id="580" name="Google Shape;580;p63"/>
          <p:cNvSpPr txBox="1"/>
          <p:nvPr/>
        </p:nvSpPr>
        <p:spPr>
          <a:xfrm>
            <a:off x="100970" y="2411065"/>
            <a:ext cx="1923068" cy="346249"/>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9</a:t>
            </a:r>
            <a:endParaRPr b="1" i="0" sz="1800" u="none" cap="none" strike="noStrike">
              <a:solidFill>
                <a:schemeClr val="lt1"/>
              </a:solidFill>
              <a:latin typeface="Times New Roman"/>
              <a:ea typeface="Times New Roman"/>
              <a:cs typeface="Times New Roman"/>
              <a:sym typeface="Times New Roman"/>
            </a:endParaRPr>
          </a:p>
        </p:txBody>
      </p:sp>
      <p:sp>
        <p:nvSpPr>
          <p:cNvPr id="581" name="Google Shape;581;p63"/>
          <p:cNvSpPr txBox="1"/>
          <p:nvPr/>
        </p:nvSpPr>
        <p:spPr>
          <a:xfrm>
            <a:off x="-1" y="4763840"/>
            <a:ext cx="2817743" cy="346249"/>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9</a:t>
            </a:r>
            <a:endParaRPr b="1" i="0" sz="1800" u="none" cap="none" strike="noStrike">
              <a:solidFill>
                <a:schemeClr val="lt1"/>
              </a:solidFill>
              <a:latin typeface="Times New Roman"/>
              <a:ea typeface="Times New Roman"/>
              <a:cs typeface="Times New Roman"/>
              <a:sym typeface="Times New Roman"/>
            </a:endParaRPr>
          </a:p>
        </p:txBody>
      </p:sp>
      <p:sp>
        <p:nvSpPr>
          <p:cNvPr id="582" name="Google Shape;582;p63"/>
          <p:cNvSpPr txBox="1"/>
          <p:nvPr/>
        </p:nvSpPr>
        <p:spPr>
          <a:xfrm>
            <a:off x="3301082" y="4771806"/>
            <a:ext cx="765592" cy="346218"/>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 d)</a:t>
            </a:r>
            <a:endParaRPr b="1" i="0" sz="1800" u="none" cap="none" strike="noStrike">
              <a:solidFill>
                <a:schemeClr val="lt1"/>
              </a:solidFill>
              <a:latin typeface="Times New Roman"/>
              <a:ea typeface="Times New Roman"/>
              <a:cs typeface="Times New Roman"/>
              <a:sym typeface="Times New Roman"/>
            </a:endParaRPr>
          </a:p>
        </p:txBody>
      </p:sp>
      <p:cxnSp>
        <p:nvCxnSpPr>
          <p:cNvPr id="583" name="Google Shape;583;p63"/>
          <p:cNvCxnSpPr/>
          <p:nvPr/>
        </p:nvCxnSpPr>
        <p:spPr>
          <a:xfrm>
            <a:off x="2964542" y="4944930"/>
            <a:ext cx="219173" cy="0"/>
          </a:xfrm>
          <a:prstGeom prst="straightConnector1">
            <a:avLst/>
          </a:prstGeom>
          <a:noFill/>
          <a:ln cap="flat" cmpd="sng" w="19050">
            <a:solidFill>
              <a:schemeClr val="accent6"/>
            </a:solidFill>
            <a:prstDash val="solid"/>
            <a:miter lim="800000"/>
            <a:headEnd len="sm" w="sm" type="none"/>
            <a:tailEnd len="med" w="med" type="triangle"/>
          </a:ln>
        </p:spPr>
      </p:cxnSp>
      <p:grpSp>
        <p:nvGrpSpPr>
          <p:cNvPr id="584" name="Google Shape;584;p63"/>
          <p:cNvGrpSpPr/>
          <p:nvPr/>
        </p:nvGrpSpPr>
        <p:grpSpPr>
          <a:xfrm>
            <a:off x="111688" y="473191"/>
            <a:ext cx="8786553" cy="1932061"/>
            <a:chOff x="-1" y="358776"/>
            <a:chExt cx="9144000" cy="1932061"/>
          </a:xfrm>
        </p:grpSpPr>
        <p:sp>
          <p:nvSpPr>
            <p:cNvPr id="585" name="Google Shape;585;p63"/>
            <p:cNvSpPr txBox="1"/>
            <p:nvPr/>
          </p:nvSpPr>
          <p:spPr>
            <a:xfrm>
              <a:off x="-1" y="358776"/>
              <a:ext cx="9144000" cy="5847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600" u="none" cap="none" strike="noStrike">
                  <a:solidFill>
                    <a:schemeClr val="dk1"/>
                  </a:solidFill>
                  <a:latin typeface="Times New Roman"/>
                  <a:ea typeface="Times New Roman"/>
                  <a:cs typeface="Times New Roman"/>
                  <a:sym typeface="Times New Roman"/>
                </a:rPr>
                <a:t>We want to classify whether a special wire is good or not. Consider the following table consisting of four samples.</a:t>
              </a:r>
              <a:endParaRPr/>
            </a:p>
          </p:txBody>
        </p:sp>
        <p:sp>
          <p:nvSpPr>
            <p:cNvPr id="586" name="Google Shape;586;p63"/>
            <p:cNvSpPr txBox="1"/>
            <p:nvPr/>
          </p:nvSpPr>
          <p:spPr>
            <a:xfrm>
              <a:off x="0" y="905842"/>
              <a:ext cx="5683089" cy="138499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We introduce a new wire with durability 3 and strength 7. Which of the following statements are true after computing KNN (K=3)?</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a) (3, 7) is a bad wire.</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b) The nearest sample to (3, 7) is at a distance of 4.</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c) (3, 7) is a good wire.</a:t>
              </a:r>
              <a:endParaRPr/>
            </a:p>
            <a:p>
              <a:pPr indent="0" lvl="0" marL="0" marR="0" rtl="0" algn="just">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d) The nearest sample to (3, 7) is at a distance of 3.</a:t>
              </a:r>
              <a:endParaRPr b="0" i="0" sz="1400" u="none" cap="none" strike="noStrike">
                <a:solidFill>
                  <a:srgbClr val="000000"/>
                </a:solidFill>
                <a:latin typeface="Times New Roman"/>
                <a:ea typeface="Times New Roman"/>
                <a:cs typeface="Times New Roman"/>
                <a:sym typeface="Times New Roman"/>
              </a:endParaRPr>
            </a:p>
          </p:txBody>
        </p:sp>
        <p:pic>
          <p:nvPicPr>
            <p:cNvPr id="587" name="Google Shape;587;p63"/>
            <p:cNvPicPr preferRelativeResize="0"/>
            <p:nvPr/>
          </p:nvPicPr>
          <p:blipFill rotWithShape="1">
            <a:blip r:embed="rId3">
              <a:alphaModFix/>
            </a:blip>
            <a:srcRect b="0" l="0" r="0" t="2805"/>
            <a:stretch/>
          </p:blipFill>
          <p:spPr>
            <a:xfrm>
              <a:off x="6101680" y="1005421"/>
              <a:ext cx="2556796" cy="1185836"/>
            </a:xfrm>
            <a:prstGeom prst="rect">
              <a:avLst/>
            </a:prstGeom>
            <a:noFill/>
            <a:ln>
              <a:noFill/>
            </a:ln>
          </p:spPr>
        </p:pic>
      </p:grpSp>
      <p:pic>
        <p:nvPicPr>
          <p:cNvPr id="588" name="Google Shape;588;p63"/>
          <p:cNvPicPr preferRelativeResize="0"/>
          <p:nvPr/>
        </p:nvPicPr>
        <p:blipFill rotWithShape="1">
          <a:blip r:embed="rId4">
            <a:alphaModFix/>
          </a:blip>
          <a:srcRect b="0" l="0" r="0" t="0"/>
          <a:stretch/>
        </p:blipFill>
        <p:spPr>
          <a:xfrm>
            <a:off x="0" y="2791113"/>
            <a:ext cx="7061200" cy="393700"/>
          </a:xfrm>
          <a:prstGeom prst="rect">
            <a:avLst/>
          </a:prstGeom>
          <a:noFill/>
          <a:ln>
            <a:noFill/>
          </a:ln>
        </p:spPr>
      </p:pic>
      <p:pic>
        <p:nvPicPr>
          <p:cNvPr id="589" name="Google Shape;589;p63"/>
          <p:cNvPicPr preferRelativeResize="0"/>
          <p:nvPr/>
        </p:nvPicPr>
        <p:blipFill rotWithShape="1">
          <a:blip r:embed="rId5">
            <a:alphaModFix/>
          </a:blip>
          <a:srcRect b="64492" l="2249" r="2474" t="2608"/>
          <a:stretch/>
        </p:blipFill>
        <p:spPr>
          <a:xfrm>
            <a:off x="95846" y="3218612"/>
            <a:ext cx="3550440" cy="1297141"/>
          </a:xfrm>
          <a:prstGeom prst="rect">
            <a:avLst/>
          </a:prstGeom>
          <a:noFill/>
          <a:ln>
            <a:noFill/>
          </a:ln>
        </p:spPr>
      </p:pic>
      <p:pic>
        <p:nvPicPr>
          <p:cNvPr id="590" name="Google Shape;590;p63"/>
          <p:cNvPicPr preferRelativeResize="0"/>
          <p:nvPr/>
        </p:nvPicPr>
        <p:blipFill rotWithShape="1">
          <a:blip r:embed="rId5">
            <a:alphaModFix/>
          </a:blip>
          <a:srcRect b="31851" l="1399" r="49238" t="43800"/>
          <a:stretch/>
        </p:blipFill>
        <p:spPr>
          <a:xfrm>
            <a:off x="4066674" y="3094723"/>
            <a:ext cx="1934961" cy="1009843"/>
          </a:xfrm>
          <a:prstGeom prst="rect">
            <a:avLst/>
          </a:prstGeom>
          <a:noFill/>
          <a:ln>
            <a:noFill/>
          </a:ln>
        </p:spPr>
      </p:pic>
      <p:pic>
        <p:nvPicPr>
          <p:cNvPr id="591" name="Google Shape;591;p63"/>
          <p:cNvPicPr preferRelativeResize="0"/>
          <p:nvPr/>
        </p:nvPicPr>
        <p:blipFill rotWithShape="1">
          <a:blip r:embed="rId5">
            <a:alphaModFix/>
          </a:blip>
          <a:srcRect b="2544" l="0" r="46647" t="76946"/>
          <a:stretch/>
        </p:blipFill>
        <p:spPr>
          <a:xfrm>
            <a:off x="4066674" y="4123243"/>
            <a:ext cx="2175100" cy="884734"/>
          </a:xfrm>
          <a:prstGeom prst="rect">
            <a:avLst/>
          </a:prstGeom>
          <a:noFill/>
          <a:ln>
            <a:noFill/>
          </a:ln>
        </p:spPr>
      </p:pic>
      <p:pic>
        <p:nvPicPr>
          <p:cNvPr id="592" name="Google Shape;592;p63"/>
          <p:cNvPicPr preferRelativeResize="0"/>
          <p:nvPr/>
        </p:nvPicPr>
        <p:blipFill rotWithShape="1">
          <a:blip r:embed="rId6">
            <a:alphaModFix/>
          </a:blip>
          <a:srcRect b="0" l="0" r="0" t="0"/>
          <a:stretch/>
        </p:blipFill>
        <p:spPr>
          <a:xfrm>
            <a:off x="6043032" y="3539811"/>
            <a:ext cx="3046274" cy="109736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1000"/>
                                        <p:tgtEl>
                                          <p:spTgt spid="5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1000"/>
                                        <p:tgtEl>
                                          <p:spTgt spid="5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1000"/>
                                        <p:tgtEl>
                                          <p:spTgt spid="5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1000"/>
                                        <p:tgtEl>
                                          <p:spTgt spid="5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1"/>
                                        </p:tgtEl>
                                        <p:attrNameLst>
                                          <p:attrName>style.visibility</p:attrName>
                                        </p:attrNameLst>
                                      </p:cBhvr>
                                      <p:to>
                                        <p:strVal val="visible"/>
                                      </p:to>
                                    </p:set>
                                    <p:animEffect filter="fade" transition="in">
                                      <p:cBhvr>
                                        <p:cTn dur="1000"/>
                                        <p:tgtEl>
                                          <p:spTgt spid="5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
                                        </p:tgtEl>
                                        <p:attrNameLst>
                                          <p:attrName>style.visibility</p:attrName>
                                        </p:attrNameLst>
                                      </p:cBhvr>
                                      <p:to>
                                        <p:strVal val="visible"/>
                                      </p:to>
                                    </p:set>
                                    <p:animEffect filter="fade" transition="in">
                                      <p:cBhvr>
                                        <p:cTn dur="1000"/>
                                        <p:tgtEl>
                                          <p:spTgt spid="5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500"/>
                                        <p:tgtEl>
                                          <p:spTgt spid="582"/>
                                        </p:tgtEl>
                                      </p:cBhvr>
                                    </p:animEffect>
                                  </p:childTnLst>
                                </p:cTn>
                              </p:par>
                              <p:par>
                                <p:cTn fill="hold" nodeType="with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500"/>
                                        <p:tgtEl>
                                          <p:spTgt spid="583"/>
                                        </p:tgtEl>
                                      </p:cBhvr>
                                    </p:animEffect>
                                  </p:childTnLst>
                                </p:cTn>
                              </p:par>
                              <p:par>
                                <p:cTn fill="hold" nodeType="with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500"/>
                                        <p:tgtEl>
                                          <p:spTgt spid="5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4"/>
          <p:cNvSpPr txBox="1"/>
          <p:nvPr/>
        </p:nvSpPr>
        <p:spPr>
          <a:xfrm>
            <a:off x="0" y="21587"/>
            <a:ext cx="1923068"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10</a:t>
            </a:r>
            <a:endParaRPr b="1" i="0" sz="1800" u="none" cap="none" strike="noStrike">
              <a:solidFill>
                <a:schemeClr val="lt1"/>
              </a:solidFill>
              <a:latin typeface="Times New Roman"/>
              <a:ea typeface="Times New Roman"/>
              <a:cs typeface="Times New Roman"/>
              <a:sym typeface="Times New Roman"/>
            </a:endParaRPr>
          </a:p>
        </p:txBody>
      </p:sp>
      <p:sp>
        <p:nvSpPr>
          <p:cNvPr id="599" name="Google Shape;599;p64"/>
          <p:cNvSpPr txBox="1"/>
          <p:nvPr/>
        </p:nvSpPr>
        <p:spPr>
          <a:xfrm>
            <a:off x="2315674" y="692772"/>
            <a:ext cx="1923068" cy="346249"/>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10</a:t>
            </a:r>
            <a:endParaRPr b="1" i="0" sz="1800" u="none" cap="none" strike="noStrike">
              <a:solidFill>
                <a:schemeClr val="lt1"/>
              </a:solidFill>
              <a:latin typeface="Times New Roman"/>
              <a:ea typeface="Times New Roman"/>
              <a:cs typeface="Times New Roman"/>
              <a:sym typeface="Times New Roman"/>
            </a:endParaRPr>
          </a:p>
        </p:txBody>
      </p:sp>
      <p:sp>
        <p:nvSpPr>
          <p:cNvPr id="600" name="Google Shape;600;p64"/>
          <p:cNvSpPr txBox="1"/>
          <p:nvPr/>
        </p:nvSpPr>
        <p:spPr>
          <a:xfrm>
            <a:off x="-1" y="4763840"/>
            <a:ext cx="2688731" cy="346218"/>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10</a:t>
            </a:r>
            <a:endParaRPr b="1" i="0" sz="1800" u="none" cap="none" strike="noStrike">
              <a:solidFill>
                <a:schemeClr val="lt1"/>
              </a:solidFill>
              <a:latin typeface="Times New Roman"/>
              <a:ea typeface="Times New Roman"/>
              <a:cs typeface="Times New Roman"/>
              <a:sym typeface="Times New Roman"/>
            </a:endParaRPr>
          </a:p>
        </p:txBody>
      </p:sp>
      <p:sp>
        <p:nvSpPr>
          <p:cNvPr id="601" name="Google Shape;601;p64"/>
          <p:cNvSpPr txBox="1"/>
          <p:nvPr/>
        </p:nvSpPr>
        <p:spPr>
          <a:xfrm>
            <a:off x="3127729" y="4771822"/>
            <a:ext cx="629624" cy="346218"/>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602" name="Google Shape;602;p64"/>
          <p:cNvCxnSpPr/>
          <p:nvPr/>
        </p:nvCxnSpPr>
        <p:spPr>
          <a:xfrm>
            <a:off x="2798643" y="4944931"/>
            <a:ext cx="219173" cy="0"/>
          </a:xfrm>
          <a:prstGeom prst="straightConnector1">
            <a:avLst/>
          </a:prstGeom>
          <a:noFill/>
          <a:ln cap="flat" cmpd="sng" w="19050">
            <a:solidFill>
              <a:schemeClr val="accent6"/>
            </a:solidFill>
            <a:prstDash val="solid"/>
            <a:miter lim="800000"/>
            <a:headEnd len="sm" w="sm" type="none"/>
            <a:tailEnd len="med" w="med" type="triangle"/>
          </a:ln>
        </p:spPr>
      </p:cxnSp>
      <p:sp>
        <p:nvSpPr>
          <p:cNvPr id="603" name="Google Shape;603;p64"/>
          <p:cNvSpPr txBox="1"/>
          <p:nvPr/>
        </p:nvSpPr>
        <p:spPr>
          <a:xfrm>
            <a:off x="45716" y="378665"/>
            <a:ext cx="8844235" cy="116955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Calculate cosine similarity between [7, 4, 8, 2] and [3, 21, 5, 1].</a:t>
            </a:r>
            <a:endParaRPr/>
          </a:p>
          <a:p>
            <a:pPr indent="0" lvl="0"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a) 0.5842</a:t>
            </a:r>
            <a:endParaRPr/>
          </a:p>
          <a:p>
            <a:pPr indent="0" lvl="0"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b) 0.4872</a:t>
            </a:r>
            <a:endParaRPr/>
          </a:p>
          <a:p>
            <a:pPr indent="0" lvl="0"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c) 0.2314</a:t>
            </a:r>
            <a:endParaRPr/>
          </a:p>
          <a:p>
            <a:pPr indent="0" lvl="0"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d) 0.0950</a:t>
            </a:r>
            <a:endParaRPr/>
          </a:p>
        </p:txBody>
      </p:sp>
      <p:pic>
        <p:nvPicPr>
          <p:cNvPr id="604" name="Google Shape;604;p64"/>
          <p:cNvPicPr preferRelativeResize="0"/>
          <p:nvPr/>
        </p:nvPicPr>
        <p:blipFill rotWithShape="1">
          <a:blip r:embed="rId3">
            <a:alphaModFix/>
          </a:blip>
          <a:srcRect b="0" l="0" r="0" t="0"/>
          <a:stretch/>
        </p:blipFill>
        <p:spPr>
          <a:xfrm>
            <a:off x="1331653" y="1088346"/>
            <a:ext cx="3513063" cy="1517423"/>
          </a:xfrm>
          <a:prstGeom prst="rect">
            <a:avLst/>
          </a:prstGeom>
          <a:noFill/>
          <a:ln>
            <a:noFill/>
          </a:ln>
        </p:spPr>
      </p:pic>
      <p:pic>
        <p:nvPicPr>
          <p:cNvPr id="605" name="Google Shape;605;p64"/>
          <p:cNvPicPr preferRelativeResize="0"/>
          <p:nvPr/>
        </p:nvPicPr>
        <p:blipFill rotWithShape="1">
          <a:blip r:embed="rId4">
            <a:alphaModFix/>
          </a:blip>
          <a:srcRect b="0" l="0" r="0" t="0"/>
          <a:stretch/>
        </p:blipFill>
        <p:spPr>
          <a:xfrm>
            <a:off x="201382" y="2571749"/>
            <a:ext cx="3776582" cy="2104507"/>
          </a:xfrm>
          <a:prstGeom prst="rect">
            <a:avLst/>
          </a:prstGeom>
          <a:noFill/>
          <a:ln>
            <a:noFill/>
          </a:ln>
        </p:spPr>
      </p:pic>
      <p:pic>
        <p:nvPicPr>
          <p:cNvPr id="606" name="Google Shape;606;p64"/>
          <p:cNvPicPr preferRelativeResize="0"/>
          <p:nvPr/>
        </p:nvPicPr>
        <p:blipFill rotWithShape="1">
          <a:blip r:embed="rId5">
            <a:alphaModFix/>
          </a:blip>
          <a:srcRect b="0" l="0" r="0" t="0"/>
          <a:stretch/>
        </p:blipFill>
        <p:spPr>
          <a:xfrm>
            <a:off x="4668359" y="2605769"/>
            <a:ext cx="3989800" cy="18092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9"/>
                                        </p:tgtEl>
                                        <p:attrNameLst>
                                          <p:attrName>style.visibility</p:attrName>
                                        </p:attrNameLst>
                                      </p:cBhvr>
                                      <p:to>
                                        <p:strVal val="visible"/>
                                      </p:to>
                                    </p:set>
                                    <p:animEffect filter="fade" transition="in">
                                      <p:cBhvr>
                                        <p:cTn dur="1000"/>
                                        <p:tgtEl>
                                          <p:spTgt spid="5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1000"/>
                                        <p:tgtEl>
                                          <p:spTgt spid="6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1000"/>
                                        <p:tgtEl>
                                          <p:spTgt spid="6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1000"/>
                                        <p:tgtEl>
                                          <p:spTgt spid="6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500"/>
                                        <p:tgtEl>
                                          <p:spTgt spid="601"/>
                                        </p:tgtEl>
                                      </p:cBhvr>
                                    </p:animEffect>
                                  </p:childTnLst>
                                </p:cTn>
                              </p:par>
                              <p:par>
                                <p:cTn fill="hold" nodeType="with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500"/>
                                        <p:tgtEl>
                                          <p:spTgt spid="602"/>
                                        </p:tgtEl>
                                      </p:cBhvr>
                                    </p:animEffect>
                                  </p:childTnLst>
                                </p:cTn>
                              </p:par>
                              <p:par>
                                <p:cTn fill="hold" nodeType="withEffect" presetClass="entr" presetID="10" presetSubtype="0">
                                  <p:stCondLst>
                                    <p:cond delay="0"/>
                                  </p:stCondLst>
                                  <p:childTnLst>
                                    <p:set>
                                      <p:cBhvr>
                                        <p:cTn dur="1" fill="hold">
                                          <p:stCondLst>
                                            <p:cond delay="0"/>
                                          </p:stCondLst>
                                        </p:cTn>
                                        <p:tgtEl>
                                          <p:spTgt spid="600"/>
                                        </p:tgtEl>
                                        <p:attrNameLst>
                                          <p:attrName>style.visibility</p:attrName>
                                        </p:attrNameLst>
                                      </p:cBhvr>
                                      <p:to>
                                        <p:strVal val="visible"/>
                                      </p:to>
                                    </p:set>
                                    <p:animEffect filter="fade" transition="in">
                                      <p:cBhvr>
                                        <p:cTn dur="500"/>
                                        <p:tgtEl>
                                          <p:spTgt spid="6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