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3" r:id="rId5"/>
    <p:sldMasterId id="2147483684" r:id="rId6"/>
    <p:sldMasterId id="2147483685"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23" r:id="rId76"/>
    <p:sldId id="324" r:id="rId77"/>
    <p:sldId id="325" r:id="rId78"/>
    <p:sldId id="326" r:id="rId79"/>
  </p:sldIdLst>
  <p:sldSz cy="5143500" cx="9144000"/>
  <p:notesSz cx="6858000" cy="9144000"/>
  <p:embeddedFontLst>
    <p:embeddedFont>
      <p:font typeface="Tahoma"/>
      <p:regular r:id="rId80"/>
      <p:bold r:id="rId81"/>
    </p:embeddedFont>
    <p:embeddedFont>
      <p:font typeface="Arial Black"/>
      <p:regular r:id="rId8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773FE73-0387-4FBF-B28D-0FE61045375F}">
  <a:tblStyle styleId="{C773FE73-0387-4FBF-B28D-0FE61045375F}" styleName="Table_0">
    <a:wholeTbl>
      <a:tcTxStyle b="off" i="off">
        <a:font>
          <a:latin typeface="Arial"/>
          <a:ea typeface="Arial"/>
          <a:cs typeface="Arial"/>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25400">
              <a:solidFill>
                <a:schemeClr val="dk1"/>
              </a:solidFill>
              <a:prstDash val="solid"/>
              <a:round/>
              <a:headEnd len="sm" w="sm" type="none"/>
              <a:tailEnd len="sm" w="sm" type="none"/>
            </a:ln>
          </a:top>
          <a:bottom>
            <a:ln cap="flat" cmpd="sng" w="25400">
              <a:solidFill>
                <a:schemeClr val="dk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lt1"/>
          </a:solidFill>
        </a:fill>
      </a:tcStyle>
    </a:wholeTbl>
    <a:band1H>
      <a:tcTxStyle/>
      <a:tcStyle>
        <a:fill>
          <a:solidFill>
            <a:srgbClr val="E6E6E6"/>
          </a:solidFill>
        </a:fill>
      </a:tcStyle>
    </a:band1H>
    <a:band2H>
      <a:tcTxStyle/>
    </a:band2H>
    <a:band1V>
      <a:tcTxStyle/>
      <a:tcStyle>
        <a:fill>
          <a:solidFill>
            <a:srgbClr val="E6E6E6"/>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tcStyle>
        <a:tcBdr>
          <a:top>
            <a:ln cap="flat" cmpd="sng" w="50800">
              <a:solidFill>
                <a:schemeClr val="dk1"/>
              </a:solidFill>
              <a:prstDash val="solid"/>
              <a:round/>
              <a:headEnd len="sm" w="sm" type="none"/>
              <a:tailEnd len="sm" w="sm" type="none"/>
            </a:ln>
          </a:top>
        </a:tcBdr>
        <a:fill>
          <a:solidFill>
            <a:schemeClr val="lt1"/>
          </a:solidFill>
        </a:fill>
      </a:tcStyle>
    </a:lastRow>
    <a:seCell>
      <a:tcTxStyle b="on" i="off">
        <a:font>
          <a:latin typeface="Arial"/>
          <a:ea typeface="Arial"/>
          <a:cs typeface="Arial"/>
        </a:font>
        <a:schemeClr val="dk1"/>
      </a:tcTxStyle>
    </a:seCell>
    <a:swCell>
      <a:tcTxStyle b="on" i="off">
        <a:font>
          <a:latin typeface="Arial"/>
          <a:ea typeface="Arial"/>
          <a:cs typeface="Arial"/>
        </a:font>
        <a:schemeClr val="dk1"/>
      </a:tcTxStyle>
    </a:swCell>
    <a:firstRow>
      <a:tcTxStyle b="on" i="off">
        <a:font>
          <a:latin typeface="Arial"/>
          <a:ea typeface="Arial"/>
          <a:cs typeface="Arial"/>
        </a:font>
        <a:schemeClr val="lt1"/>
      </a:tcTxStyle>
      <a:tcStyle>
        <a:tcBdr>
          <a:bottom>
            <a:ln cap="flat" cmpd="sng" w="25400">
              <a:solidFill>
                <a:schemeClr val="dk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80" Type="http://schemas.openxmlformats.org/officeDocument/2006/relationships/font" Target="fonts/Tahoma-regular.fntdata"/><Relationship Id="rId82" Type="http://schemas.openxmlformats.org/officeDocument/2006/relationships/font" Target="fonts/ArialBlack-regular.fntdata"/><Relationship Id="rId81" Type="http://schemas.openxmlformats.org/officeDocument/2006/relationships/font" Target="fonts/Tahoma-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73" Type="http://schemas.openxmlformats.org/officeDocument/2006/relationships/slide" Target="slides/slide65.xml"/><Relationship Id="rId72" Type="http://schemas.openxmlformats.org/officeDocument/2006/relationships/slide" Target="slides/slide64.xml"/><Relationship Id="rId31" Type="http://schemas.openxmlformats.org/officeDocument/2006/relationships/slide" Target="slides/slide23.xml"/><Relationship Id="rId75" Type="http://schemas.openxmlformats.org/officeDocument/2006/relationships/slide" Target="slides/slide67.xml"/><Relationship Id="rId30" Type="http://schemas.openxmlformats.org/officeDocument/2006/relationships/slide" Target="slides/slide22.xml"/><Relationship Id="rId74" Type="http://schemas.openxmlformats.org/officeDocument/2006/relationships/slide" Target="slides/slide66.xml"/><Relationship Id="rId33" Type="http://schemas.openxmlformats.org/officeDocument/2006/relationships/slide" Target="slides/slide25.xml"/><Relationship Id="rId77" Type="http://schemas.openxmlformats.org/officeDocument/2006/relationships/slide" Target="slides/slide69.xml"/><Relationship Id="rId32" Type="http://schemas.openxmlformats.org/officeDocument/2006/relationships/slide" Target="slides/slide24.xml"/><Relationship Id="rId76" Type="http://schemas.openxmlformats.org/officeDocument/2006/relationships/slide" Target="slides/slide68.xml"/><Relationship Id="rId35" Type="http://schemas.openxmlformats.org/officeDocument/2006/relationships/slide" Target="slides/slide27.xml"/><Relationship Id="rId79" Type="http://schemas.openxmlformats.org/officeDocument/2006/relationships/slide" Target="slides/slide71.xml"/><Relationship Id="rId34" Type="http://schemas.openxmlformats.org/officeDocument/2006/relationships/slide" Target="slides/slide26.xml"/><Relationship Id="rId78" Type="http://schemas.openxmlformats.org/officeDocument/2006/relationships/slide" Target="slides/slide70.xml"/><Relationship Id="rId71" Type="http://schemas.openxmlformats.org/officeDocument/2006/relationships/slide" Target="slides/slide63.xml"/><Relationship Id="rId70" Type="http://schemas.openxmlformats.org/officeDocument/2006/relationships/slide" Target="slides/slide62.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2" Type="http://schemas.openxmlformats.org/officeDocument/2006/relationships/slide" Target="slides/slide54.xml"/><Relationship Id="rId61" Type="http://schemas.openxmlformats.org/officeDocument/2006/relationships/slide" Target="slides/slide53.xml"/><Relationship Id="rId20" Type="http://schemas.openxmlformats.org/officeDocument/2006/relationships/slide" Target="slides/slide12.xml"/><Relationship Id="rId64" Type="http://schemas.openxmlformats.org/officeDocument/2006/relationships/slide" Target="slides/slide56.xml"/><Relationship Id="rId63" Type="http://schemas.openxmlformats.org/officeDocument/2006/relationships/slide" Target="slides/slide55.xml"/><Relationship Id="rId22" Type="http://schemas.openxmlformats.org/officeDocument/2006/relationships/slide" Target="slides/slide14.xml"/><Relationship Id="rId66" Type="http://schemas.openxmlformats.org/officeDocument/2006/relationships/slide" Target="slides/slide58.xml"/><Relationship Id="rId21" Type="http://schemas.openxmlformats.org/officeDocument/2006/relationships/slide" Target="slides/slide13.xml"/><Relationship Id="rId65" Type="http://schemas.openxmlformats.org/officeDocument/2006/relationships/slide" Target="slides/slide57.xml"/><Relationship Id="rId24" Type="http://schemas.openxmlformats.org/officeDocument/2006/relationships/slide" Target="slides/slide16.xml"/><Relationship Id="rId68" Type="http://schemas.openxmlformats.org/officeDocument/2006/relationships/slide" Target="slides/slide60.xml"/><Relationship Id="rId23" Type="http://schemas.openxmlformats.org/officeDocument/2006/relationships/slide" Target="slides/slide15.xml"/><Relationship Id="rId67" Type="http://schemas.openxmlformats.org/officeDocument/2006/relationships/slide" Target="slides/slide59.xml"/><Relationship Id="rId60" Type="http://schemas.openxmlformats.org/officeDocument/2006/relationships/slide" Target="slides/slide52.xml"/><Relationship Id="rId26" Type="http://schemas.openxmlformats.org/officeDocument/2006/relationships/slide" Target="slides/slide18.xml"/><Relationship Id="rId25" Type="http://schemas.openxmlformats.org/officeDocument/2006/relationships/slide" Target="slides/slide17.xml"/><Relationship Id="rId69" Type="http://schemas.openxmlformats.org/officeDocument/2006/relationships/slide" Target="slides/slide61.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11" Type="http://schemas.openxmlformats.org/officeDocument/2006/relationships/slide" Target="slides/slide3.xml"/><Relationship Id="rId55" Type="http://schemas.openxmlformats.org/officeDocument/2006/relationships/slide" Target="slides/slide47.xml"/><Relationship Id="rId10" Type="http://schemas.openxmlformats.org/officeDocument/2006/relationships/slide" Target="slides/slide2.xml"/><Relationship Id="rId54" Type="http://schemas.openxmlformats.org/officeDocument/2006/relationships/slide" Target="slides/slide46.xml"/><Relationship Id="rId13" Type="http://schemas.openxmlformats.org/officeDocument/2006/relationships/slide" Target="slides/slide5.xml"/><Relationship Id="rId57" Type="http://schemas.openxmlformats.org/officeDocument/2006/relationships/slide" Target="slides/slide49.xml"/><Relationship Id="rId12" Type="http://schemas.openxmlformats.org/officeDocument/2006/relationships/slide" Target="slides/slide4.xml"/><Relationship Id="rId56" Type="http://schemas.openxmlformats.org/officeDocument/2006/relationships/slide" Target="slides/slide48.xml"/><Relationship Id="rId15" Type="http://schemas.openxmlformats.org/officeDocument/2006/relationships/slide" Target="slides/slide7.xml"/><Relationship Id="rId59" Type="http://schemas.openxmlformats.org/officeDocument/2006/relationships/slide" Target="slides/slide51.xml"/><Relationship Id="rId14" Type="http://schemas.openxmlformats.org/officeDocument/2006/relationships/slide" Target="slides/slide6.xml"/><Relationship Id="rId58" Type="http://schemas.openxmlformats.org/officeDocument/2006/relationships/slide" Target="slides/slide50.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notes"/>
          <p:cNvSpPr txBox="1"/>
          <p:nvPr>
            <p:ph idx="1" type="body"/>
          </p:nvPr>
        </p:nvSpPr>
        <p:spPr>
          <a:xfrm>
            <a:off x="685800" y="4400550"/>
            <a:ext cx="54864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1" name="Google Shape;21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897e95c3f5_0_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1" name="Google Shape;221;g3897e95c3f5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897e95c3f5_0_74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7" name="Google Shape;227;g3897e95c3f5_0_7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897e95c3f5_0_124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3" name="Google Shape;233;g3897e95c3f5_0_12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8f2535be86_0_28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9" name="Google Shape;239;g38f2535be86_0_2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8f2535be86_0_967: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5" name="Google Shape;245;g38f2535be86_0_9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8f2535be86_0_122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1" name="Google Shape;251;g38f2535be86_0_12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8f2535be86_0_148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7" name="Google Shape;257;g38f2535be86_0_14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8f2535be86_0_175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3" name="Google Shape;263;g38f2535be86_0_17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8f2535be86_0_205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9" name="Google Shape;269;g38f2535be86_0_20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8f2535be86_0_232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5" name="Google Shape;275;g38f2535be86_0_23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8f2535be86_0_265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1" name="Google Shape;281;g38f2535be86_0_26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9:notes"/>
          <p:cNvSpPr txBox="1"/>
          <p:nvPr>
            <p:ph idx="1" type="body"/>
          </p:nvPr>
        </p:nvSpPr>
        <p:spPr>
          <a:xfrm>
            <a:off x="685800" y="4400550"/>
            <a:ext cx="54864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7" name="Google Shape;287;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897e95c3f5_0_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g3897e95c3f5_0_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94" name="Google Shape;294;g3897e95c3f5_0_8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897e95c3f5_0_1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 name="Google Shape;306;g3897e95c3f5_0_17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307" name="Google Shape;307;g3897e95c3f5_0_17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897e95c3f5_0_2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8" name="Google Shape;318;g3897e95c3f5_0_2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319" name="Google Shape;319;g3897e95c3f5_0_2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897e95c3f5_0_4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2" name="Google Shape;332;g3897e95c3f5_0_4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333" name="Google Shape;333;g3897e95c3f5_0_4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897e95c3f5_0_5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1" name="Google Shape;351;g3897e95c3f5_0_5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352" name="Google Shape;352;g3897e95c3f5_0_5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897e95c3f5_0_6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3" name="Google Shape;363;g3897e95c3f5_0_6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364" name="Google Shape;364;g3897e95c3f5_0_6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897e95c3f5_0_3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0" name="Google Shape;380;g3897e95c3f5_0_3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381" name="Google Shape;381;g3897e95c3f5_0_36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897e95c3f5_0_8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 name="Google Shape;398;g3897e95c3f5_0_8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399" name="Google Shape;399;g3897e95c3f5_0_8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897e95c3f5_0_8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g3897e95c3f5_0_8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897e95c3f5_0_9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9" name="Google Shape;419;g3897e95c3f5_0_9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420" name="Google Shape;420;g3897e95c3f5_0_90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897e95c3f5_0_9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6" name="Google Shape;436;g3897e95c3f5_0_9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437" name="Google Shape;437;g3897e95c3f5_0_9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897e95c3f5_0_10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0" name="Google Shape;450;g3897e95c3f5_0_10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451" name="Google Shape;451;g3897e95c3f5_0_10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897e95c3f5_0_10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2" name="Google Shape;462;g3897e95c3f5_0_10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463" name="Google Shape;463;g3897e95c3f5_0_108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897e95c3f5_0_11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9" name="Google Shape;479;g3897e95c3f5_0_11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480" name="Google Shape;480;g3897e95c3f5_0_11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8f2535be8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3" name="Google Shape;493;g38f2535be8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494" name="Google Shape;494;g38f2535be86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38f2535be86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9" name="Google Shape;509;g38f2535be86_0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510" name="Google Shape;510;g38f2535be86_0_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8f2535be86_0_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2" name="Google Shape;522;g38f2535be86_0_1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523" name="Google Shape;523;g38f2535be86_0_10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8f2535be86_0_7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g38f2535be86_0_7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38f2535be86_0_7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2" name="Google Shape;542;g38f2535be86_0_7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543" name="Google Shape;543;g38f2535be86_0_7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38f2535be86_0_7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5" name="Google Shape;555;g38f2535be86_0_7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556" name="Google Shape;556;g38f2535be86_0_7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38f2535be86_0_7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7" name="Google Shape;567;g38f2535be86_0_7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568" name="Google Shape;568;g38f2535be86_0_7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38f2535be86_0_8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0" name="Google Shape;580;g38f2535be86_0_8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581" name="Google Shape;581;g38f2535be86_0_8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38f2535be86_0_10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4" name="Google Shape;594;g38f2535be86_0_10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595" name="Google Shape;595;g38f2535be86_0_10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38f2535be86_0_11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9" name="Google Shape;609;g38f2535be86_0_11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610" name="Google Shape;610;g38f2535be86_0_11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38f2535be86_0_13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1" name="Google Shape;621;g38f2535be86_0_13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622" name="Google Shape;622;g38f2535be86_0_130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38f2535be86_0_13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5" name="Google Shape;635;g38f2535be86_0_13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636" name="Google Shape;636;g38f2535be86_0_139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38f2535be86_0_14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8" name="Google Shape;648;g38f2535be86_0_14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649" name="Google Shape;649;g38f2535be86_0_140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38f2535be86_0_15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0" name="Google Shape;660;g38f2535be86_0_15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661" name="Google Shape;661;g38f2535be86_0_15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38f2535be86_0_16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4" name="Google Shape;674;g38f2535be86_0_16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675" name="Google Shape;675;g38f2535be86_0_16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g38f2535be86_0_16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7" name="Google Shape;687;g38f2535be86_0_16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688" name="Google Shape;688;g38f2535be86_0_16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g38f2535be86_0_1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g38f2535be86_0_1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38f2535be86_0_18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0" name="Google Shape;710;g38f2535be86_0_18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711" name="Google Shape;711;g38f2535be86_0_18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38f2535be86_0_18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5" name="Google Shape;725;g38f2535be86_0_18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726" name="Google Shape;726;g38f2535be86_0_18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38f2535be86_0_19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g38f2535be86_0_19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g38f2535be86_0_19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7" name="Google Shape;747;g38f2535be86_0_19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748" name="Google Shape;748;g38f2535be86_0_19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38f2535be86_0_19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0" name="Google Shape;760;g38f2535be86_0_19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761" name="Google Shape;761;g38f2535be86_0_19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38f2535be86_0_21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8" name="Google Shape;778;g38f2535be86_0_21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779" name="Google Shape;779;g38f2535be86_0_21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g38f2535be86_0_22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4" name="Google Shape;794;g38f2535be86_0_22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795" name="Google Shape;795;g38f2535be86_0_22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g38f2535be86_0_22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9" name="Google Shape;809;g38f2535be86_0_22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810" name="Google Shape;810;g38f2535be86_0_22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g38f2535be86_0_25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2" name="Google Shape;822;g38f2535be86_0_25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823" name="Google Shape;823;g38f2535be86_0_25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g38f2535be86_0_24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g38f2535be86_0_24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8f2535be86_0_24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6" name="Google Shape;846;g38f2535be86_0_24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847" name="Google Shape;847;g38f2535be86_0_24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g38f2535be86_0_24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0" name="Google Shape;860;g38f2535be86_0_24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861" name="Google Shape;861;g38f2535be86_0_24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g38f2535be86_0_24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3" name="Google Shape;873;g38f2535be86_0_24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874" name="Google Shape;874;g38f2535be86_0_24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g38f2535be86_0_24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1" name="Google Shape;891;g38f2535be86_0_24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892" name="Google Shape;892;g38f2535be86_0_246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g38f2535be86_0_27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0" name="Google Shape;910;g38f2535be86_0_27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911" name="Google Shape;911;g38f2535be86_0_27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g38f2535be86_0_27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3" name="Google Shape;923;g38f2535be86_0_27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924" name="Google Shape;924;g38f2535be86_0_27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g38f2535be86_0_27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5" name="Google Shape;935;g38f2535be86_0_27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936" name="Google Shape;936;g38f2535be86_0_27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g38f2535be86_0_27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8" name="Google Shape;948;g38f2535be86_0_27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949" name="Google Shape;949;g38f2535be86_0_277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4" name="Google Shape;964;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965" name="Google Shape;965;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g38f2535be86_0_28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3" name="Google Shape;973;g38f2535be86_0_28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0" name="Google Shape;980;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981" name="Google Shape;981;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3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8" name="Google Shape;998;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999" name="Google Shape;999;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1" name="Google Shape;1011;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012" name="Google Shape;1012;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4" name="Google Shape;1024;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025" name="Google Shape;1025;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g38f2535be86_0_31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6" name="Google Shape;1036;g38f2535be86_0_31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037" name="Google Shape;1037;g38f2535be86_0_31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I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g38f2535be86_0_30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8" name="Google Shape;1048;g38f2535be86_0_30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 name="Google Shape;13;p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 name="Google Shape;14;p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 name="Google Shape;17;p3"/>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 name="Google Shape;18;p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 name="Google Shape;19;p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0" name="Google Shape;20;p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p:cSld name="1_Title Only">
    <p:spTree>
      <p:nvGrpSpPr>
        <p:cNvPr id="21" name="Shape 21"/>
        <p:cNvGrpSpPr/>
        <p:nvPr/>
      </p:nvGrpSpPr>
      <p:grpSpPr>
        <a:xfrm>
          <a:off x="0" y="0"/>
          <a:ext cx="0" cy="0"/>
          <a:chOff x="0" y="0"/>
          <a:chExt cx="0" cy="0"/>
        </a:xfrm>
      </p:grpSpPr>
      <p:sp>
        <p:nvSpPr>
          <p:cNvPr id="22" name="Google Shape;22;p4"/>
          <p:cNvSpPr txBox="1"/>
          <p:nvPr>
            <p:ph type="title"/>
          </p:nvPr>
        </p:nvSpPr>
        <p:spPr>
          <a:xfrm>
            <a:off x="628650" y="273844"/>
            <a:ext cx="7886700" cy="994172"/>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SzPts val="3300"/>
              <a:buNone/>
              <a:defRPr b="0" i="0" sz="3300">
                <a:solidFill>
                  <a:srgbClr val="333399"/>
                </a:solidFill>
                <a:latin typeface="Tahoma"/>
                <a:ea typeface="Tahoma"/>
                <a:cs typeface="Tahoma"/>
                <a:sym typeface="Tahom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3" name="Google Shape;23;p4"/>
          <p:cNvSpPr txBox="1"/>
          <p:nvPr>
            <p:ph idx="11" type="ftr"/>
          </p:nvPr>
        </p:nvSpPr>
        <p:spPr>
          <a:xfrm>
            <a:off x="3028950" y="4767263"/>
            <a:ext cx="3086100" cy="273844"/>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1100"/>
              <a:buNone/>
              <a:defRPr>
                <a:solidFill>
                  <a:srgbClr val="888888"/>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4" name="Google Shape;24;p4"/>
          <p:cNvSpPr txBox="1"/>
          <p:nvPr>
            <p:ph idx="10" type="dt"/>
          </p:nvPr>
        </p:nvSpPr>
        <p:spPr>
          <a:xfrm>
            <a:off x="628650" y="4767263"/>
            <a:ext cx="2057400" cy="273844"/>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solidFill>
                  <a:srgbClr val="888888"/>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5" name="Google Shape;25;p4"/>
          <p:cNvSpPr txBox="1"/>
          <p:nvPr>
            <p:ph idx="12" type="sldNum"/>
          </p:nvPr>
        </p:nvSpPr>
        <p:spPr>
          <a:xfrm>
            <a:off x="6457950" y="4767263"/>
            <a:ext cx="2057400" cy="273844"/>
          </a:xfrm>
          <a:prstGeom prst="rect">
            <a:avLst/>
          </a:prstGeom>
          <a:noFill/>
          <a:ln>
            <a:noFill/>
          </a:ln>
        </p:spPr>
        <p:txBody>
          <a:bodyPr anchorCtr="0" anchor="ctr" bIns="0" lIns="0" spcFirstLastPara="1" rIns="0" wrap="square" tIns="0">
            <a:noAutofit/>
          </a:bodyPr>
          <a:lstStyle>
            <a:lvl1pPr indent="0" lvl="0" marL="0" algn="r">
              <a:lnSpc>
                <a:spcPct val="100000"/>
              </a:lnSpc>
              <a:spcBef>
                <a:spcPts val="0"/>
              </a:spcBef>
              <a:spcAft>
                <a:spcPts val="0"/>
              </a:spcAft>
              <a:buSzPts val="900"/>
              <a:buNone/>
              <a:defRPr>
                <a:solidFill>
                  <a:srgbClr val="888888"/>
                </a:solidFill>
              </a:defRPr>
            </a:lvl1pPr>
            <a:lvl2pPr indent="0" lvl="1" marL="0" algn="r">
              <a:lnSpc>
                <a:spcPct val="100000"/>
              </a:lnSpc>
              <a:spcBef>
                <a:spcPts val="0"/>
              </a:spcBef>
              <a:spcAft>
                <a:spcPts val="0"/>
              </a:spcAft>
              <a:buSzPts val="900"/>
              <a:buNone/>
              <a:defRPr>
                <a:solidFill>
                  <a:srgbClr val="888888"/>
                </a:solidFill>
              </a:defRPr>
            </a:lvl2pPr>
            <a:lvl3pPr indent="0" lvl="2" marL="0" algn="r">
              <a:lnSpc>
                <a:spcPct val="100000"/>
              </a:lnSpc>
              <a:spcBef>
                <a:spcPts val="0"/>
              </a:spcBef>
              <a:spcAft>
                <a:spcPts val="0"/>
              </a:spcAft>
              <a:buSzPts val="900"/>
              <a:buNone/>
              <a:defRPr>
                <a:solidFill>
                  <a:srgbClr val="888888"/>
                </a:solidFill>
              </a:defRPr>
            </a:lvl3pPr>
            <a:lvl4pPr indent="0" lvl="3" marL="0" algn="r">
              <a:lnSpc>
                <a:spcPct val="100000"/>
              </a:lnSpc>
              <a:spcBef>
                <a:spcPts val="0"/>
              </a:spcBef>
              <a:spcAft>
                <a:spcPts val="0"/>
              </a:spcAft>
              <a:buSzPts val="900"/>
              <a:buNone/>
              <a:defRPr>
                <a:solidFill>
                  <a:srgbClr val="888888"/>
                </a:solidFill>
              </a:defRPr>
            </a:lvl4pPr>
            <a:lvl5pPr indent="0" lvl="4" marL="0" algn="r">
              <a:lnSpc>
                <a:spcPct val="100000"/>
              </a:lnSpc>
              <a:spcBef>
                <a:spcPts val="0"/>
              </a:spcBef>
              <a:spcAft>
                <a:spcPts val="0"/>
              </a:spcAft>
              <a:buSzPts val="900"/>
              <a:buNone/>
              <a:defRPr>
                <a:solidFill>
                  <a:srgbClr val="888888"/>
                </a:solidFill>
              </a:defRPr>
            </a:lvl5pPr>
            <a:lvl6pPr indent="0" lvl="5" marL="0" algn="r">
              <a:lnSpc>
                <a:spcPct val="100000"/>
              </a:lnSpc>
              <a:spcBef>
                <a:spcPts val="0"/>
              </a:spcBef>
              <a:spcAft>
                <a:spcPts val="0"/>
              </a:spcAft>
              <a:buSzPts val="900"/>
              <a:buNone/>
              <a:defRPr>
                <a:solidFill>
                  <a:srgbClr val="888888"/>
                </a:solidFill>
              </a:defRPr>
            </a:lvl6pPr>
            <a:lvl7pPr indent="0" lvl="6" marL="0" algn="r">
              <a:lnSpc>
                <a:spcPct val="100000"/>
              </a:lnSpc>
              <a:spcBef>
                <a:spcPts val="0"/>
              </a:spcBef>
              <a:spcAft>
                <a:spcPts val="0"/>
              </a:spcAft>
              <a:buSzPts val="900"/>
              <a:buNone/>
              <a:defRPr>
                <a:solidFill>
                  <a:srgbClr val="888888"/>
                </a:solidFill>
              </a:defRPr>
            </a:lvl7pPr>
            <a:lvl8pPr indent="0" lvl="7" marL="0" algn="r">
              <a:lnSpc>
                <a:spcPct val="100000"/>
              </a:lnSpc>
              <a:spcBef>
                <a:spcPts val="0"/>
              </a:spcBef>
              <a:spcAft>
                <a:spcPts val="0"/>
              </a:spcAft>
              <a:buSzPts val="900"/>
              <a:buNone/>
              <a:defRPr>
                <a:solidFill>
                  <a:srgbClr val="888888"/>
                </a:solidFill>
              </a:defRPr>
            </a:lvl8pPr>
            <a:lvl9pPr indent="0" lvl="8" marL="0" algn="r">
              <a:lnSpc>
                <a:spcPct val="100000"/>
              </a:lnSpc>
              <a:spcBef>
                <a:spcPts val="0"/>
              </a:spcBef>
              <a:spcAft>
                <a:spcPts val="0"/>
              </a:spcAft>
              <a:buSzPts val="900"/>
              <a:buNone/>
              <a:defRPr>
                <a:solidFill>
                  <a:srgbClr val="888888"/>
                </a:solidFill>
              </a:defRPr>
            </a:lvl9pPr>
          </a:lstStyle>
          <a:p>
            <a:pPr indent="0" lvl="0" marL="0" rtl="0" algn="r">
              <a:spcBef>
                <a:spcPts val="0"/>
              </a:spcBef>
              <a:spcAft>
                <a:spcPts val="0"/>
              </a:spcAft>
              <a:buNone/>
            </a:pPr>
            <a:fld id="{00000000-1234-1234-1234-123412341234}" type="slidenum">
              <a:rPr lang="en-IN"/>
              <a:t>‹#›</a:t>
            </a:fld>
            <a:endParaRPr b="0" i="0" sz="900" u="none" cap="none" strike="noStrike">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6" name="Shape 26"/>
        <p:cNvGrpSpPr/>
        <p:nvPr/>
      </p:nvGrpSpPr>
      <p:grpSpPr>
        <a:xfrm>
          <a:off x="0" y="0"/>
          <a:ext cx="0" cy="0"/>
          <a:chOff x="0" y="0"/>
          <a:chExt cx="0" cy="0"/>
        </a:xfrm>
      </p:grpSpPr>
      <p:sp>
        <p:nvSpPr>
          <p:cNvPr id="27" name="Google Shape;27;p5"/>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8" name="Google Shape;28;p5"/>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29" name="Google Shape;29;p5"/>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0" name="Google Shape;30;p5"/>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1" name="Google Shape;31;p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6"/>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4" name="Google Shape;34;p6"/>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35" name="Google Shape;35;p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6" name="Google Shape;36;p6"/>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7" name="Google Shape;37;p6"/>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7"/>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0" name="Google Shape;40;p7"/>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1" name="Google Shape;41;p7"/>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Google Shape;42;p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3" name="Google Shape;43;p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4" name="Google Shape;44;p7"/>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8"/>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7" name="Google Shape;47;p8"/>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8" name="Google Shape;48;p8"/>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9" name="Google Shape;49;p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50" name="Google Shape;50;p8"/>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1" name="Google Shape;51;p8"/>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2" name="Google Shape;52;p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3" name="Google Shape;53;p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 name="Shape 54"/>
        <p:cNvGrpSpPr/>
        <p:nvPr/>
      </p:nvGrpSpPr>
      <p:grpSpPr>
        <a:xfrm>
          <a:off x="0" y="0"/>
          <a:ext cx="0" cy="0"/>
          <a:chOff x="0" y="0"/>
          <a:chExt cx="0" cy="0"/>
        </a:xfrm>
      </p:grpSpPr>
      <p:sp>
        <p:nvSpPr>
          <p:cNvPr id="55" name="Google Shape;55;p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6" name="Google Shape;56;p9"/>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7" name="Google Shape;57;p9"/>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8" name="Google Shape;58;p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10"/>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1" name="Google Shape;61;p10"/>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62" name="Google Shape;62;p10"/>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3" name="Google Shape;63;p1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4" name="Google Shape;64;p10"/>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5" name="Google Shape;65;p10"/>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11"/>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8" name="Google Shape;68;p11"/>
          <p:cNvSpPr/>
          <p:nvPr>
            <p:ph idx="2" type="pic"/>
          </p:nvPr>
        </p:nvSpPr>
        <p:spPr>
          <a:xfrm>
            <a:off x="3887391" y="740569"/>
            <a:ext cx="4629150" cy="3655219"/>
          </a:xfrm>
          <a:prstGeom prst="rect">
            <a:avLst/>
          </a:prstGeom>
          <a:noFill/>
          <a:ln>
            <a:noFill/>
          </a:ln>
        </p:spPr>
      </p:sp>
      <p:sp>
        <p:nvSpPr>
          <p:cNvPr id="69" name="Google Shape;69;p11"/>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70" name="Google Shape;70;p1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1" name="Google Shape;71;p1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2" name="Google Shape;72;p11"/>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12"/>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5" name="Google Shape;75;p12"/>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6" name="Google Shape;76;p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7" name="Google Shape;77;p1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8" name="Google Shape;78;p1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13"/>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1" name="Google Shape;81;p13"/>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2" name="Google Shape;82;p1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3" name="Google Shape;83;p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4" name="Google Shape;84;p1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p:cSld name="1_Blank">
    <p:spTree>
      <p:nvGrpSpPr>
        <p:cNvPr id="85" name="Shape 85"/>
        <p:cNvGrpSpPr/>
        <p:nvPr/>
      </p:nvGrpSpPr>
      <p:grpSpPr>
        <a:xfrm>
          <a:off x="0" y="0"/>
          <a:ext cx="0" cy="0"/>
          <a:chOff x="0" y="0"/>
          <a:chExt cx="0" cy="0"/>
        </a:xfrm>
      </p:grpSpPr>
      <p:sp>
        <p:nvSpPr>
          <p:cNvPr id="86" name="Google Shape;86;p14"/>
          <p:cNvSpPr txBox="1"/>
          <p:nvPr>
            <p:ph idx="11" type="ftr"/>
          </p:nvPr>
        </p:nvSpPr>
        <p:spPr>
          <a:xfrm>
            <a:off x="3028950" y="4767263"/>
            <a:ext cx="3086100" cy="273900"/>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1100"/>
              <a:buNone/>
              <a:defRPr>
                <a:solidFill>
                  <a:srgbClr val="888888"/>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7" name="Google Shape;87;p14"/>
          <p:cNvSpPr txBox="1"/>
          <p:nvPr>
            <p:ph idx="10" type="dt"/>
          </p:nvPr>
        </p:nvSpPr>
        <p:spPr>
          <a:xfrm>
            <a:off x="628650" y="4767263"/>
            <a:ext cx="2057400" cy="2739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solidFill>
                  <a:srgbClr val="888888"/>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8" name="Google Shape;88;p14"/>
          <p:cNvSpPr txBox="1"/>
          <p:nvPr>
            <p:ph idx="12" type="sldNum"/>
          </p:nvPr>
        </p:nvSpPr>
        <p:spPr>
          <a:xfrm>
            <a:off x="6457950" y="4767263"/>
            <a:ext cx="2057400" cy="273900"/>
          </a:xfrm>
          <a:prstGeom prst="rect">
            <a:avLst/>
          </a:prstGeom>
          <a:noFill/>
          <a:ln>
            <a:noFill/>
          </a:ln>
        </p:spPr>
        <p:txBody>
          <a:bodyPr anchorCtr="0" anchor="ctr" bIns="0" lIns="0" spcFirstLastPara="1" rIns="0" wrap="square" tIns="0">
            <a:noAutofit/>
          </a:bodyPr>
          <a:lstStyle>
            <a:lvl1pPr indent="0" lvl="0" marL="0" algn="r">
              <a:lnSpc>
                <a:spcPct val="100000"/>
              </a:lnSpc>
              <a:spcBef>
                <a:spcPts val="0"/>
              </a:spcBef>
              <a:spcAft>
                <a:spcPts val="0"/>
              </a:spcAft>
              <a:buSzPts val="900"/>
              <a:buNone/>
              <a:defRPr>
                <a:solidFill>
                  <a:srgbClr val="888888"/>
                </a:solidFill>
              </a:defRPr>
            </a:lvl1pPr>
            <a:lvl2pPr indent="0" lvl="1" marL="0" algn="r">
              <a:lnSpc>
                <a:spcPct val="100000"/>
              </a:lnSpc>
              <a:spcBef>
                <a:spcPts val="0"/>
              </a:spcBef>
              <a:spcAft>
                <a:spcPts val="0"/>
              </a:spcAft>
              <a:buSzPts val="900"/>
              <a:buNone/>
              <a:defRPr>
                <a:solidFill>
                  <a:srgbClr val="888888"/>
                </a:solidFill>
              </a:defRPr>
            </a:lvl2pPr>
            <a:lvl3pPr indent="0" lvl="2" marL="0" algn="r">
              <a:lnSpc>
                <a:spcPct val="100000"/>
              </a:lnSpc>
              <a:spcBef>
                <a:spcPts val="0"/>
              </a:spcBef>
              <a:spcAft>
                <a:spcPts val="0"/>
              </a:spcAft>
              <a:buSzPts val="900"/>
              <a:buNone/>
              <a:defRPr>
                <a:solidFill>
                  <a:srgbClr val="888888"/>
                </a:solidFill>
              </a:defRPr>
            </a:lvl3pPr>
            <a:lvl4pPr indent="0" lvl="3" marL="0" algn="r">
              <a:lnSpc>
                <a:spcPct val="100000"/>
              </a:lnSpc>
              <a:spcBef>
                <a:spcPts val="0"/>
              </a:spcBef>
              <a:spcAft>
                <a:spcPts val="0"/>
              </a:spcAft>
              <a:buSzPts val="900"/>
              <a:buNone/>
              <a:defRPr>
                <a:solidFill>
                  <a:srgbClr val="888888"/>
                </a:solidFill>
              </a:defRPr>
            </a:lvl4pPr>
            <a:lvl5pPr indent="0" lvl="4" marL="0" algn="r">
              <a:lnSpc>
                <a:spcPct val="100000"/>
              </a:lnSpc>
              <a:spcBef>
                <a:spcPts val="0"/>
              </a:spcBef>
              <a:spcAft>
                <a:spcPts val="0"/>
              </a:spcAft>
              <a:buSzPts val="900"/>
              <a:buNone/>
              <a:defRPr>
                <a:solidFill>
                  <a:srgbClr val="888888"/>
                </a:solidFill>
              </a:defRPr>
            </a:lvl5pPr>
            <a:lvl6pPr indent="0" lvl="5" marL="0" algn="r">
              <a:lnSpc>
                <a:spcPct val="100000"/>
              </a:lnSpc>
              <a:spcBef>
                <a:spcPts val="0"/>
              </a:spcBef>
              <a:spcAft>
                <a:spcPts val="0"/>
              </a:spcAft>
              <a:buSzPts val="900"/>
              <a:buNone/>
              <a:defRPr>
                <a:solidFill>
                  <a:srgbClr val="888888"/>
                </a:solidFill>
              </a:defRPr>
            </a:lvl6pPr>
            <a:lvl7pPr indent="0" lvl="6" marL="0" algn="r">
              <a:lnSpc>
                <a:spcPct val="100000"/>
              </a:lnSpc>
              <a:spcBef>
                <a:spcPts val="0"/>
              </a:spcBef>
              <a:spcAft>
                <a:spcPts val="0"/>
              </a:spcAft>
              <a:buSzPts val="900"/>
              <a:buNone/>
              <a:defRPr>
                <a:solidFill>
                  <a:srgbClr val="888888"/>
                </a:solidFill>
              </a:defRPr>
            </a:lvl7pPr>
            <a:lvl8pPr indent="0" lvl="7" marL="0" algn="r">
              <a:lnSpc>
                <a:spcPct val="100000"/>
              </a:lnSpc>
              <a:spcBef>
                <a:spcPts val="0"/>
              </a:spcBef>
              <a:spcAft>
                <a:spcPts val="0"/>
              </a:spcAft>
              <a:buSzPts val="900"/>
              <a:buNone/>
              <a:defRPr>
                <a:solidFill>
                  <a:srgbClr val="888888"/>
                </a:solidFill>
              </a:defRPr>
            </a:lvl8pPr>
            <a:lvl9pPr indent="0" lvl="8" marL="0" algn="r">
              <a:lnSpc>
                <a:spcPct val="100000"/>
              </a:lnSpc>
              <a:spcBef>
                <a:spcPts val="0"/>
              </a:spcBef>
              <a:spcAft>
                <a:spcPts val="0"/>
              </a:spcAft>
              <a:buSzPts val="900"/>
              <a:buNone/>
              <a:defRPr>
                <a:solidFill>
                  <a:srgbClr val="888888"/>
                </a:solidFill>
              </a:defRPr>
            </a:lvl9pPr>
          </a:lstStyle>
          <a:p>
            <a:pPr indent="0" lvl="0" marL="0" rtl="0" algn="r">
              <a:spcBef>
                <a:spcPts val="0"/>
              </a:spcBef>
              <a:spcAft>
                <a:spcPts val="0"/>
              </a:spcAft>
              <a:buNone/>
            </a:pPr>
            <a:fld id="{00000000-1234-1234-1234-123412341234}" type="slidenum">
              <a:rPr lang="en-IN"/>
              <a:t>‹#›</a:t>
            </a:fld>
            <a:endParaRPr b="0" i="0" sz="900" u="none" cap="none" strike="noStrike">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5" name="Shape 95"/>
        <p:cNvGrpSpPr/>
        <p:nvPr/>
      </p:nvGrpSpPr>
      <p:grpSpPr>
        <a:xfrm>
          <a:off x="0" y="0"/>
          <a:ext cx="0" cy="0"/>
          <a:chOff x="0" y="0"/>
          <a:chExt cx="0" cy="0"/>
        </a:xfrm>
      </p:grpSpPr>
      <p:sp>
        <p:nvSpPr>
          <p:cNvPr id="96" name="Google Shape;96;p1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97" name="Google Shape;97;p1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98" name="Google Shape;98;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9" name="Shape 99"/>
        <p:cNvGrpSpPr/>
        <p:nvPr/>
      </p:nvGrpSpPr>
      <p:grpSpPr>
        <a:xfrm>
          <a:off x="0" y="0"/>
          <a:ext cx="0" cy="0"/>
          <a:chOff x="0" y="0"/>
          <a:chExt cx="0" cy="0"/>
        </a:xfrm>
      </p:grpSpPr>
      <p:sp>
        <p:nvSpPr>
          <p:cNvPr id="100" name="Google Shape;100;p1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01" name="Google Shape;101;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2" name="Shape 102"/>
        <p:cNvGrpSpPr/>
        <p:nvPr/>
      </p:nvGrpSpPr>
      <p:grpSpPr>
        <a:xfrm>
          <a:off x="0" y="0"/>
          <a:ext cx="0" cy="0"/>
          <a:chOff x="0" y="0"/>
          <a:chExt cx="0" cy="0"/>
        </a:xfrm>
      </p:grpSpPr>
      <p:sp>
        <p:nvSpPr>
          <p:cNvPr id="103" name="Google Shape;103;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4" name="Google Shape;104;p1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05" name="Google Shape;105;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6" name="Shape 106"/>
        <p:cNvGrpSpPr/>
        <p:nvPr/>
      </p:nvGrpSpPr>
      <p:grpSpPr>
        <a:xfrm>
          <a:off x="0" y="0"/>
          <a:ext cx="0" cy="0"/>
          <a:chOff x="0" y="0"/>
          <a:chExt cx="0" cy="0"/>
        </a:xfrm>
      </p:grpSpPr>
      <p:sp>
        <p:nvSpPr>
          <p:cNvPr id="107" name="Google Shape;107;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8" name="Google Shape;108;p2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09" name="Google Shape;109;p2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10" name="Google Shape;110;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1" name="Shape 111"/>
        <p:cNvGrpSpPr/>
        <p:nvPr/>
      </p:nvGrpSpPr>
      <p:grpSpPr>
        <a:xfrm>
          <a:off x="0" y="0"/>
          <a:ext cx="0" cy="0"/>
          <a:chOff x="0" y="0"/>
          <a:chExt cx="0" cy="0"/>
        </a:xfrm>
      </p:grpSpPr>
      <p:sp>
        <p:nvSpPr>
          <p:cNvPr id="112" name="Google Shape;112;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3" name="Google Shape;113;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4" name="Shape 114"/>
        <p:cNvGrpSpPr/>
        <p:nvPr/>
      </p:nvGrpSpPr>
      <p:grpSpPr>
        <a:xfrm>
          <a:off x="0" y="0"/>
          <a:ext cx="0" cy="0"/>
          <a:chOff x="0" y="0"/>
          <a:chExt cx="0" cy="0"/>
        </a:xfrm>
      </p:grpSpPr>
      <p:sp>
        <p:nvSpPr>
          <p:cNvPr id="115" name="Google Shape;115;p2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16" name="Google Shape;116;p2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17" name="Google Shape;117;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8" name="Shape 118"/>
        <p:cNvGrpSpPr/>
        <p:nvPr/>
      </p:nvGrpSpPr>
      <p:grpSpPr>
        <a:xfrm>
          <a:off x="0" y="0"/>
          <a:ext cx="0" cy="0"/>
          <a:chOff x="0" y="0"/>
          <a:chExt cx="0" cy="0"/>
        </a:xfrm>
      </p:grpSpPr>
      <p:sp>
        <p:nvSpPr>
          <p:cNvPr id="119" name="Google Shape;119;p2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20" name="Google Shape;120;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1" name="Shape 121"/>
        <p:cNvGrpSpPr/>
        <p:nvPr/>
      </p:nvGrpSpPr>
      <p:grpSpPr>
        <a:xfrm>
          <a:off x="0" y="0"/>
          <a:ext cx="0" cy="0"/>
          <a:chOff x="0" y="0"/>
          <a:chExt cx="0" cy="0"/>
        </a:xfrm>
      </p:grpSpPr>
      <p:sp>
        <p:nvSpPr>
          <p:cNvPr id="122" name="Google Shape;122;p2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2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24" name="Google Shape;124;p2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25" name="Google Shape;125;p2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6" name="Google Shape;126;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7" name="Shape 127"/>
        <p:cNvGrpSpPr/>
        <p:nvPr/>
      </p:nvGrpSpPr>
      <p:grpSpPr>
        <a:xfrm>
          <a:off x="0" y="0"/>
          <a:ext cx="0" cy="0"/>
          <a:chOff x="0" y="0"/>
          <a:chExt cx="0" cy="0"/>
        </a:xfrm>
      </p:grpSpPr>
      <p:sp>
        <p:nvSpPr>
          <p:cNvPr id="128" name="Google Shape;128;p2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129" name="Google Shape;129;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0" name="Shape 130"/>
        <p:cNvGrpSpPr/>
        <p:nvPr/>
      </p:nvGrpSpPr>
      <p:grpSpPr>
        <a:xfrm>
          <a:off x="0" y="0"/>
          <a:ext cx="0" cy="0"/>
          <a:chOff x="0" y="0"/>
          <a:chExt cx="0" cy="0"/>
        </a:xfrm>
      </p:grpSpPr>
      <p:sp>
        <p:nvSpPr>
          <p:cNvPr id="131" name="Google Shape;131;p2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32" name="Google Shape;132;p2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133" name="Google Shape;133;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0" name="Shape 140"/>
        <p:cNvGrpSpPr/>
        <p:nvPr/>
      </p:nvGrpSpPr>
      <p:grpSpPr>
        <a:xfrm>
          <a:off x="0" y="0"/>
          <a:ext cx="0" cy="0"/>
          <a:chOff x="0" y="0"/>
          <a:chExt cx="0" cy="0"/>
        </a:xfrm>
      </p:grpSpPr>
      <p:sp>
        <p:nvSpPr>
          <p:cNvPr id="141" name="Google Shape;141;p2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2" name="Google Shape;142;p2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3" name="Google Shape;143;p2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4" name="Shape 144"/>
        <p:cNvGrpSpPr/>
        <p:nvPr/>
      </p:nvGrpSpPr>
      <p:grpSpPr>
        <a:xfrm>
          <a:off x="0" y="0"/>
          <a:ext cx="0" cy="0"/>
          <a:chOff x="0" y="0"/>
          <a:chExt cx="0" cy="0"/>
        </a:xfrm>
      </p:grpSpPr>
      <p:sp>
        <p:nvSpPr>
          <p:cNvPr id="145" name="Google Shape;145;p29"/>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46" name="Google Shape;146;p29"/>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7" name="Google Shape;147;p2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8" name="Google Shape;148;p2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9" name="Google Shape;149;p2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0" name="Shape 150"/>
        <p:cNvGrpSpPr/>
        <p:nvPr/>
      </p:nvGrpSpPr>
      <p:grpSpPr>
        <a:xfrm>
          <a:off x="0" y="0"/>
          <a:ext cx="0" cy="0"/>
          <a:chOff x="0" y="0"/>
          <a:chExt cx="0" cy="0"/>
        </a:xfrm>
      </p:grpSpPr>
      <p:sp>
        <p:nvSpPr>
          <p:cNvPr id="151" name="Google Shape;151;p3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52" name="Google Shape;152;p30"/>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3" name="Google Shape;153;p3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4" name="Google Shape;154;p3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5" name="Google Shape;155;p3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6" name="Shape 156"/>
        <p:cNvGrpSpPr/>
        <p:nvPr/>
      </p:nvGrpSpPr>
      <p:grpSpPr>
        <a:xfrm>
          <a:off x="0" y="0"/>
          <a:ext cx="0" cy="0"/>
          <a:chOff x="0" y="0"/>
          <a:chExt cx="0" cy="0"/>
        </a:xfrm>
      </p:grpSpPr>
      <p:sp>
        <p:nvSpPr>
          <p:cNvPr id="157" name="Google Shape;157;p31"/>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58" name="Google Shape;158;p31"/>
          <p:cNvSpPr txBox="1"/>
          <p:nvPr>
            <p:ph idx="1" type="body"/>
          </p:nvPr>
        </p:nvSpPr>
        <p:spPr>
          <a:xfrm>
            <a:off x="623888" y="3442097"/>
            <a:ext cx="7886700" cy="11250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159" name="Google Shape;159;p3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0" name="Google Shape;160;p3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1" name="Google Shape;161;p3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62" name="Shape 162"/>
        <p:cNvGrpSpPr/>
        <p:nvPr/>
      </p:nvGrpSpPr>
      <p:grpSpPr>
        <a:xfrm>
          <a:off x="0" y="0"/>
          <a:ext cx="0" cy="0"/>
          <a:chOff x="0" y="0"/>
          <a:chExt cx="0" cy="0"/>
        </a:xfrm>
      </p:grpSpPr>
      <p:sp>
        <p:nvSpPr>
          <p:cNvPr id="163" name="Google Shape;163;p3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64" name="Google Shape;164;p32"/>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5" name="Google Shape;165;p32"/>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6" name="Google Shape;166;p3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7" name="Google Shape;167;p3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8" name="Google Shape;168;p3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69" name="Shape 169"/>
        <p:cNvGrpSpPr/>
        <p:nvPr/>
      </p:nvGrpSpPr>
      <p:grpSpPr>
        <a:xfrm>
          <a:off x="0" y="0"/>
          <a:ext cx="0" cy="0"/>
          <a:chOff x="0" y="0"/>
          <a:chExt cx="0" cy="0"/>
        </a:xfrm>
      </p:grpSpPr>
      <p:sp>
        <p:nvSpPr>
          <p:cNvPr id="170" name="Google Shape;170;p33"/>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71" name="Google Shape;171;p33"/>
          <p:cNvSpPr txBox="1"/>
          <p:nvPr>
            <p:ph idx="1" type="body"/>
          </p:nvPr>
        </p:nvSpPr>
        <p:spPr>
          <a:xfrm>
            <a:off x="629841" y="1260872"/>
            <a:ext cx="38682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72" name="Google Shape;172;p33"/>
          <p:cNvSpPr txBox="1"/>
          <p:nvPr>
            <p:ph idx="2" type="body"/>
          </p:nvPr>
        </p:nvSpPr>
        <p:spPr>
          <a:xfrm>
            <a:off x="629841" y="1878806"/>
            <a:ext cx="3868200" cy="27633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3" name="Google Shape;173;p33"/>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74" name="Google Shape;174;p33"/>
          <p:cNvSpPr txBox="1"/>
          <p:nvPr>
            <p:ph idx="4" type="body"/>
          </p:nvPr>
        </p:nvSpPr>
        <p:spPr>
          <a:xfrm>
            <a:off x="4629150" y="1878806"/>
            <a:ext cx="3887400" cy="27633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5" name="Google Shape;175;p3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6" name="Google Shape;176;p3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7" name="Google Shape;177;p3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8" name="Shape 178"/>
        <p:cNvGrpSpPr/>
        <p:nvPr/>
      </p:nvGrpSpPr>
      <p:grpSpPr>
        <a:xfrm>
          <a:off x="0" y="0"/>
          <a:ext cx="0" cy="0"/>
          <a:chOff x="0" y="0"/>
          <a:chExt cx="0" cy="0"/>
        </a:xfrm>
      </p:grpSpPr>
      <p:sp>
        <p:nvSpPr>
          <p:cNvPr id="179" name="Google Shape;179;p3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80" name="Google Shape;180;p3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1" name="Google Shape;181;p3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2" name="Google Shape;182;p3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83" name="Shape 183"/>
        <p:cNvGrpSpPr/>
        <p:nvPr/>
      </p:nvGrpSpPr>
      <p:grpSpPr>
        <a:xfrm>
          <a:off x="0" y="0"/>
          <a:ext cx="0" cy="0"/>
          <a:chOff x="0" y="0"/>
          <a:chExt cx="0" cy="0"/>
        </a:xfrm>
      </p:grpSpPr>
      <p:sp>
        <p:nvSpPr>
          <p:cNvPr id="184" name="Google Shape;184;p35"/>
          <p:cNvSpPr txBox="1"/>
          <p:nvPr>
            <p:ph type="title"/>
          </p:nvPr>
        </p:nvSpPr>
        <p:spPr>
          <a:xfrm>
            <a:off x="629841" y="342900"/>
            <a:ext cx="29493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85" name="Google Shape;185;p35"/>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86" name="Google Shape;186;p35"/>
          <p:cNvSpPr txBox="1"/>
          <p:nvPr>
            <p:ph idx="2" type="body"/>
          </p:nvPr>
        </p:nvSpPr>
        <p:spPr>
          <a:xfrm>
            <a:off x="629841" y="1543050"/>
            <a:ext cx="29493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87" name="Google Shape;187;p3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8" name="Google Shape;188;p3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9" name="Google Shape;189;p3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90" name="Shape 190"/>
        <p:cNvGrpSpPr/>
        <p:nvPr/>
      </p:nvGrpSpPr>
      <p:grpSpPr>
        <a:xfrm>
          <a:off x="0" y="0"/>
          <a:ext cx="0" cy="0"/>
          <a:chOff x="0" y="0"/>
          <a:chExt cx="0" cy="0"/>
        </a:xfrm>
      </p:grpSpPr>
      <p:sp>
        <p:nvSpPr>
          <p:cNvPr id="191" name="Google Shape;191;p36"/>
          <p:cNvSpPr txBox="1"/>
          <p:nvPr>
            <p:ph type="title"/>
          </p:nvPr>
        </p:nvSpPr>
        <p:spPr>
          <a:xfrm>
            <a:off x="629841" y="342900"/>
            <a:ext cx="29493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2" name="Google Shape;192;p36"/>
          <p:cNvSpPr/>
          <p:nvPr>
            <p:ph idx="2" type="pic"/>
          </p:nvPr>
        </p:nvSpPr>
        <p:spPr>
          <a:xfrm>
            <a:off x="3887391" y="740569"/>
            <a:ext cx="4629300" cy="3655200"/>
          </a:xfrm>
          <a:prstGeom prst="rect">
            <a:avLst/>
          </a:prstGeom>
          <a:noFill/>
          <a:ln>
            <a:noFill/>
          </a:ln>
        </p:spPr>
      </p:sp>
      <p:sp>
        <p:nvSpPr>
          <p:cNvPr id="193" name="Google Shape;193;p36"/>
          <p:cNvSpPr txBox="1"/>
          <p:nvPr>
            <p:ph idx="1" type="body"/>
          </p:nvPr>
        </p:nvSpPr>
        <p:spPr>
          <a:xfrm>
            <a:off x="629841" y="1543050"/>
            <a:ext cx="29493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94" name="Google Shape;194;p3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5" name="Google Shape;195;p3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6" name="Google Shape;196;p3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97" name="Shape 197"/>
        <p:cNvGrpSpPr/>
        <p:nvPr/>
      </p:nvGrpSpPr>
      <p:grpSpPr>
        <a:xfrm>
          <a:off x="0" y="0"/>
          <a:ext cx="0" cy="0"/>
          <a:chOff x="0" y="0"/>
          <a:chExt cx="0" cy="0"/>
        </a:xfrm>
      </p:grpSpPr>
      <p:sp>
        <p:nvSpPr>
          <p:cNvPr id="198" name="Google Shape;198;p3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9" name="Google Shape;199;p37"/>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0" name="Google Shape;200;p3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1" name="Google Shape;201;p3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2" name="Google Shape;202;p3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03" name="Shape 203"/>
        <p:cNvGrpSpPr/>
        <p:nvPr/>
      </p:nvGrpSpPr>
      <p:grpSpPr>
        <a:xfrm>
          <a:off x="0" y="0"/>
          <a:ext cx="0" cy="0"/>
          <a:chOff x="0" y="0"/>
          <a:chExt cx="0" cy="0"/>
        </a:xfrm>
      </p:grpSpPr>
      <p:sp>
        <p:nvSpPr>
          <p:cNvPr id="204" name="Google Shape;204;p38"/>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05" name="Google Shape;205;p38"/>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6" name="Google Shape;206;p3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7" name="Google Shape;207;p3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8" name="Google Shape;208;p3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2" Type="http://schemas.openxmlformats.org/officeDocument/2006/relationships/theme" Target="../theme/theme4.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5.xml"/><Relationship Id="rId10" Type="http://schemas.openxmlformats.org/officeDocument/2006/relationships/slideLayout" Target="../slideLayouts/slideLayout34.xml"/><Relationship Id="rId12" Type="http://schemas.openxmlformats.org/officeDocument/2006/relationships/theme" Target="../theme/theme3.xml"/><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9" Type="http://schemas.openxmlformats.org/officeDocument/2006/relationships/slideLayout" Target="../slideLayouts/slideLayout33.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89" name="Shape 89"/>
        <p:cNvGrpSpPr/>
        <p:nvPr/>
      </p:nvGrpSpPr>
      <p:grpSpPr>
        <a:xfrm>
          <a:off x="0" y="0"/>
          <a:ext cx="0" cy="0"/>
          <a:chOff x="0" y="0"/>
          <a:chExt cx="0" cy="0"/>
        </a:xfrm>
      </p:grpSpPr>
      <p:sp>
        <p:nvSpPr>
          <p:cNvPr id="90" name="Google Shape;90;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91" name="Google Shape;91;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92" name="Google Shape;92;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4" name="Shape 134"/>
        <p:cNvGrpSpPr/>
        <p:nvPr/>
      </p:nvGrpSpPr>
      <p:grpSpPr>
        <a:xfrm>
          <a:off x="0" y="0"/>
          <a:ext cx="0" cy="0"/>
          <a:chOff x="0" y="0"/>
          <a:chExt cx="0" cy="0"/>
        </a:xfrm>
      </p:grpSpPr>
      <p:sp>
        <p:nvSpPr>
          <p:cNvPr id="135" name="Google Shape;135;p2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136" name="Google Shape;136;p27"/>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137" name="Google Shape;137;p2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138" name="Google Shape;138;p2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139" name="Google Shape;139;p2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spcBef>
                <a:spcPts val="0"/>
              </a:spcBef>
              <a:buNone/>
              <a:defRPr b="0" i="0" sz="900" u="none" cap="none" strike="noStrike">
                <a:solidFill>
                  <a:srgbClr val="888888"/>
                </a:solidFill>
                <a:latin typeface="Calibri"/>
                <a:ea typeface="Calibri"/>
                <a:cs typeface="Calibri"/>
                <a:sym typeface="Calibri"/>
              </a:defRPr>
            </a:lvl1pPr>
            <a:lvl2pPr indent="0" lvl="1" marL="0" marR="0" algn="r">
              <a:spcBef>
                <a:spcPts val="0"/>
              </a:spcBef>
              <a:buNone/>
              <a:defRPr b="0" i="0" sz="900" u="none" cap="none" strike="noStrike">
                <a:solidFill>
                  <a:srgbClr val="888888"/>
                </a:solidFill>
                <a:latin typeface="Calibri"/>
                <a:ea typeface="Calibri"/>
                <a:cs typeface="Calibri"/>
                <a:sym typeface="Calibri"/>
              </a:defRPr>
            </a:lvl2pPr>
            <a:lvl3pPr indent="0" lvl="2" marL="0" marR="0" algn="r">
              <a:spcBef>
                <a:spcPts val="0"/>
              </a:spcBef>
              <a:buNone/>
              <a:defRPr b="0" i="0" sz="900" u="none" cap="none" strike="noStrike">
                <a:solidFill>
                  <a:srgbClr val="888888"/>
                </a:solidFill>
                <a:latin typeface="Calibri"/>
                <a:ea typeface="Calibri"/>
                <a:cs typeface="Calibri"/>
                <a:sym typeface="Calibri"/>
              </a:defRPr>
            </a:lvl3pPr>
            <a:lvl4pPr indent="0" lvl="3" marL="0" marR="0" algn="r">
              <a:spcBef>
                <a:spcPts val="0"/>
              </a:spcBef>
              <a:buNone/>
              <a:defRPr b="0" i="0" sz="900" u="none" cap="none" strike="noStrike">
                <a:solidFill>
                  <a:srgbClr val="888888"/>
                </a:solidFill>
                <a:latin typeface="Calibri"/>
                <a:ea typeface="Calibri"/>
                <a:cs typeface="Calibri"/>
                <a:sym typeface="Calibri"/>
              </a:defRPr>
            </a:lvl4pPr>
            <a:lvl5pPr indent="0" lvl="4" marL="0" marR="0" algn="r">
              <a:spcBef>
                <a:spcPts val="0"/>
              </a:spcBef>
              <a:buNone/>
              <a:defRPr b="0" i="0" sz="900" u="none" cap="none" strike="noStrike">
                <a:solidFill>
                  <a:srgbClr val="888888"/>
                </a:solidFill>
                <a:latin typeface="Calibri"/>
                <a:ea typeface="Calibri"/>
                <a:cs typeface="Calibri"/>
                <a:sym typeface="Calibri"/>
              </a:defRPr>
            </a:lvl5pPr>
            <a:lvl6pPr indent="0" lvl="5" marL="0" marR="0" algn="r">
              <a:spcBef>
                <a:spcPts val="0"/>
              </a:spcBef>
              <a:buNone/>
              <a:defRPr b="0" i="0" sz="900" u="none" cap="none" strike="noStrike">
                <a:solidFill>
                  <a:srgbClr val="888888"/>
                </a:solidFill>
                <a:latin typeface="Calibri"/>
                <a:ea typeface="Calibri"/>
                <a:cs typeface="Calibri"/>
                <a:sym typeface="Calibri"/>
              </a:defRPr>
            </a:lvl6pPr>
            <a:lvl7pPr indent="0" lvl="6" marL="0" marR="0" algn="r">
              <a:spcBef>
                <a:spcPts val="0"/>
              </a:spcBef>
              <a:buNone/>
              <a:defRPr b="0" i="0" sz="900" u="none" cap="none" strike="noStrike">
                <a:solidFill>
                  <a:srgbClr val="888888"/>
                </a:solidFill>
                <a:latin typeface="Calibri"/>
                <a:ea typeface="Calibri"/>
                <a:cs typeface="Calibri"/>
                <a:sym typeface="Calibri"/>
              </a:defRPr>
            </a:lvl7pPr>
            <a:lvl8pPr indent="0" lvl="7" marL="0" marR="0" algn="r">
              <a:spcBef>
                <a:spcPts val="0"/>
              </a:spcBef>
              <a:buNone/>
              <a:defRPr b="0" i="0" sz="900" u="none" cap="none" strike="noStrike">
                <a:solidFill>
                  <a:srgbClr val="888888"/>
                </a:solidFill>
                <a:latin typeface="Calibri"/>
                <a:ea typeface="Calibri"/>
                <a:cs typeface="Calibri"/>
                <a:sym typeface="Calibri"/>
              </a:defRPr>
            </a:lvl8pPr>
            <a:lvl9pPr indent="0" lvl="8" marL="0" marR="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image" Target="../media/image3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9.png"/><Relationship Id="rId6" Type="http://schemas.openxmlformats.org/officeDocument/2006/relationships/image" Target="../media/image3.png"/><Relationship Id="rId7"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2.png"/><Relationship Id="rId4" Type="http://schemas.openxmlformats.org/officeDocument/2006/relationships/image" Target="../media/image21.png"/><Relationship Id="rId5" Type="http://schemas.openxmlformats.org/officeDocument/2006/relationships/image" Target="../media/image12.png"/><Relationship Id="rId6"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9.png"/><Relationship Id="rId4" Type="http://schemas.openxmlformats.org/officeDocument/2006/relationships/image" Target="../media/image32.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5.png"/><Relationship Id="rId8" Type="http://schemas.openxmlformats.org/officeDocument/2006/relationships/image" Target="../media/image3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9.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0.png"/><Relationship Id="rId4" Type="http://schemas.openxmlformats.org/officeDocument/2006/relationships/image" Target="../media/image26.png"/><Relationship Id="rId5" Type="http://schemas.openxmlformats.org/officeDocument/2006/relationships/image" Target="../media/image48.png"/><Relationship Id="rId6" Type="http://schemas.openxmlformats.org/officeDocument/2006/relationships/image" Target="../media/image38.png"/><Relationship Id="rId7" Type="http://schemas.openxmlformats.org/officeDocument/2006/relationships/image" Target="../media/image46.png"/><Relationship Id="rId8" Type="http://schemas.openxmlformats.org/officeDocument/2006/relationships/image" Target="../media/image3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41.png"/><Relationship Id="rId4" Type="http://schemas.openxmlformats.org/officeDocument/2006/relationships/image" Target="../media/image34.png"/><Relationship Id="rId5" Type="http://schemas.openxmlformats.org/officeDocument/2006/relationships/image" Target="../media/image3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7.png"/><Relationship Id="rId4" Type="http://schemas.openxmlformats.org/officeDocument/2006/relationships/image" Target="../media/image53.png"/><Relationship Id="rId5" Type="http://schemas.openxmlformats.org/officeDocument/2006/relationships/image" Target="../media/image74.png"/><Relationship Id="rId6" Type="http://schemas.openxmlformats.org/officeDocument/2006/relationships/image" Target="../media/image5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2.pn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image" Target="../media/image7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54.png"/><Relationship Id="rId4" Type="http://schemas.openxmlformats.org/officeDocument/2006/relationships/image" Target="../media/image40.png"/><Relationship Id="rId5" Type="http://schemas.openxmlformats.org/officeDocument/2006/relationships/image" Target="../media/image43.png"/><Relationship Id="rId6" Type="http://schemas.openxmlformats.org/officeDocument/2006/relationships/image" Target="../media/image58.png"/><Relationship Id="rId7" Type="http://schemas.openxmlformats.org/officeDocument/2006/relationships/image" Target="../media/image47.png"/><Relationship Id="rId8" Type="http://schemas.openxmlformats.org/officeDocument/2006/relationships/image" Target="../media/image4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45.png"/><Relationship Id="rId4" Type="http://schemas.openxmlformats.org/officeDocument/2006/relationships/image" Target="../media/image4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51.png"/><Relationship Id="rId4" Type="http://schemas.openxmlformats.org/officeDocument/2006/relationships/image" Target="../media/image50.png"/><Relationship Id="rId5" Type="http://schemas.openxmlformats.org/officeDocument/2006/relationships/image" Target="../media/image52.png"/><Relationship Id="rId6" Type="http://schemas.openxmlformats.org/officeDocument/2006/relationships/image" Target="../media/image6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 Id="rId3" Type="http://schemas.openxmlformats.org/officeDocument/2006/relationships/image" Target="../media/image6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62.png"/><Relationship Id="rId4" Type="http://schemas.openxmlformats.org/officeDocument/2006/relationships/image" Target="../media/image59.png"/><Relationship Id="rId5" Type="http://schemas.openxmlformats.org/officeDocument/2006/relationships/image" Target="../media/image6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64.png"/><Relationship Id="rId4" Type="http://schemas.openxmlformats.org/officeDocument/2006/relationships/image" Target="../media/image72.png"/><Relationship Id="rId5" Type="http://schemas.openxmlformats.org/officeDocument/2006/relationships/image" Target="../media/image6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69.png"/><Relationship Id="rId4" Type="http://schemas.openxmlformats.org/officeDocument/2006/relationships/image" Target="../media/image67.png"/><Relationship Id="rId5" Type="http://schemas.openxmlformats.org/officeDocument/2006/relationships/image" Target="../media/image73.png"/><Relationship Id="rId6" Type="http://schemas.openxmlformats.org/officeDocument/2006/relationships/image" Target="../media/image7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70.png"/><Relationship Id="rId4" Type="http://schemas.openxmlformats.org/officeDocument/2006/relationships/image" Target="../media/image78.png"/><Relationship Id="rId5" Type="http://schemas.openxmlformats.org/officeDocument/2006/relationships/image" Target="../media/image68.png"/><Relationship Id="rId6" Type="http://schemas.openxmlformats.org/officeDocument/2006/relationships/image" Target="../media/image65.png"/><Relationship Id="rId7" Type="http://schemas.openxmlformats.org/officeDocument/2006/relationships/image" Target="../media/image7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81.png"/><Relationship Id="rId4" Type="http://schemas.openxmlformats.org/officeDocument/2006/relationships/image" Target="../media/image8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90.png"/><Relationship Id="rId4" Type="http://schemas.openxmlformats.org/officeDocument/2006/relationships/image" Target="../media/image75.png"/><Relationship Id="rId5" Type="http://schemas.openxmlformats.org/officeDocument/2006/relationships/image" Target="../media/image76.png"/><Relationship Id="rId6" Type="http://schemas.openxmlformats.org/officeDocument/2006/relationships/image" Target="../media/image9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84.png"/><Relationship Id="rId4" Type="http://schemas.openxmlformats.org/officeDocument/2006/relationships/image" Target="../media/image80.png"/><Relationship Id="rId5" Type="http://schemas.openxmlformats.org/officeDocument/2006/relationships/image" Target="../media/image8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82.png"/><Relationship Id="rId4" Type="http://schemas.openxmlformats.org/officeDocument/2006/relationships/image" Target="../media/image8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86.png"/><Relationship Id="rId4" Type="http://schemas.openxmlformats.org/officeDocument/2006/relationships/image" Target="../media/image98.png"/><Relationship Id="rId5" Type="http://schemas.openxmlformats.org/officeDocument/2006/relationships/image" Target="../media/image9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89.png"/><Relationship Id="rId4" Type="http://schemas.openxmlformats.org/officeDocument/2006/relationships/image" Target="../media/image9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87.png"/><Relationship Id="rId4" Type="http://schemas.openxmlformats.org/officeDocument/2006/relationships/image" Target="../media/image91.png"/><Relationship Id="rId5" Type="http://schemas.openxmlformats.org/officeDocument/2006/relationships/image" Target="../media/image92.png"/><Relationship Id="rId6" Type="http://schemas.openxmlformats.org/officeDocument/2006/relationships/image" Target="../media/image10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0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96.png"/><Relationship Id="rId4" Type="http://schemas.openxmlformats.org/officeDocument/2006/relationships/image" Target="../media/image104.png"/><Relationship Id="rId5" Type="http://schemas.openxmlformats.org/officeDocument/2006/relationships/image" Target="../media/image103.png"/><Relationship Id="rId6" Type="http://schemas.openxmlformats.org/officeDocument/2006/relationships/image" Target="../media/image9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00.png"/><Relationship Id="rId4" Type="http://schemas.openxmlformats.org/officeDocument/2006/relationships/image" Target="../media/image114.png"/><Relationship Id="rId5" Type="http://schemas.openxmlformats.org/officeDocument/2006/relationships/image" Target="../media/image94.png"/><Relationship Id="rId6" Type="http://schemas.openxmlformats.org/officeDocument/2006/relationships/image" Target="../media/image11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0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13.png"/><Relationship Id="rId4" Type="http://schemas.openxmlformats.org/officeDocument/2006/relationships/image" Target="../media/image102.png"/><Relationship Id="rId5" Type="http://schemas.openxmlformats.org/officeDocument/2006/relationships/image" Target="../media/image11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37.png"/><Relationship Id="rId4" Type="http://schemas.openxmlformats.org/officeDocument/2006/relationships/image" Target="../media/image120.png"/><Relationship Id="rId5" Type="http://schemas.openxmlformats.org/officeDocument/2006/relationships/image" Target="../media/image135.png"/><Relationship Id="rId6" Type="http://schemas.openxmlformats.org/officeDocument/2006/relationships/image" Target="../media/image132.png"/><Relationship Id="rId7" Type="http://schemas.openxmlformats.org/officeDocument/2006/relationships/image" Target="../media/image111.png"/><Relationship Id="rId8" Type="http://schemas.openxmlformats.org/officeDocument/2006/relationships/image" Target="../media/image11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06.png"/><Relationship Id="rId4" Type="http://schemas.openxmlformats.org/officeDocument/2006/relationships/image" Target="../media/image109.png"/><Relationship Id="rId5" Type="http://schemas.openxmlformats.org/officeDocument/2006/relationships/image" Target="../media/image108.png"/><Relationship Id="rId6" Type="http://schemas.openxmlformats.org/officeDocument/2006/relationships/image" Target="../media/image12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122.png"/><Relationship Id="rId4" Type="http://schemas.openxmlformats.org/officeDocument/2006/relationships/image" Target="../media/image128.png"/><Relationship Id="rId5" Type="http://schemas.openxmlformats.org/officeDocument/2006/relationships/image" Target="../media/image118.png"/><Relationship Id="rId6" Type="http://schemas.openxmlformats.org/officeDocument/2006/relationships/image" Target="../media/image14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137.png"/><Relationship Id="rId4" Type="http://schemas.openxmlformats.org/officeDocument/2006/relationships/image" Target="../media/image12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126.png"/><Relationship Id="rId4" Type="http://schemas.openxmlformats.org/officeDocument/2006/relationships/image" Target="../media/image127.png"/><Relationship Id="rId5" Type="http://schemas.openxmlformats.org/officeDocument/2006/relationships/image" Target="../media/image11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12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140.png"/><Relationship Id="rId4" Type="http://schemas.openxmlformats.org/officeDocument/2006/relationships/image" Target="../media/image130.png"/><Relationship Id="rId5" Type="http://schemas.openxmlformats.org/officeDocument/2006/relationships/image" Target="../media/image150.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124.png"/><Relationship Id="rId4" Type="http://schemas.openxmlformats.org/officeDocument/2006/relationships/image" Target="../media/image14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37.png"/><Relationship Id="rId4" Type="http://schemas.openxmlformats.org/officeDocument/2006/relationships/image" Target="../media/image129.png"/><Relationship Id="rId5" Type="http://schemas.openxmlformats.org/officeDocument/2006/relationships/image" Target="../media/image136.png"/><Relationship Id="rId6" Type="http://schemas.openxmlformats.org/officeDocument/2006/relationships/image" Target="../media/image131.png"/><Relationship Id="rId7" Type="http://schemas.openxmlformats.org/officeDocument/2006/relationships/image" Target="../media/image14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138.png"/><Relationship Id="rId4" Type="http://schemas.openxmlformats.org/officeDocument/2006/relationships/image" Target="../media/image139.png"/><Relationship Id="rId5" Type="http://schemas.openxmlformats.org/officeDocument/2006/relationships/image" Target="../media/image152.png"/><Relationship Id="rId6" Type="http://schemas.openxmlformats.org/officeDocument/2006/relationships/image" Target="../media/image15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144.png"/><Relationship Id="rId4" Type="http://schemas.openxmlformats.org/officeDocument/2006/relationships/image" Target="../media/image145.png"/><Relationship Id="rId5" Type="http://schemas.openxmlformats.org/officeDocument/2006/relationships/image" Target="../media/image15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14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146.png"/><Relationship Id="rId4" Type="http://schemas.openxmlformats.org/officeDocument/2006/relationships/image" Target="../media/image143.png"/><Relationship Id="rId5" Type="http://schemas.openxmlformats.org/officeDocument/2006/relationships/image" Target="../media/image16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37.png"/><Relationship Id="rId4" Type="http://schemas.openxmlformats.org/officeDocument/2006/relationships/image" Target="../media/image153.png"/><Relationship Id="rId5" Type="http://schemas.openxmlformats.org/officeDocument/2006/relationships/image" Target="../media/image163.png"/><Relationship Id="rId6" Type="http://schemas.openxmlformats.org/officeDocument/2006/relationships/image" Target="../media/image15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170.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169.png"/><Relationship Id="rId4" Type="http://schemas.openxmlformats.org/officeDocument/2006/relationships/image" Target="../media/image171.png"/><Relationship Id="rId5" Type="http://schemas.openxmlformats.org/officeDocument/2006/relationships/image" Target="../media/image16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156.png"/><Relationship Id="rId4" Type="http://schemas.openxmlformats.org/officeDocument/2006/relationships/image" Target="../media/image159.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image" Target="../media/image162.png"/><Relationship Id="rId4" Type="http://schemas.openxmlformats.org/officeDocument/2006/relationships/image" Target="../media/image16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157.png"/><Relationship Id="rId4" Type="http://schemas.openxmlformats.org/officeDocument/2006/relationships/image" Target="../media/image166.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image" Target="../media/image158.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 Id="rId3" Type="http://schemas.openxmlformats.org/officeDocument/2006/relationships/image" Target="../media/image168.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1.xml"/><Relationship Id="rId3" Type="http://schemas.openxmlformats.org/officeDocument/2006/relationships/image" Target="../media/image165.jpg"/><Relationship Id="rId4" Type="http://schemas.openxmlformats.org/officeDocument/2006/relationships/image" Target="../media/image164.jpg"/><Relationship Id="rId5" Type="http://schemas.openxmlformats.org/officeDocument/2006/relationships/hyperlink" Target="https://sites.google.com/view/ayans-agribot/hom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mt="80000"/>
          </a:blip>
          <a:stretch>
            <a:fillRect/>
          </a:stretch>
        </a:blipFill>
      </p:bgPr>
    </p:bg>
    <p:spTree>
      <p:nvGrpSpPr>
        <p:cNvPr id="212" name="Shape 212"/>
        <p:cNvGrpSpPr/>
        <p:nvPr/>
      </p:nvGrpSpPr>
      <p:grpSpPr>
        <a:xfrm>
          <a:off x="0" y="0"/>
          <a:ext cx="0" cy="0"/>
          <a:chOff x="0" y="0"/>
          <a:chExt cx="0" cy="0"/>
        </a:xfrm>
      </p:grpSpPr>
      <p:sp>
        <p:nvSpPr>
          <p:cNvPr id="213" name="Google Shape;213;p39"/>
          <p:cNvSpPr/>
          <p:nvPr/>
        </p:nvSpPr>
        <p:spPr>
          <a:xfrm>
            <a:off x="1669300" y="128000"/>
            <a:ext cx="5967600" cy="12696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4100"/>
              <a:buFont typeface="Arial"/>
              <a:buNone/>
            </a:pPr>
            <a:r>
              <a:rPr b="1" lang="en-IN" sz="4100">
                <a:solidFill>
                  <a:srgbClr val="F7CAAC"/>
                </a:solidFill>
                <a:latin typeface="Calibri"/>
                <a:ea typeface="Calibri"/>
                <a:cs typeface="Calibri"/>
                <a:sym typeface="Calibri"/>
              </a:rPr>
              <a:t>Extra Session</a:t>
            </a:r>
            <a:r>
              <a:rPr b="1" i="0" lang="en-IN" sz="4100" u="none" cap="none" strike="noStrike">
                <a:solidFill>
                  <a:srgbClr val="F7CAAC"/>
                </a:solidFill>
                <a:latin typeface="Calibri"/>
                <a:ea typeface="Calibri"/>
                <a:cs typeface="Calibri"/>
                <a:sym typeface="Calibri"/>
              </a:rPr>
              <a:t> (Discussion)</a:t>
            </a:r>
            <a:endParaRPr b="0" i="0" sz="1100" u="none" cap="none" strike="noStrike">
              <a:solidFill>
                <a:srgbClr val="F7CAAC"/>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4100"/>
              <a:buFont typeface="Arial"/>
              <a:buNone/>
            </a:pPr>
            <a:r>
              <a:rPr b="1" i="0" lang="en-IN" sz="4100" u="none" cap="none" strike="noStrike">
                <a:solidFill>
                  <a:srgbClr val="F7CAAC"/>
                </a:solidFill>
                <a:latin typeface="Calibri"/>
                <a:ea typeface="Calibri"/>
                <a:cs typeface="Calibri"/>
                <a:sym typeface="Calibri"/>
              </a:rPr>
              <a:t>10</a:t>
            </a:r>
            <a:r>
              <a:rPr b="1" baseline="30000" i="0" lang="en-IN" sz="4100" u="none" cap="none" strike="noStrike">
                <a:solidFill>
                  <a:srgbClr val="F7CAAC"/>
                </a:solidFill>
                <a:latin typeface="Calibri"/>
                <a:ea typeface="Calibri"/>
                <a:cs typeface="Calibri"/>
                <a:sym typeface="Calibri"/>
              </a:rPr>
              <a:t>th </a:t>
            </a:r>
            <a:r>
              <a:rPr b="1" i="0" lang="en-IN" sz="4100" u="none" cap="none" strike="noStrike">
                <a:solidFill>
                  <a:srgbClr val="F7CAAC"/>
                </a:solidFill>
                <a:latin typeface="Calibri"/>
                <a:ea typeface="Calibri"/>
                <a:cs typeface="Calibri"/>
                <a:sym typeface="Calibri"/>
              </a:rPr>
              <a:t>Oct, 2025</a:t>
            </a:r>
            <a:endParaRPr b="1" i="0" sz="4100" u="none" cap="none" strike="noStrike">
              <a:solidFill>
                <a:srgbClr val="F7CAAC"/>
              </a:solidFill>
              <a:latin typeface="Calibri"/>
              <a:ea typeface="Calibri"/>
              <a:cs typeface="Calibri"/>
              <a:sym typeface="Calibri"/>
            </a:endParaRPr>
          </a:p>
        </p:txBody>
      </p:sp>
      <p:pic>
        <p:nvPicPr>
          <p:cNvPr id="214" name="Google Shape;214;p39"/>
          <p:cNvPicPr preferRelativeResize="0"/>
          <p:nvPr/>
        </p:nvPicPr>
        <p:blipFill rotWithShape="1">
          <a:blip r:embed="rId4">
            <a:alphaModFix/>
          </a:blip>
          <a:srcRect b="0" l="0" r="0" t="0"/>
          <a:stretch/>
        </p:blipFill>
        <p:spPr>
          <a:xfrm>
            <a:off x="91911" y="122195"/>
            <a:ext cx="1477652" cy="1477652"/>
          </a:xfrm>
          <a:prstGeom prst="rect">
            <a:avLst/>
          </a:prstGeom>
          <a:noFill/>
          <a:ln>
            <a:noFill/>
          </a:ln>
        </p:spPr>
      </p:pic>
      <p:pic>
        <p:nvPicPr>
          <p:cNvPr id="215" name="Google Shape;215;p39"/>
          <p:cNvPicPr preferRelativeResize="0"/>
          <p:nvPr/>
        </p:nvPicPr>
        <p:blipFill rotWithShape="1">
          <a:blip r:embed="rId5">
            <a:alphaModFix/>
          </a:blip>
          <a:srcRect b="0" l="0" r="0" t="0"/>
          <a:stretch/>
        </p:blipFill>
        <p:spPr>
          <a:xfrm>
            <a:off x="7851774" y="122195"/>
            <a:ext cx="1133573" cy="1269602"/>
          </a:xfrm>
          <a:prstGeom prst="rect">
            <a:avLst/>
          </a:prstGeom>
          <a:noFill/>
          <a:ln>
            <a:noFill/>
          </a:ln>
        </p:spPr>
      </p:pic>
      <p:sp>
        <p:nvSpPr>
          <p:cNvPr id="216" name="Google Shape;216;p39"/>
          <p:cNvSpPr txBox="1"/>
          <p:nvPr/>
        </p:nvSpPr>
        <p:spPr>
          <a:xfrm>
            <a:off x="0" y="1922667"/>
            <a:ext cx="7105200" cy="1915879"/>
          </a:xfrm>
          <a:prstGeom prst="rect">
            <a:avLst/>
          </a:prstGeom>
          <a:solidFill>
            <a:srgbClr val="FBE4D4">
              <a:alpha val="74117"/>
            </a:srgbClr>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3000"/>
              <a:buFont typeface="Arial"/>
              <a:buNone/>
            </a:pPr>
            <a:r>
              <a:rPr b="0" i="0" lang="en-IN" sz="3000" u="none" cap="none" strike="noStrike">
                <a:solidFill>
                  <a:srgbClr val="AC1684"/>
                </a:solidFill>
                <a:latin typeface="Arial Black"/>
                <a:ea typeface="Arial Black"/>
                <a:cs typeface="Arial Black"/>
                <a:sym typeface="Arial Black"/>
              </a:rPr>
              <a:t>Computer Vision</a:t>
            </a:r>
            <a:endParaRPr b="0" i="0" sz="1800" u="none" cap="none" strike="noStrike">
              <a:solidFill>
                <a:srgbClr val="AC1684"/>
              </a:solidFill>
              <a:latin typeface="Arial Black"/>
              <a:ea typeface="Arial Black"/>
              <a:cs typeface="Arial Black"/>
              <a:sym typeface="Arial Black"/>
            </a:endParaRPr>
          </a:p>
          <a:p>
            <a:pPr indent="0" lvl="0" marL="0" marR="0" rtl="0" algn="l">
              <a:lnSpc>
                <a:spcPct val="150000"/>
              </a:lnSpc>
              <a:spcBef>
                <a:spcPts val="0"/>
              </a:spcBef>
              <a:spcAft>
                <a:spcPts val="0"/>
              </a:spcAft>
              <a:buClr>
                <a:srgbClr val="000000"/>
              </a:buClr>
              <a:buSzPts val="1500"/>
              <a:buFont typeface="Arial"/>
              <a:buNone/>
            </a:pPr>
            <a:r>
              <a:rPr b="1" i="0" lang="en-IN" sz="1500" u="none" cap="none" strike="noStrike">
                <a:solidFill>
                  <a:srgbClr val="AC1684"/>
                </a:solidFill>
                <a:latin typeface="Arial"/>
                <a:ea typeface="Arial"/>
                <a:cs typeface="Arial"/>
                <a:sym typeface="Arial"/>
              </a:rPr>
              <a:t>Prof. Jayanta Mukhopadhyay</a:t>
            </a:r>
            <a:endParaRPr/>
          </a:p>
          <a:p>
            <a:pPr indent="0" lvl="0" marL="0" marR="0" rtl="0" algn="l">
              <a:lnSpc>
                <a:spcPct val="150000"/>
              </a:lnSpc>
              <a:spcBef>
                <a:spcPts val="0"/>
              </a:spcBef>
              <a:spcAft>
                <a:spcPts val="0"/>
              </a:spcAft>
              <a:buClr>
                <a:srgbClr val="000000"/>
              </a:buClr>
              <a:buSzPts val="1500"/>
              <a:buFont typeface="Arial"/>
              <a:buNone/>
            </a:pPr>
            <a:r>
              <a:rPr b="1" i="0" lang="en-IN" sz="1500" u="none" cap="none" strike="noStrike">
                <a:solidFill>
                  <a:srgbClr val="AC1684"/>
                </a:solidFill>
                <a:latin typeface="Arial"/>
                <a:ea typeface="Arial"/>
                <a:cs typeface="Arial"/>
                <a:sym typeface="Arial"/>
              </a:rPr>
              <a:t>Professor </a:t>
            </a:r>
            <a:endParaRPr/>
          </a:p>
          <a:p>
            <a:pPr indent="0" lvl="0" marL="0" marR="0" rtl="0" algn="l">
              <a:lnSpc>
                <a:spcPct val="150000"/>
              </a:lnSpc>
              <a:spcBef>
                <a:spcPts val="0"/>
              </a:spcBef>
              <a:spcAft>
                <a:spcPts val="0"/>
              </a:spcAft>
              <a:buClr>
                <a:srgbClr val="000000"/>
              </a:buClr>
              <a:buSzPts val="1500"/>
              <a:buFont typeface="Arial"/>
              <a:buNone/>
            </a:pPr>
            <a:r>
              <a:rPr b="1" i="0" lang="en-IN" sz="1500" u="none" cap="none" strike="noStrike">
                <a:solidFill>
                  <a:srgbClr val="AC1684"/>
                </a:solidFill>
                <a:latin typeface="Arial"/>
                <a:ea typeface="Arial"/>
                <a:cs typeface="Arial"/>
                <a:sym typeface="Arial"/>
              </a:rPr>
              <a:t>Computer Science and Engineering Department</a:t>
            </a:r>
            <a:endParaRPr b="0" i="0" sz="1400" u="none" cap="none" strike="noStrike">
              <a:solidFill>
                <a:srgbClr val="AC1684"/>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500"/>
              <a:buFont typeface="Arial"/>
              <a:buNone/>
            </a:pPr>
            <a:r>
              <a:rPr b="1" i="0" lang="en-IN" sz="1500" u="none" cap="none" strike="noStrike">
                <a:solidFill>
                  <a:srgbClr val="AC1684"/>
                </a:solidFill>
                <a:latin typeface="Arial"/>
                <a:ea typeface="Arial"/>
                <a:cs typeface="Arial"/>
                <a:sym typeface="Arial"/>
              </a:rPr>
              <a:t>IIT Kharagpur</a:t>
            </a:r>
            <a:endParaRPr b="0" i="0" sz="1400" u="none" cap="none" strike="noStrike">
              <a:solidFill>
                <a:srgbClr val="AC1684"/>
              </a:solidFill>
              <a:latin typeface="Arial"/>
              <a:ea typeface="Arial"/>
              <a:cs typeface="Arial"/>
              <a:sym typeface="Arial"/>
            </a:endParaRPr>
          </a:p>
        </p:txBody>
      </p:sp>
      <p:sp>
        <p:nvSpPr>
          <p:cNvPr id="217" name="Google Shape;217;p39"/>
          <p:cNvSpPr txBox="1"/>
          <p:nvPr/>
        </p:nvSpPr>
        <p:spPr>
          <a:xfrm>
            <a:off x="1" y="3965274"/>
            <a:ext cx="6440864" cy="1073756"/>
          </a:xfrm>
          <a:prstGeom prst="rect">
            <a:avLst/>
          </a:prstGeom>
          <a:solidFill>
            <a:srgbClr val="7030A0"/>
          </a:solidFill>
          <a:ln>
            <a:noFill/>
          </a:ln>
        </p:spPr>
        <p:txBody>
          <a:bodyPr anchorCtr="0" anchor="t" bIns="34275" lIns="68575" spcFirstLastPara="1" rIns="68575" wrap="square" tIns="34275">
            <a:spAutoFit/>
          </a:bodyPr>
          <a:lstStyle/>
          <a:p>
            <a:pPr indent="0" lvl="0" marL="0" marR="0" rtl="0" algn="r">
              <a:lnSpc>
                <a:spcPct val="150000"/>
              </a:lnSpc>
              <a:spcBef>
                <a:spcPts val="0"/>
              </a:spcBef>
              <a:spcAft>
                <a:spcPts val="0"/>
              </a:spcAft>
              <a:buClr>
                <a:srgbClr val="000000"/>
              </a:buClr>
              <a:buSzPts val="1500"/>
              <a:buFont typeface="Arial"/>
              <a:buNone/>
            </a:pPr>
            <a:r>
              <a:rPr b="1" i="0" lang="en-IN" sz="1500" u="none" cap="none" strike="noStrike">
                <a:solidFill>
                  <a:srgbClr val="FFF2CC"/>
                </a:solidFill>
                <a:latin typeface="Arial"/>
                <a:ea typeface="Arial"/>
                <a:cs typeface="Arial"/>
                <a:sym typeface="Arial"/>
              </a:rPr>
              <a:t>Ayan Paul</a:t>
            </a:r>
            <a:endParaRPr b="0" i="0" sz="1100" u="none" cap="none" strike="noStrike">
              <a:solidFill>
                <a:srgbClr val="000000"/>
              </a:solidFill>
              <a:latin typeface="Arial"/>
              <a:ea typeface="Arial"/>
              <a:cs typeface="Arial"/>
              <a:sym typeface="Arial"/>
            </a:endParaRPr>
          </a:p>
          <a:p>
            <a:pPr indent="0" lvl="0" marL="0" marR="0" rtl="0" algn="r">
              <a:lnSpc>
                <a:spcPct val="150000"/>
              </a:lnSpc>
              <a:spcBef>
                <a:spcPts val="0"/>
              </a:spcBef>
              <a:spcAft>
                <a:spcPts val="0"/>
              </a:spcAft>
              <a:buClr>
                <a:srgbClr val="000000"/>
              </a:buClr>
              <a:buSzPts val="1500"/>
              <a:buFont typeface="Arial"/>
              <a:buNone/>
            </a:pPr>
            <a:r>
              <a:rPr b="1" i="0" lang="en-IN" sz="1500" u="none" cap="none" strike="noStrike">
                <a:solidFill>
                  <a:srgbClr val="FFF2CC"/>
                </a:solidFill>
                <a:latin typeface="Arial"/>
                <a:ea typeface="Arial"/>
                <a:cs typeface="Arial"/>
                <a:sym typeface="Arial"/>
              </a:rPr>
              <a:t>PMRF Research Scholar </a:t>
            </a:r>
            <a:endParaRPr b="0" i="0" sz="1100" u="none" cap="none" strike="noStrike">
              <a:solidFill>
                <a:srgbClr val="000000"/>
              </a:solidFill>
              <a:latin typeface="Arial"/>
              <a:ea typeface="Arial"/>
              <a:cs typeface="Arial"/>
              <a:sym typeface="Arial"/>
            </a:endParaRPr>
          </a:p>
          <a:p>
            <a:pPr indent="0" lvl="0" marL="0" marR="0" rtl="0" algn="r">
              <a:lnSpc>
                <a:spcPct val="150000"/>
              </a:lnSpc>
              <a:spcBef>
                <a:spcPts val="0"/>
              </a:spcBef>
              <a:spcAft>
                <a:spcPts val="0"/>
              </a:spcAft>
              <a:buClr>
                <a:srgbClr val="000000"/>
              </a:buClr>
              <a:buSzPts val="1500"/>
              <a:buFont typeface="Arial"/>
              <a:buNone/>
            </a:pPr>
            <a:r>
              <a:rPr b="1" i="0" lang="en-IN" sz="1500" u="none" cap="none" strike="noStrike">
                <a:solidFill>
                  <a:srgbClr val="FFF2CC"/>
                </a:solidFill>
                <a:latin typeface="Arial"/>
                <a:ea typeface="Arial"/>
                <a:cs typeface="Arial"/>
                <a:sym typeface="Arial"/>
              </a:rPr>
              <a:t>IIT Kharagpur</a:t>
            </a:r>
            <a:endParaRPr b="1" i="0" sz="1500" u="none" cap="none" strike="noStrike">
              <a:solidFill>
                <a:srgbClr val="FFF2CC"/>
              </a:solidFill>
              <a:latin typeface="Arial"/>
              <a:ea typeface="Arial"/>
              <a:cs typeface="Arial"/>
              <a:sym typeface="Arial"/>
            </a:endParaRPr>
          </a:p>
        </p:txBody>
      </p:sp>
      <p:pic>
        <p:nvPicPr>
          <p:cNvPr id="218" name="Google Shape;218;p39"/>
          <p:cNvPicPr preferRelativeResize="0"/>
          <p:nvPr/>
        </p:nvPicPr>
        <p:blipFill rotWithShape="1">
          <a:blip r:embed="rId6">
            <a:alphaModFix/>
          </a:blip>
          <a:srcRect b="0" l="0" r="0" t="0"/>
          <a:stretch/>
        </p:blipFill>
        <p:spPr>
          <a:xfrm>
            <a:off x="5366084" y="1585053"/>
            <a:ext cx="3777916" cy="35584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40"/>
          <p:cNvSpPr txBox="1"/>
          <p:nvPr/>
        </p:nvSpPr>
        <p:spPr>
          <a:xfrm>
            <a:off x="1379617" y="1208450"/>
            <a:ext cx="7197300" cy="2008800"/>
          </a:xfrm>
          <a:prstGeom prst="rect">
            <a:avLst/>
          </a:prstGeom>
          <a:noFill/>
          <a:ln>
            <a:noFill/>
          </a:ln>
        </p:spPr>
        <p:txBody>
          <a:bodyPr anchorCtr="0" anchor="t" bIns="34275" lIns="68575" spcFirstLastPara="1" rIns="68575" wrap="square" tIns="34275">
            <a:spAutoFit/>
          </a:bodyPr>
          <a:lstStyle/>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Image</a:t>
            </a:r>
            <a:endParaRPr/>
          </a:p>
          <a:p>
            <a:pPr indent="-228600" lvl="0" marL="3429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Geometric Definition of Image</a:t>
            </a:r>
            <a:endParaRPr b="0" i="0" sz="1100" u="none" cap="none" strike="noStrike">
              <a:solidFill>
                <a:srgbClr val="000000"/>
              </a:solidFill>
              <a:latin typeface="Arial"/>
              <a:ea typeface="Arial"/>
              <a:cs typeface="Arial"/>
              <a:sym typeface="Arial"/>
            </a:endParaRPr>
          </a:p>
          <a:p>
            <a:pPr indent="-228600" lvl="0" marL="5715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Image Processing Concepts and Operations</a:t>
            </a:r>
            <a:endParaRPr/>
          </a:p>
          <a:p>
            <a:pPr indent="-228600" lvl="0" marL="3429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Image Transforms </a:t>
            </a:r>
            <a:endParaRPr b="0" i="0" sz="1400" u="none" cap="none" strike="noStrike">
              <a:solidFill>
                <a:srgbClr val="000000"/>
              </a:solidFill>
              <a:latin typeface="Arial"/>
              <a:ea typeface="Arial"/>
              <a:cs typeface="Arial"/>
              <a:sym typeface="Arial"/>
            </a:endParaRPr>
          </a:p>
        </p:txBody>
      </p:sp>
      <p:sp>
        <p:nvSpPr>
          <p:cNvPr id="224" name="Google Shape;224;p40"/>
          <p:cNvSpPr txBox="1"/>
          <p:nvPr/>
        </p:nvSpPr>
        <p:spPr>
          <a:xfrm>
            <a:off x="1538924" y="283105"/>
            <a:ext cx="6066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chemeClr val="lt1"/>
              </a:buClr>
              <a:buSzPts val="1800"/>
              <a:buFont typeface="Times New Roman"/>
              <a:buNone/>
            </a:pPr>
            <a:r>
              <a:rPr b="1" i="0" lang="en-IN" sz="1800" u="none" cap="none" strike="noStrike">
                <a:solidFill>
                  <a:schemeClr val="lt1"/>
                </a:solidFill>
                <a:latin typeface="Times New Roman"/>
                <a:ea typeface="Times New Roman"/>
                <a:cs typeface="Times New Roman"/>
                <a:sym typeface="Times New Roman"/>
              </a:rPr>
              <a:t>Topics on which Week 1 Assignment Questions are based</a:t>
            </a:r>
            <a:endParaRPr b="0" i="0" sz="11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4"/>
                                        </p:tgtEl>
                                        <p:attrNameLst>
                                          <p:attrName>style.visibility</p:attrName>
                                        </p:attrNameLst>
                                      </p:cBhvr>
                                      <p:to>
                                        <p:strVal val="visible"/>
                                      </p:to>
                                    </p:set>
                                    <p:anim calcmode="lin" valueType="num">
                                      <p:cBhvr additive="base">
                                        <p:cTn dur="500"/>
                                        <p:tgtEl>
                                          <p:spTgt spid="22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3"/>
                                        </p:tgtEl>
                                        <p:attrNameLst>
                                          <p:attrName>style.visibility</p:attrName>
                                        </p:attrNameLst>
                                      </p:cBhvr>
                                      <p:to>
                                        <p:strVal val="visible"/>
                                      </p:to>
                                    </p:set>
                                    <p:animEffect filter="fade" transition="in">
                                      <p:cBhvr>
                                        <p:cTn dur="1000"/>
                                        <p:tgtEl>
                                          <p:spTgt spid="2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41"/>
          <p:cNvSpPr txBox="1"/>
          <p:nvPr/>
        </p:nvSpPr>
        <p:spPr>
          <a:xfrm>
            <a:off x="1039751" y="828125"/>
            <a:ext cx="7197300" cy="3671100"/>
          </a:xfrm>
          <a:prstGeom prst="rect">
            <a:avLst/>
          </a:prstGeom>
          <a:noFill/>
          <a:ln>
            <a:noFill/>
          </a:ln>
        </p:spPr>
        <p:txBody>
          <a:bodyPr anchorCtr="0" anchor="t" bIns="34275" lIns="68575" spcFirstLastPara="1" rIns="68575" wrap="square" tIns="34275">
            <a:spAutoFit/>
          </a:bodyPr>
          <a:lstStyle/>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Real Space and Projective Space</a:t>
            </a:r>
            <a:endParaRPr/>
          </a:p>
          <a:p>
            <a:pPr indent="-228600" lvl="0" marL="5715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Points and lines in Projective Space</a:t>
            </a:r>
            <a:endParaRPr/>
          </a:p>
          <a:p>
            <a:pPr indent="-228600" lvl="0" marL="4572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Intersection of Parallel Lines and Lines at Infinity</a:t>
            </a:r>
            <a:endParaRPr/>
          </a:p>
          <a:p>
            <a:pPr indent="-228600" lvl="0" marL="5715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Conics in </a:t>
            </a:r>
            <a:r>
              <a:rPr lang="en-IN" sz="1800">
                <a:solidFill>
                  <a:schemeClr val="dk1"/>
                </a:solidFill>
                <a:latin typeface="Times New Roman"/>
                <a:ea typeface="Times New Roman"/>
                <a:cs typeface="Times New Roman"/>
                <a:sym typeface="Times New Roman"/>
              </a:rPr>
              <a:t>Homogeneous</a:t>
            </a:r>
            <a:r>
              <a:rPr b="0" i="0" lang="en-IN" sz="1800" u="none" cap="none" strike="noStrike">
                <a:solidFill>
                  <a:schemeClr val="dk1"/>
                </a:solidFill>
                <a:latin typeface="Times New Roman"/>
                <a:ea typeface="Times New Roman"/>
                <a:cs typeface="Times New Roman"/>
                <a:sym typeface="Times New Roman"/>
              </a:rPr>
              <a:t> Space</a:t>
            </a:r>
            <a:endParaRPr/>
          </a:p>
          <a:p>
            <a:pPr indent="-228600" lvl="0" marL="3429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Projective transformation</a:t>
            </a:r>
            <a:endParaRPr/>
          </a:p>
          <a:p>
            <a:pPr indent="-228600" lvl="0" marL="3429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Transformation of points, lines and conics under Homography</a:t>
            </a:r>
            <a:endParaRPr b="0" i="0" sz="1800" u="none" cap="none" strike="noStrike">
              <a:solidFill>
                <a:schemeClr val="dk1"/>
              </a:solidFill>
              <a:latin typeface="Times New Roman"/>
              <a:ea typeface="Times New Roman"/>
              <a:cs typeface="Times New Roman"/>
              <a:sym typeface="Times New Roman"/>
            </a:endParaRPr>
          </a:p>
          <a:p>
            <a:pPr indent="-228600" lvl="0" marL="3429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Measurement of angle under Homography</a:t>
            </a:r>
            <a:endParaRPr b="0" i="0" sz="1800" u="none" cap="none" strike="noStrike">
              <a:solidFill>
                <a:schemeClr val="dk1"/>
              </a:solidFill>
              <a:latin typeface="Times New Roman"/>
              <a:ea typeface="Times New Roman"/>
              <a:cs typeface="Times New Roman"/>
              <a:sym typeface="Times New Roman"/>
            </a:endParaRPr>
          </a:p>
        </p:txBody>
      </p:sp>
      <p:sp>
        <p:nvSpPr>
          <p:cNvPr id="230" name="Google Shape;230;p41"/>
          <p:cNvSpPr txBox="1"/>
          <p:nvPr/>
        </p:nvSpPr>
        <p:spPr>
          <a:xfrm>
            <a:off x="1538924" y="283105"/>
            <a:ext cx="6066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chemeClr val="lt1"/>
              </a:buClr>
              <a:buSzPts val="1800"/>
              <a:buFont typeface="Times New Roman"/>
              <a:buNone/>
            </a:pPr>
            <a:r>
              <a:rPr b="1" i="0" lang="en-IN" sz="1800" u="none" cap="none" strike="noStrike">
                <a:solidFill>
                  <a:schemeClr val="lt1"/>
                </a:solidFill>
                <a:latin typeface="Times New Roman"/>
                <a:ea typeface="Times New Roman"/>
                <a:cs typeface="Times New Roman"/>
                <a:sym typeface="Times New Roman"/>
              </a:rPr>
              <a:t>Topics on which Week 2 Assignment Questions are based</a:t>
            </a:r>
            <a:endParaRPr b="0" i="0" sz="11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0"/>
                                        </p:tgtEl>
                                        <p:attrNameLst>
                                          <p:attrName>style.visibility</p:attrName>
                                        </p:attrNameLst>
                                      </p:cBhvr>
                                      <p:to>
                                        <p:strVal val="visible"/>
                                      </p:to>
                                    </p:set>
                                    <p:anim calcmode="lin" valueType="num">
                                      <p:cBhvr additive="base">
                                        <p:cTn dur="500"/>
                                        <p:tgtEl>
                                          <p:spTgt spid="23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9"/>
                                        </p:tgtEl>
                                        <p:attrNameLst>
                                          <p:attrName>style.visibility</p:attrName>
                                        </p:attrNameLst>
                                      </p:cBhvr>
                                      <p:to>
                                        <p:strVal val="visible"/>
                                      </p:to>
                                    </p:set>
                                    <p:animEffect filter="fade" transition="in">
                                      <p:cBhvr>
                                        <p:cTn dur="1000"/>
                                        <p:tgtEl>
                                          <p:spTgt spid="2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42"/>
          <p:cNvSpPr txBox="1"/>
          <p:nvPr/>
        </p:nvSpPr>
        <p:spPr>
          <a:xfrm>
            <a:off x="873940" y="836217"/>
            <a:ext cx="7816200" cy="4163700"/>
          </a:xfrm>
          <a:prstGeom prst="rect">
            <a:avLst/>
          </a:prstGeom>
          <a:noFill/>
          <a:ln>
            <a:noFill/>
          </a:ln>
        </p:spPr>
        <p:txBody>
          <a:bodyPr anchorCtr="0" anchor="t" bIns="34275" lIns="68575" spcFirstLastPara="1" rIns="68575" wrap="square" tIns="34275">
            <a:spAutoFit/>
          </a:bodyPr>
          <a:lstStyle/>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Camera Geometry</a:t>
            </a:r>
            <a:endParaRPr b="0" i="0" sz="1100" u="none" cap="none" strike="noStrike">
              <a:solidFill>
                <a:srgbClr val="000000"/>
              </a:solidFill>
              <a:latin typeface="Times New Roman"/>
              <a:ea typeface="Times New Roman"/>
              <a:cs typeface="Times New Roman"/>
              <a:sym typeface="Times New Roman"/>
            </a:endParaRPr>
          </a:p>
          <a:p>
            <a:pPr indent="-228600" lvl="0" marL="5715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Pinhole Camera Mapping, Offsetting Principal Point, Shifting World Coordinate</a:t>
            </a:r>
            <a:endParaRPr b="0" i="0" sz="1400" u="none" cap="none" strike="noStrike">
              <a:solidFill>
                <a:srgbClr val="000000"/>
              </a:solidFill>
              <a:latin typeface="Times New Roman"/>
              <a:ea typeface="Times New Roman"/>
              <a:cs typeface="Times New Roman"/>
              <a:sym typeface="Times New Roman"/>
            </a:endParaRPr>
          </a:p>
          <a:p>
            <a:pPr indent="-228600" lvl="0" marL="4572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CCD Camera Model</a:t>
            </a:r>
            <a:endParaRPr b="0" i="0" sz="1100" u="none" cap="none" strike="noStrike">
              <a:solidFill>
                <a:srgbClr val="000000"/>
              </a:solidFill>
              <a:latin typeface="Times New Roman"/>
              <a:ea typeface="Times New Roman"/>
              <a:cs typeface="Times New Roman"/>
              <a:sym typeface="Times New Roman"/>
            </a:endParaRPr>
          </a:p>
          <a:p>
            <a:pPr indent="-228600" lvl="0" marL="5715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Projective Camera Matrix and its Properties</a:t>
            </a:r>
            <a:endParaRPr/>
          </a:p>
          <a:p>
            <a:pPr indent="-228600" lvl="0" marL="3429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Camera Parameters from Projective Camera Matrix</a:t>
            </a:r>
            <a:endParaRPr/>
          </a:p>
          <a:p>
            <a:pPr indent="-228600" lvl="0" marL="3429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Projective Camera on Plane and Line</a:t>
            </a:r>
            <a:endParaRPr/>
          </a:p>
          <a:p>
            <a:pPr indent="-228600" lvl="0" marL="3429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Camera at Infinity, Affine Projections, Vanishing Points and Vanishing Line</a:t>
            </a:r>
            <a:endParaRPr/>
          </a:p>
          <a:p>
            <a:pPr indent="-228600" lvl="0" marL="342900" marR="0" rtl="0" algn="l">
              <a:lnSpc>
                <a:spcPct val="100000"/>
              </a:lnSpc>
              <a:spcBef>
                <a:spcPts val="0"/>
              </a:spcBef>
              <a:spcAft>
                <a:spcPts val="0"/>
              </a:spcAft>
              <a:buClr>
                <a:schemeClr val="dk1"/>
              </a:buClr>
              <a:buSzPts val="18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42"/>
          <p:cNvSpPr txBox="1"/>
          <p:nvPr/>
        </p:nvSpPr>
        <p:spPr>
          <a:xfrm>
            <a:off x="1538924" y="283105"/>
            <a:ext cx="6066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chemeClr val="lt1"/>
              </a:buClr>
              <a:buSzPts val="1800"/>
              <a:buFont typeface="Times New Roman"/>
              <a:buNone/>
            </a:pPr>
            <a:r>
              <a:rPr b="1" i="0" lang="en-IN" sz="1800" u="none" cap="none" strike="noStrike">
                <a:solidFill>
                  <a:schemeClr val="lt1"/>
                </a:solidFill>
                <a:latin typeface="Times New Roman"/>
                <a:ea typeface="Times New Roman"/>
                <a:cs typeface="Times New Roman"/>
                <a:sym typeface="Times New Roman"/>
              </a:rPr>
              <a:t>Topics on which Week 3 Assignment Questions are based</a:t>
            </a:r>
            <a:endParaRPr b="0" i="0" sz="11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6"/>
                                        </p:tgtEl>
                                        <p:attrNameLst>
                                          <p:attrName>style.visibility</p:attrName>
                                        </p:attrNameLst>
                                      </p:cBhvr>
                                      <p:to>
                                        <p:strVal val="visible"/>
                                      </p:to>
                                    </p:set>
                                    <p:anim calcmode="lin" valueType="num">
                                      <p:cBhvr additive="base">
                                        <p:cTn dur="500"/>
                                        <p:tgtEl>
                                          <p:spTgt spid="23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gtEl>
                                        <p:attrNameLst>
                                          <p:attrName>style.visibility</p:attrName>
                                        </p:attrNameLst>
                                      </p:cBhvr>
                                      <p:to>
                                        <p:strVal val="visible"/>
                                      </p:to>
                                    </p:set>
                                    <p:animEffect filter="fade" transition="in">
                                      <p:cBhvr>
                                        <p:cTn dur="1000"/>
                                        <p:tgtEl>
                                          <p:spTgt spid="2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43"/>
          <p:cNvSpPr txBox="1"/>
          <p:nvPr/>
        </p:nvSpPr>
        <p:spPr>
          <a:xfrm>
            <a:off x="1081443" y="1099119"/>
            <a:ext cx="7197300" cy="3117000"/>
          </a:xfrm>
          <a:prstGeom prst="rect">
            <a:avLst/>
          </a:prstGeom>
          <a:noFill/>
          <a:ln>
            <a:noFill/>
          </a:ln>
        </p:spPr>
        <p:txBody>
          <a:bodyPr anchorCtr="0" anchor="t" bIns="34275" lIns="68575" spcFirstLastPara="1" rIns="68575" wrap="square" tIns="34275">
            <a:spAutoFit/>
          </a:bodyPr>
          <a:lstStyle/>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Stereo geometry</a:t>
            </a:r>
            <a:endParaRPr b="0" i="0" sz="1100" u="none" cap="none" strike="noStrike">
              <a:solidFill>
                <a:srgbClr val="000000"/>
              </a:solidFill>
              <a:latin typeface="Times New Roman"/>
              <a:ea typeface="Times New Roman"/>
              <a:cs typeface="Times New Roman"/>
              <a:sym typeface="Times New Roman"/>
            </a:endParaRPr>
          </a:p>
          <a:p>
            <a:pPr indent="-228600" lvl="0" marL="5715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Epipolar geometry</a:t>
            </a:r>
            <a:endParaRPr b="0" i="0" sz="1400" u="none" cap="none" strike="noStrike">
              <a:solidFill>
                <a:srgbClr val="000000"/>
              </a:solidFill>
              <a:latin typeface="Times New Roman"/>
              <a:ea typeface="Times New Roman"/>
              <a:cs typeface="Times New Roman"/>
              <a:sym typeface="Times New Roman"/>
            </a:endParaRPr>
          </a:p>
          <a:p>
            <a:pPr indent="-228600" lvl="0" marL="4572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Fundamental and Essential Matrix</a:t>
            </a:r>
            <a:endParaRPr b="0" i="0" sz="1100" u="none" cap="none" strike="noStrike">
              <a:solidFill>
                <a:srgbClr val="000000"/>
              </a:solidFill>
              <a:latin typeface="Times New Roman"/>
              <a:ea typeface="Times New Roman"/>
              <a:cs typeface="Times New Roman"/>
              <a:sym typeface="Times New Roman"/>
            </a:endParaRPr>
          </a:p>
          <a:p>
            <a:pPr indent="-228600" lvl="0" marL="5715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Properties of Fundamental and Essential Matrix</a:t>
            </a:r>
            <a:endParaRPr/>
          </a:p>
          <a:p>
            <a:pPr indent="-228600" lvl="0" marL="3429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Computing Depth</a:t>
            </a:r>
            <a:endParaRPr/>
          </a:p>
          <a:p>
            <a:pPr indent="-228600" lvl="0" marL="3429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Estimation of Fundamental Matrix</a:t>
            </a:r>
            <a:endParaRPr/>
          </a:p>
        </p:txBody>
      </p:sp>
      <p:sp>
        <p:nvSpPr>
          <p:cNvPr id="242" name="Google Shape;242;p43"/>
          <p:cNvSpPr txBox="1"/>
          <p:nvPr/>
        </p:nvSpPr>
        <p:spPr>
          <a:xfrm>
            <a:off x="1538924" y="283105"/>
            <a:ext cx="6066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chemeClr val="lt1"/>
              </a:buClr>
              <a:buSzPts val="1800"/>
              <a:buFont typeface="Times New Roman"/>
              <a:buNone/>
            </a:pPr>
            <a:r>
              <a:rPr b="1" i="0" lang="en-IN" sz="1800" u="none" cap="none" strike="noStrike">
                <a:solidFill>
                  <a:schemeClr val="lt1"/>
                </a:solidFill>
                <a:latin typeface="Times New Roman"/>
                <a:ea typeface="Times New Roman"/>
                <a:cs typeface="Times New Roman"/>
                <a:sym typeface="Times New Roman"/>
              </a:rPr>
              <a:t>Topics on which Week 4 Assignment Questions are based</a:t>
            </a:r>
            <a:endParaRPr b="0" i="0" sz="11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2"/>
                                        </p:tgtEl>
                                        <p:attrNameLst>
                                          <p:attrName>style.visibility</p:attrName>
                                        </p:attrNameLst>
                                      </p:cBhvr>
                                      <p:to>
                                        <p:strVal val="visible"/>
                                      </p:to>
                                    </p:set>
                                    <p:anim calcmode="lin" valueType="num">
                                      <p:cBhvr additive="base">
                                        <p:cTn dur="500"/>
                                        <p:tgtEl>
                                          <p:spTgt spid="24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gtEl>
                                        <p:attrNameLst>
                                          <p:attrName>style.visibility</p:attrName>
                                        </p:attrNameLst>
                                      </p:cBhvr>
                                      <p:to>
                                        <p:strVal val="visible"/>
                                      </p:to>
                                    </p:set>
                                    <p:animEffect filter="fade" transition="in">
                                      <p:cBhvr>
                                        <p:cTn dur="1000"/>
                                        <p:tgtEl>
                                          <p:spTgt spid="2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44"/>
          <p:cNvSpPr txBox="1"/>
          <p:nvPr/>
        </p:nvSpPr>
        <p:spPr>
          <a:xfrm>
            <a:off x="1369678" y="791006"/>
            <a:ext cx="7197300" cy="4225200"/>
          </a:xfrm>
          <a:prstGeom prst="rect">
            <a:avLst/>
          </a:prstGeom>
          <a:noFill/>
          <a:ln>
            <a:noFill/>
          </a:ln>
        </p:spPr>
        <p:txBody>
          <a:bodyPr anchorCtr="0" anchor="t" bIns="34275" lIns="68575" spcFirstLastPara="1" rIns="68575" wrap="square" tIns="34275">
            <a:spAutoFit/>
          </a:bodyPr>
          <a:lstStyle/>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Singularity constraint of F and E</a:t>
            </a:r>
            <a:endParaRPr b="0" i="0" sz="1100" u="none" cap="none" strike="noStrike">
              <a:solidFill>
                <a:srgbClr val="000000"/>
              </a:solidFill>
              <a:latin typeface="Times New Roman"/>
              <a:ea typeface="Times New Roman"/>
              <a:cs typeface="Times New Roman"/>
              <a:sym typeface="Times New Roman"/>
            </a:endParaRPr>
          </a:p>
          <a:p>
            <a:pPr indent="-228600" lvl="0" marL="5715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Parametric representation of F</a:t>
            </a:r>
            <a:endParaRPr b="0" i="0" sz="1400" u="none" cap="none" strike="noStrike">
              <a:solidFill>
                <a:srgbClr val="000000"/>
              </a:solidFill>
              <a:latin typeface="Times New Roman"/>
              <a:ea typeface="Times New Roman"/>
              <a:cs typeface="Times New Roman"/>
              <a:sym typeface="Times New Roman"/>
            </a:endParaRPr>
          </a:p>
          <a:p>
            <a:pPr indent="-228600" lvl="0" marL="4572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Retrieving camera matrices from F</a:t>
            </a:r>
            <a:endParaRPr b="0" i="0" sz="1100" u="none" cap="none" strike="noStrike">
              <a:solidFill>
                <a:srgbClr val="000000"/>
              </a:solidFill>
              <a:latin typeface="Times New Roman"/>
              <a:ea typeface="Times New Roman"/>
              <a:cs typeface="Times New Roman"/>
              <a:sym typeface="Times New Roman"/>
            </a:endParaRPr>
          </a:p>
          <a:p>
            <a:pPr indent="-228600" lvl="0" marL="5715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Computing scene points</a:t>
            </a:r>
            <a:endParaRPr/>
          </a:p>
          <a:p>
            <a:pPr indent="-228600" lvl="0" marL="3429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Line reconstruction</a:t>
            </a:r>
            <a:endParaRPr/>
          </a:p>
          <a:p>
            <a:pPr indent="-228600" lvl="0" marL="3429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Plane-induced Homography</a:t>
            </a:r>
            <a:endParaRPr b="0" i="0" sz="1800" u="none" cap="none" strike="noStrike">
              <a:solidFill>
                <a:schemeClr val="dk1"/>
              </a:solidFill>
              <a:latin typeface="Times New Roman"/>
              <a:ea typeface="Times New Roman"/>
              <a:cs typeface="Times New Roman"/>
              <a:sym typeface="Times New Roman"/>
            </a:endParaRPr>
          </a:p>
          <a:p>
            <a:pPr indent="-228600" lvl="0" marL="3429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Affine stereo</a:t>
            </a:r>
            <a:endParaRPr/>
          </a:p>
          <a:p>
            <a:pPr indent="-228600" lvl="0" marL="3429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Stereo geometry Summary</a:t>
            </a:r>
            <a:endParaRPr/>
          </a:p>
        </p:txBody>
      </p:sp>
      <p:sp>
        <p:nvSpPr>
          <p:cNvPr id="248" name="Google Shape;248;p44"/>
          <p:cNvSpPr txBox="1"/>
          <p:nvPr/>
        </p:nvSpPr>
        <p:spPr>
          <a:xfrm>
            <a:off x="1538924" y="283105"/>
            <a:ext cx="6066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chemeClr val="lt1"/>
              </a:buClr>
              <a:buSzPts val="1800"/>
              <a:buFont typeface="Times New Roman"/>
              <a:buNone/>
            </a:pPr>
            <a:r>
              <a:rPr b="1" i="0" lang="en-IN" sz="1800" u="none" cap="none" strike="noStrike">
                <a:solidFill>
                  <a:schemeClr val="lt1"/>
                </a:solidFill>
                <a:latin typeface="Times New Roman"/>
                <a:ea typeface="Times New Roman"/>
                <a:cs typeface="Times New Roman"/>
                <a:sym typeface="Times New Roman"/>
              </a:rPr>
              <a:t>Topics on which Week 5 Assignment Questions are based</a:t>
            </a:r>
            <a:endParaRPr b="0" i="0" sz="11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8"/>
                                        </p:tgtEl>
                                        <p:attrNameLst>
                                          <p:attrName>style.visibility</p:attrName>
                                        </p:attrNameLst>
                                      </p:cBhvr>
                                      <p:to>
                                        <p:strVal val="visible"/>
                                      </p:to>
                                    </p:set>
                                    <p:anim calcmode="lin" valueType="num">
                                      <p:cBhvr additive="base">
                                        <p:cTn dur="500"/>
                                        <p:tgtEl>
                                          <p:spTgt spid="24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gtEl>
                                        <p:attrNameLst>
                                          <p:attrName>style.visibility</p:attrName>
                                        </p:attrNameLst>
                                      </p:cBhvr>
                                      <p:to>
                                        <p:strVal val="visible"/>
                                      </p:to>
                                    </p:set>
                                    <p:animEffect filter="fade" transition="in">
                                      <p:cBhvr>
                                        <p:cTn dur="1000"/>
                                        <p:tgtEl>
                                          <p:spTgt spid="2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5"/>
          <p:cNvSpPr txBox="1"/>
          <p:nvPr/>
        </p:nvSpPr>
        <p:spPr>
          <a:xfrm>
            <a:off x="1290605" y="941413"/>
            <a:ext cx="7197300" cy="3393900"/>
          </a:xfrm>
          <a:prstGeom prst="rect">
            <a:avLst/>
          </a:prstGeom>
          <a:noFill/>
          <a:ln>
            <a:noFill/>
          </a:ln>
        </p:spPr>
        <p:txBody>
          <a:bodyPr anchorCtr="0" anchor="t" bIns="34275" lIns="68575" spcFirstLastPara="1" rIns="68575" wrap="square" tIns="34275">
            <a:spAutoFit/>
          </a:bodyPr>
          <a:lstStyle/>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Feature Detection</a:t>
            </a:r>
            <a:endParaRPr b="0" i="0" sz="1100" u="none" cap="none" strike="noStrike">
              <a:solidFill>
                <a:srgbClr val="000000"/>
              </a:solidFill>
              <a:latin typeface="Arial"/>
              <a:ea typeface="Arial"/>
              <a:cs typeface="Arial"/>
              <a:sym typeface="Arial"/>
            </a:endParaRPr>
          </a:p>
          <a:p>
            <a:pPr indent="-228600" lvl="0" marL="5715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Harris Operator</a:t>
            </a:r>
            <a:endParaRPr b="0" i="0" sz="1400" u="none" cap="none" strike="noStrike">
              <a:solidFill>
                <a:srgbClr val="000000"/>
              </a:solidFill>
              <a:latin typeface="Arial"/>
              <a:ea typeface="Arial"/>
              <a:cs typeface="Arial"/>
              <a:sym typeface="Arial"/>
            </a:endParaRPr>
          </a:p>
          <a:p>
            <a:pPr indent="-228600" lvl="0" marL="3429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Feature Descriptor and Feature Matching</a:t>
            </a:r>
            <a:endParaRPr b="0" i="0" sz="1100" u="none" cap="none" strike="noStrike">
              <a:solidFill>
                <a:srgbClr val="000000"/>
              </a:solidFill>
              <a:latin typeface="Arial"/>
              <a:ea typeface="Arial"/>
              <a:cs typeface="Arial"/>
              <a:sym typeface="Arial"/>
            </a:endParaRPr>
          </a:p>
          <a:p>
            <a:pPr indent="-228600" lvl="0" marL="5715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Harris-Laplacian and SIFT</a:t>
            </a:r>
            <a:endParaRPr/>
          </a:p>
          <a:p>
            <a:pPr indent="-228600" lvl="0" marL="3429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FAST, BRIEF, ORB</a:t>
            </a:r>
            <a:endParaRPr/>
          </a:p>
          <a:p>
            <a:pPr indent="-228600" lvl="0" marL="3429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Region Descriptor – Patch Descriptor, Texture Descriptor and Global Image Descriptor </a:t>
            </a:r>
            <a:endParaRPr/>
          </a:p>
        </p:txBody>
      </p:sp>
      <p:sp>
        <p:nvSpPr>
          <p:cNvPr id="254" name="Google Shape;254;p45"/>
          <p:cNvSpPr txBox="1"/>
          <p:nvPr/>
        </p:nvSpPr>
        <p:spPr>
          <a:xfrm>
            <a:off x="1538924" y="283105"/>
            <a:ext cx="6066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chemeClr val="lt1"/>
              </a:buClr>
              <a:buSzPts val="1800"/>
              <a:buFont typeface="Times New Roman"/>
              <a:buNone/>
            </a:pPr>
            <a:r>
              <a:rPr b="1" i="0" lang="en-IN" sz="1800" u="none" cap="none" strike="noStrike">
                <a:solidFill>
                  <a:schemeClr val="lt1"/>
                </a:solidFill>
                <a:latin typeface="Times New Roman"/>
                <a:ea typeface="Times New Roman"/>
                <a:cs typeface="Times New Roman"/>
                <a:sym typeface="Times New Roman"/>
              </a:rPr>
              <a:t>Topics on which Week 6 Assignment Questions are based</a:t>
            </a:r>
            <a:endParaRPr b="0" i="0" sz="11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4"/>
                                        </p:tgtEl>
                                        <p:attrNameLst>
                                          <p:attrName>style.visibility</p:attrName>
                                        </p:attrNameLst>
                                      </p:cBhvr>
                                      <p:to>
                                        <p:strVal val="visible"/>
                                      </p:to>
                                    </p:set>
                                    <p:anim calcmode="lin" valueType="num">
                                      <p:cBhvr additive="base">
                                        <p:cTn dur="500"/>
                                        <p:tgtEl>
                                          <p:spTgt spid="25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3"/>
                                        </p:tgtEl>
                                        <p:attrNameLst>
                                          <p:attrName>style.visibility</p:attrName>
                                        </p:attrNameLst>
                                      </p:cBhvr>
                                      <p:to>
                                        <p:strVal val="visible"/>
                                      </p:to>
                                    </p:set>
                                    <p:animEffect filter="fade" transition="in">
                                      <p:cBhvr>
                                        <p:cTn dur="1000"/>
                                        <p:tgtEl>
                                          <p:spTgt spid="2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6"/>
          <p:cNvSpPr txBox="1"/>
          <p:nvPr/>
        </p:nvSpPr>
        <p:spPr>
          <a:xfrm>
            <a:off x="1379617" y="1208450"/>
            <a:ext cx="7197300" cy="2562900"/>
          </a:xfrm>
          <a:prstGeom prst="rect">
            <a:avLst/>
          </a:prstGeom>
          <a:noFill/>
          <a:ln>
            <a:noFill/>
          </a:ln>
        </p:spPr>
        <p:txBody>
          <a:bodyPr anchorCtr="0" anchor="t" bIns="34275" lIns="68575" spcFirstLastPara="1" rIns="68575" wrap="square" tIns="34275">
            <a:spAutoFit/>
          </a:bodyPr>
          <a:lstStyle/>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Key point matching – distance and similarity functions</a:t>
            </a:r>
            <a:endParaRPr b="0" i="0" sz="1100" u="none" cap="none" strike="noStrike">
              <a:solidFill>
                <a:srgbClr val="000000"/>
              </a:solidFill>
              <a:latin typeface="Arial"/>
              <a:ea typeface="Arial"/>
              <a:cs typeface="Arial"/>
              <a:sym typeface="Arial"/>
            </a:endParaRPr>
          </a:p>
          <a:p>
            <a:pPr indent="-228600" lvl="0" marL="5715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Matching criteria – distance-based and matching histograms</a:t>
            </a:r>
            <a:endParaRPr b="0" i="0" sz="1400" u="none" cap="none" strike="noStrike">
              <a:solidFill>
                <a:srgbClr val="000000"/>
              </a:solidFill>
              <a:latin typeface="Arial"/>
              <a:ea typeface="Arial"/>
              <a:cs typeface="Arial"/>
              <a:sym typeface="Arial"/>
            </a:endParaRPr>
          </a:p>
          <a:p>
            <a:pPr indent="-228600" lvl="0" marL="4572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Efficient computation of feature matching – range query, indexing (K-D tree) and hashing (LSH)</a:t>
            </a:r>
            <a:endParaRPr b="0" i="0" sz="1100" u="none" cap="none" strike="noStrike">
              <a:solidFill>
                <a:srgbClr val="000000"/>
              </a:solidFill>
              <a:latin typeface="Arial"/>
              <a:ea typeface="Arial"/>
              <a:cs typeface="Arial"/>
              <a:sym typeface="Arial"/>
            </a:endParaRPr>
          </a:p>
          <a:p>
            <a:pPr indent="-228600" lvl="0" marL="5715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Straight line Model fitting – Least squares, Total least squares, RANSAC, Hough voting</a:t>
            </a:r>
            <a:endParaRPr b="0" i="0" sz="1400" u="none" cap="none" strike="noStrike">
              <a:solidFill>
                <a:srgbClr val="000000"/>
              </a:solidFill>
              <a:latin typeface="Arial"/>
              <a:ea typeface="Arial"/>
              <a:cs typeface="Arial"/>
              <a:sym typeface="Arial"/>
            </a:endParaRPr>
          </a:p>
        </p:txBody>
      </p:sp>
      <p:sp>
        <p:nvSpPr>
          <p:cNvPr id="260" name="Google Shape;260;p46"/>
          <p:cNvSpPr txBox="1"/>
          <p:nvPr/>
        </p:nvSpPr>
        <p:spPr>
          <a:xfrm>
            <a:off x="1538924" y="283105"/>
            <a:ext cx="6066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chemeClr val="lt1"/>
              </a:buClr>
              <a:buSzPts val="1800"/>
              <a:buFont typeface="Times New Roman"/>
              <a:buNone/>
            </a:pPr>
            <a:r>
              <a:rPr b="1" i="0" lang="en-IN" sz="1800" u="none" cap="none" strike="noStrike">
                <a:solidFill>
                  <a:schemeClr val="lt1"/>
                </a:solidFill>
                <a:latin typeface="Times New Roman"/>
                <a:ea typeface="Times New Roman"/>
                <a:cs typeface="Times New Roman"/>
                <a:sym typeface="Times New Roman"/>
              </a:rPr>
              <a:t>Topics on which Week 7 Assignment Questions are based</a:t>
            </a:r>
            <a:endParaRPr b="0" i="0" sz="11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0"/>
                                        </p:tgtEl>
                                        <p:attrNameLst>
                                          <p:attrName>style.visibility</p:attrName>
                                        </p:attrNameLst>
                                      </p:cBhvr>
                                      <p:to>
                                        <p:strVal val="visible"/>
                                      </p:to>
                                    </p:set>
                                    <p:anim calcmode="lin" valueType="num">
                                      <p:cBhvr additive="base">
                                        <p:cTn dur="500"/>
                                        <p:tgtEl>
                                          <p:spTgt spid="26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gtEl>
                                        <p:attrNameLst>
                                          <p:attrName>style.visibility</p:attrName>
                                        </p:attrNameLst>
                                      </p:cBhvr>
                                      <p:to>
                                        <p:strVal val="visible"/>
                                      </p:to>
                                    </p:set>
                                    <p:animEffect filter="fade" transition="in">
                                      <p:cBhvr>
                                        <p:cTn dur="1000"/>
                                        <p:tgtEl>
                                          <p:spTgt spid="2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7"/>
          <p:cNvSpPr txBox="1"/>
          <p:nvPr/>
        </p:nvSpPr>
        <p:spPr>
          <a:xfrm>
            <a:off x="973315" y="820824"/>
            <a:ext cx="7197300" cy="3671100"/>
          </a:xfrm>
          <a:prstGeom prst="rect">
            <a:avLst/>
          </a:prstGeom>
          <a:noFill/>
          <a:ln>
            <a:noFill/>
          </a:ln>
        </p:spPr>
        <p:txBody>
          <a:bodyPr anchorCtr="0" anchor="t" bIns="34275" lIns="68575" spcFirstLastPara="1" rIns="68575" wrap="square" tIns="34275">
            <a:spAutoFit/>
          </a:bodyPr>
          <a:lstStyle/>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Color Definition and Color Perception</a:t>
            </a:r>
            <a:endParaRPr b="0" i="0" sz="1100" u="none" cap="none" strike="noStrike">
              <a:solidFill>
                <a:srgbClr val="000000"/>
              </a:solidFill>
              <a:latin typeface="Arial"/>
              <a:ea typeface="Arial"/>
              <a:cs typeface="Arial"/>
              <a:sym typeface="Arial"/>
            </a:endParaRPr>
          </a:p>
          <a:p>
            <a:pPr indent="-228600" lvl="0" marL="5715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Trichromacy, Linear Color Spaces and Color Matching</a:t>
            </a:r>
            <a:endParaRPr b="0" i="0" sz="1400" u="none" cap="none" strike="noStrike">
              <a:solidFill>
                <a:srgbClr val="000000"/>
              </a:solidFill>
              <a:latin typeface="Arial"/>
              <a:ea typeface="Arial"/>
              <a:cs typeface="Arial"/>
              <a:sym typeface="Arial"/>
            </a:endParaRPr>
          </a:p>
          <a:p>
            <a:pPr indent="-228600" lvl="0" marL="4572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Color Models – RGB, CMY, CIE XYZ, CIE Chromaticity, CIE La*b*, YIQ, YCbCr,  HSV</a:t>
            </a:r>
            <a:endParaRPr b="0" i="0" sz="1100" u="none" cap="none" strike="noStrike">
              <a:solidFill>
                <a:srgbClr val="000000"/>
              </a:solidFill>
              <a:latin typeface="Arial"/>
              <a:ea typeface="Arial"/>
              <a:cs typeface="Arial"/>
              <a:sym typeface="Arial"/>
            </a:endParaRPr>
          </a:p>
          <a:p>
            <a:pPr indent="-228600" lvl="0" marL="5715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Color Constancy</a:t>
            </a:r>
            <a:endParaRPr/>
          </a:p>
          <a:p>
            <a:pPr indent="-228600" lvl="0" marL="3429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Color Transfer</a:t>
            </a:r>
            <a:endParaRPr/>
          </a:p>
          <a:p>
            <a:pPr indent="-228600" lvl="0" marL="3429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Color Demosaicing and Interpolarions – Bilinear, Averaging Red Blue Hues, and Laplacian Corrected Edge Correlated (LCEC) </a:t>
            </a:r>
            <a:endParaRPr b="0" i="0" sz="1800" u="none" cap="none" strike="noStrike">
              <a:solidFill>
                <a:schemeClr val="dk1"/>
              </a:solidFill>
              <a:latin typeface="Times New Roman"/>
              <a:ea typeface="Times New Roman"/>
              <a:cs typeface="Times New Roman"/>
              <a:sym typeface="Times New Roman"/>
            </a:endParaRPr>
          </a:p>
        </p:txBody>
      </p:sp>
      <p:sp>
        <p:nvSpPr>
          <p:cNvPr id="266" name="Google Shape;266;p47"/>
          <p:cNvSpPr txBox="1"/>
          <p:nvPr/>
        </p:nvSpPr>
        <p:spPr>
          <a:xfrm>
            <a:off x="1538924" y="283105"/>
            <a:ext cx="6066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chemeClr val="lt1"/>
              </a:buClr>
              <a:buSzPts val="1800"/>
              <a:buFont typeface="Times New Roman"/>
              <a:buNone/>
            </a:pPr>
            <a:r>
              <a:rPr b="1" i="0" lang="en-IN" sz="1800" u="none" cap="none" strike="noStrike">
                <a:solidFill>
                  <a:schemeClr val="lt1"/>
                </a:solidFill>
                <a:latin typeface="Times New Roman"/>
                <a:ea typeface="Times New Roman"/>
                <a:cs typeface="Times New Roman"/>
                <a:sym typeface="Times New Roman"/>
              </a:rPr>
              <a:t>Topics on which Week 8 Assignment Questions are based</a:t>
            </a:r>
            <a:endParaRPr b="0" i="0" sz="11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6"/>
                                        </p:tgtEl>
                                        <p:attrNameLst>
                                          <p:attrName>style.visibility</p:attrName>
                                        </p:attrNameLst>
                                      </p:cBhvr>
                                      <p:to>
                                        <p:strVal val="visible"/>
                                      </p:to>
                                    </p:set>
                                    <p:anim calcmode="lin" valueType="num">
                                      <p:cBhvr additive="base">
                                        <p:cTn dur="500"/>
                                        <p:tgtEl>
                                          <p:spTgt spid="26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gtEl>
                                        <p:attrNameLst>
                                          <p:attrName>style.visibility</p:attrName>
                                        </p:attrNameLst>
                                      </p:cBhvr>
                                      <p:to>
                                        <p:strVal val="visible"/>
                                      </p:to>
                                    </p:set>
                                    <p:animEffect filter="fade" transition="in">
                                      <p:cBhvr>
                                        <p:cTn dur="1000"/>
                                        <p:tgtEl>
                                          <p:spTgt spid="2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8"/>
          <p:cNvSpPr txBox="1"/>
          <p:nvPr/>
        </p:nvSpPr>
        <p:spPr>
          <a:xfrm>
            <a:off x="1260348" y="969911"/>
            <a:ext cx="7197300" cy="3393900"/>
          </a:xfrm>
          <a:prstGeom prst="rect">
            <a:avLst/>
          </a:prstGeom>
          <a:noFill/>
          <a:ln>
            <a:noFill/>
          </a:ln>
        </p:spPr>
        <p:txBody>
          <a:bodyPr anchorCtr="0" anchor="t" bIns="34275" lIns="68575" spcFirstLastPara="1" rIns="68575" wrap="square" tIns="34275">
            <a:spAutoFit/>
          </a:bodyPr>
          <a:lstStyle/>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Different types of range sensors - Stereo imaging, Time of flight, Triangulation through scanning beams, Structured light</a:t>
            </a:r>
            <a:endParaRPr/>
          </a:p>
          <a:p>
            <a:pPr indent="-228600" lvl="0" marL="3429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Differential geometry in extracting local features of a pixel (point) in a range image - Surface normal, Principal Curvatures, Gaussian curvature, mean curvature.</a:t>
            </a:r>
            <a:endParaRPr/>
          </a:p>
          <a:p>
            <a:pPr indent="-228600" lvl="0" marL="3429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Characterization of step and roof edges.</a:t>
            </a:r>
            <a:endParaRPr/>
          </a:p>
          <a:p>
            <a:pPr indent="-228600" lvl="0" marL="5715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Segmenting range images into planar patches.</a:t>
            </a:r>
            <a:endParaRPr/>
          </a:p>
          <a:p>
            <a:pPr indent="-228600" lvl="0" marL="3429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Registration of range images.</a:t>
            </a:r>
            <a:endParaRPr/>
          </a:p>
        </p:txBody>
      </p:sp>
      <p:sp>
        <p:nvSpPr>
          <p:cNvPr id="272" name="Google Shape;272;p48"/>
          <p:cNvSpPr txBox="1"/>
          <p:nvPr/>
        </p:nvSpPr>
        <p:spPr>
          <a:xfrm>
            <a:off x="1538924" y="283105"/>
            <a:ext cx="6066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chemeClr val="lt1"/>
              </a:buClr>
              <a:buSzPts val="1800"/>
              <a:buFont typeface="Times New Roman"/>
              <a:buNone/>
            </a:pPr>
            <a:r>
              <a:rPr b="1" i="0" lang="en-IN" sz="1800" u="none" cap="none" strike="noStrike">
                <a:solidFill>
                  <a:schemeClr val="lt1"/>
                </a:solidFill>
                <a:latin typeface="Times New Roman"/>
                <a:ea typeface="Times New Roman"/>
                <a:cs typeface="Times New Roman"/>
                <a:sym typeface="Times New Roman"/>
              </a:rPr>
              <a:t>Topics on which Week 9 Assignment Questions are based</a:t>
            </a:r>
            <a:endParaRPr b="0" i="0" sz="11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2"/>
                                        </p:tgtEl>
                                        <p:attrNameLst>
                                          <p:attrName>style.visibility</p:attrName>
                                        </p:attrNameLst>
                                      </p:cBhvr>
                                      <p:to>
                                        <p:strVal val="visible"/>
                                      </p:to>
                                    </p:set>
                                    <p:anim calcmode="lin" valueType="num">
                                      <p:cBhvr additive="base">
                                        <p:cTn dur="500"/>
                                        <p:tgtEl>
                                          <p:spTgt spid="27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gtEl>
                                        <p:attrNameLst>
                                          <p:attrName>style.visibility</p:attrName>
                                        </p:attrNameLst>
                                      </p:cBhvr>
                                      <p:to>
                                        <p:strVal val="visible"/>
                                      </p:to>
                                    </p:set>
                                    <p:animEffect filter="fade" transition="in">
                                      <p:cBhvr>
                                        <p:cTn dur="1000"/>
                                        <p:tgtEl>
                                          <p:spTgt spid="2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9"/>
          <p:cNvSpPr txBox="1"/>
          <p:nvPr/>
        </p:nvSpPr>
        <p:spPr>
          <a:xfrm>
            <a:off x="1337087" y="875147"/>
            <a:ext cx="7197300" cy="3393900"/>
          </a:xfrm>
          <a:prstGeom prst="rect">
            <a:avLst/>
          </a:prstGeom>
          <a:noFill/>
          <a:ln>
            <a:noFill/>
          </a:ln>
        </p:spPr>
        <p:txBody>
          <a:bodyPr anchorCtr="0" anchor="t" bIns="34275" lIns="68575" spcFirstLastPara="1" rIns="68575" wrap="square" tIns="34275">
            <a:spAutoFit/>
          </a:bodyPr>
          <a:lstStyle/>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Types of Learning</a:t>
            </a:r>
            <a:endParaRPr b="0" i="0" sz="1100" u="none" cap="none" strike="noStrike">
              <a:solidFill>
                <a:srgbClr val="000000"/>
              </a:solidFill>
              <a:latin typeface="Arial"/>
              <a:ea typeface="Arial"/>
              <a:cs typeface="Arial"/>
              <a:sym typeface="Arial"/>
            </a:endParaRPr>
          </a:p>
          <a:p>
            <a:pPr indent="-228600" lvl="0" marL="5715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Clustering – K-Means, K-Medoids, Gaussian Mixture Model</a:t>
            </a:r>
            <a:endParaRPr b="0" i="0" sz="1400" u="none" cap="none" strike="noStrike">
              <a:solidFill>
                <a:srgbClr val="000000"/>
              </a:solidFill>
              <a:latin typeface="Arial"/>
              <a:ea typeface="Arial"/>
              <a:cs typeface="Arial"/>
              <a:sym typeface="Arial"/>
            </a:endParaRPr>
          </a:p>
          <a:p>
            <a:pPr indent="-228600" lvl="0" marL="4572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Classification </a:t>
            </a:r>
            <a:r>
              <a:rPr b="0" i="0" lang="en-IN" sz="1800" u="none" cap="none" strike="noStrike">
                <a:solidFill>
                  <a:srgbClr val="000000"/>
                </a:solidFill>
                <a:latin typeface="Times New Roman"/>
                <a:ea typeface="Times New Roman"/>
                <a:cs typeface="Times New Roman"/>
                <a:sym typeface="Times New Roman"/>
              </a:rPr>
              <a:t>– Bayesian Classifier, K-Nearest Neighbor Classifier, Linear discriminant analysis (LDA) from Bayes’ classifier, Perceptron classifier, Artificial neural network (Multi-layered feedforward classifier and Regressor).</a:t>
            </a:r>
            <a:endParaRPr/>
          </a:p>
          <a:p>
            <a:pPr indent="-228600" lvl="0" marL="5715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Evaluation of a classifier</a:t>
            </a:r>
            <a:endParaRPr/>
          </a:p>
          <a:p>
            <a:pPr indent="-228600" lvl="0" marL="3429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Cross Validation</a:t>
            </a:r>
            <a:endParaRPr/>
          </a:p>
        </p:txBody>
      </p:sp>
      <p:sp>
        <p:nvSpPr>
          <p:cNvPr id="278" name="Google Shape;278;p49"/>
          <p:cNvSpPr txBox="1"/>
          <p:nvPr/>
        </p:nvSpPr>
        <p:spPr>
          <a:xfrm>
            <a:off x="1538924" y="283105"/>
            <a:ext cx="6066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chemeClr val="lt1"/>
              </a:buClr>
              <a:buSzPts val="1800"/>
              <a:buFont typeface="Times New Roman"/>
              <a:buNone/>
            </a:pPr>
            <a:r>
              <a:rPr b="1" i="0" lang="en-IN" sz="1800" u="none" cap="none" strike="noStrike">
                <a:solidFill>
                  <a:schemeClr val="lt1"/>
                </a:solidFill>
                <a:latin typeface="Times New Roman"/>
                <a:ea typeface="Times New Roman"/>
                <a:cs typeface="Times New Roman"/>
                <a:sym typeface="Times New Roman"/>
              </a:rPr>
              <a:t>Topics on which Week 10 Assignment Questions are based</a:t>
            </a:r>
            <a:endParaRPr b="0" i="0" sz="11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8"/>
                                        </p:tgtEl>
                                        <p:attrNameLst>
                                          <p:attrName>style.visibility</p:attrName>
                                        </p:attrNameLst>
                                      </p:cBhvr>
                                      <p:to>
                                        <p:strVal val="visible"/>
                                      </p:to>
                                    </p:set>
                                    <p:anim calcmode="lin" valueType="num">
                                      <p:cBhvr additive="base">
                                        <p:cTn dur="500"/>
                                        <p:tgtEl>
                                          <p:spTgt spid="27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gtEl>
                                        <p:attrNameLst>
                                          <p:attrName>style.visibility</p:attrName>
                                        </p:attrNameLst>
                                      </p:cBhvr>
                                      <p:to>
                                        <p:strVal val="visible"/>
                                      </p:to>
                                    </p:set>
                                    <p:animEffect filter="fade" transition="in">
                                      <p:cBhvr>
                                        <p:cTn dur="1000"/>
                                        <p:tgtEl>
                                          <p:spTgt spid="2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50"/>
          <p:cNvSpPr txBox="1"/>
          <p:nvPr/>
        </p:nvSpPr>
        <p:spPr>
          <a:xfrm>
            <a:off x="1379617" y="1208450"/>
            <a:ext cx="7197300" cy="2562900"/>
          </a:xfrm>
          <a:prstGeom prst="rect">
            <a:avLst/>
          </a:prstGeom>
          <a:noFill/>
          <a:ln>
            <a:noFill/>
          </a:ln>
        </p:spPr>
        <p:txBody>
          <a:bodyPr anchorCtr="0" anchor="t" bIns="34275" lIns="68575" spcFirstLastPara="1" rIns="68575" wrap="square" tIns="34275">
            <a:spAutoFit/>
          </a:bodyPr>
          <a:lstStyle/>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Dimension reduction techniques - Principal Component Analysis and Fisher’s Linear Discriminant Analysis</a:t>
            </a:r>
            <a:endParaRPr/>
          </a:p>
          <a:p>
            <a:pPr indent="-228600" lvl="0" marL="5715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Sparse representation</a:t>
            </a:r>
            <a:endParaRPr/>
          </a:p>
          <a:p>
            <a:pPr indent="-228600" lvl="0" marL="4572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Pursuit algorithm - Matching pursuit, Orthogonal matching pursuit, and Basis pursuit</a:t>
            </a:r>
            <a:endParaRPr/>
          </a:p>
          <a:p>
            <a:pPr indent="-228600" lvl="0" marL="3429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Dictionary learning and sparse representation – K-SVD</a:t>
            </a:r>
            <a:endParaRPr b="0" i="0" sz="1400" u="none" cap="none" strike="noStrike">
              <a:solidFill>
                <a:srgbClr val="000000"/>
              </a:solidFill>
              <a:latin typeface="Arial"/>
              <a:ea typeface="Arial"/>
              <a:cs typeface="Arial"/>
              <a:sym typeface="Arial"/>
            </a:endParaRPr>
          </a:p>
        </p:txBody>
      </p:sp>
      <p:sp>
        <p:nvSpPr>
          <p:cNvPr id="284" name="Google Shape;284;p50"/>
          <p:cNvSpPr txBox="1"/>
          <p:nvPr/>
        </p:nvSpPr>
        <p:spPr>
          <a:xfrm>
            <a:off x="1538924" y="283105"/>
            <a:ext cx="6066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chemeClr val="lt1"/>
              </a:buClr>
              <a:buSzPts val="1800"/>
              <a:buFont typeface="Times New Roman"/>
              <a:buNone/>
            </a:pPr>
            <a:r>
              <a:rPr b="1" i="0" lang="en-IN" sz="1800" u="none" cap="none" strike="noStrike">
                <a:solidFill>
                  <a:schemeClr val="lt1"/>
                </a:solidFill>
                <a:latin typeface="Times New Roman"/>
                <a:ea typeface="Times New Roman"/>
                <a:cs typeface="Times New Roman"/>
                <a:sym typeface="Times New Roman"/>
              </a:rPr>
              <a:t>Topics on which Week 11 Assignment Questions are based</a:t>
            </a:r>
            <a:endParaRPr b="0" i="0" sz="11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4"/>
                                        </p:tgtEl>
                                        <p:attrNameLst>
                                          <p:attrName>style.visibility</p:attrName>
                                        </p:attrNameLst>
                                      </p:cBhvr>
                                      <p:to>
                                        <p:strVal val="visible"/>
                                      </p:to>
                                    </p:set>
                                    <p:anim calcmode="lin" valueType="num">
                                      <p:cBhvr additive="base">
                                        <p:cTn dur="500"/>
                                        <p:tgtEl>
                                          <p:spTgt spid="28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gtEl>
                                        <p:attrNameLst>
                                          <p:attrName>style.visibility</p:attrName>
                                        </p:attrNameLst>
                                      </p:cBhvr>
                                      <p:to>
                                        <p:strVal val="visible"/>
                                      </p:to>
                                    </p:set>
                                    <p:animEffect filter="fade" transition="in">
                                      <p:cBhvr>
                                        <p:cTn dur="1000"/>
                                        <p:tgtEl>
                                          <p:spTgt spid="2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51"/>
          <p:cNvSpPr txBox="1"/>
          <p:nvPr/>
        </p:nvSpPr>
        <p:spPr>
          <a:xfrm>
            <a:off x="694140" y="988317"/>
            <a:ext cx="7755715" cy="2562210"/>
          </a:xfrm>
          <a:prstGeom prst="rect">
            <a:avLst/>
          </a:prstGeom>
          <a:noFill/>
          <a:ln>
            <a:noFill/>
          </a:ln>
        </p:spPr>
        <p:txBody>
          <a:bodyPr anchorCtr="0" anchor="t" bIns="34275" lIns="68575" spcFirstLastPara="1" rIns="68575" wrap="square" tIns="34275">
            <a:spAutoFit/>
          </a:bodyPr>
          <a:lstStyle/>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Convolution Neural Network (CNN)</a:t>
            </a:r>
            <a:endParaRPr/>
          </a:p>
          <a:p>
            <a:pPr indent="-228600" lvl="0" marL="3429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CNN Architectures – LeNet, AlexNet, ZFNet, VGG, GoogleNet, and ResNet</a:t>
            </a:r>
            <a:endParaRPr b="0" i="0" sz="1800" u="none" cap="none" strike="noStrike">
              <a:solidFill>
                <a:schemeClr val="dk1"/>
              </a:solidFill>
              <a:latin typeface="Times New Roman"/>
              <a:ea typeface="Times New Roman"/>
              <a:cs typeface="Times New Roman"/>
              <a:sym typeface="Times New Roman"/>
            </a:endParaRPr>
          </a:p>
          <a:p>
            <a:pPr indent="-228600" lvl="0" marL="5715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CNN for Detection – RCNN, Fast RCNN, and Faster RCNN</a:t>
            </a:r>
            <a:endParaRPr/>
          </a:p>
          <a:p>
            <a:pPr indent="-228600" lvl="0" marL="3429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CNN for Semantic Segmentation – Unet</a:t>
            </a:r>
            <a:endParaRPr b="0" i="0" sz="1800" u="none" cap="none" strike="noStrike">
              <a:solidFill>
                <a:schemeClr val="dk1"/>
              </a:solidFill>
              <a:latin typeface="Times New Roman"/>
              <a:ea typeface="Times New Roman"/>
              <a:cs typeface="Times New Roman"/>
              <a:sym typeface="Times New Roman"/>
            </a:endParaRPr>
          </a:p>
          <a:p>
            <a:pPr indent="-228600" lvl="0" marL="3429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IN" sz="1800" u="none" cap="none" strike="noStrike">
                <a:solidFill>
                  <a:schemeClr val="dk1"/>
                </a:solidFill>
                <a:latin typeface="Times New Roman"/>
                <a:ea typeface="Times New Roman"/>
                <a:cs typeface="Times New Roman"/>
                <a:sym typeface="Times New Roman"/>
              </a:rPr>
              <a:t>Recurrent Neural Network (RNN)</a:t>
            </a:r>
            <a:endParaRPr b="0" i="0" sz="1400" u="none" cap="none" strike="noStrike">
              <a:solidFill>
                <a:srgbClr val="000000"/>
              </a:solidFill>
              <a:latin typeface="Arial"/>
              <a:ea typeface="Arial"/>
              <a:cs typeface="Arial"/>
              <a:sym typeface="Arial"/>
            </a:endParaRPr>
          </a:p>
        </p:txBody>
      </p:sp>
      <p:sp>
        <p:nvSpPr>
          <p:cNvPr id="290" name="Google Shape;290;p51"/>
          <p:cNvSpPr txBox="1"/>
          <p:nvPr/>
        </p:nvSpPr>
        <p:spPr>
          <a:xfrm>
            <a:off x="1538924" y="283105"/>
            <a:ext cx="6066149" cy="346249"/>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chemeClr val="lt1"/>
              </a:buClr>
              <a:buSzPts val="1800"/>
              <a:buFont typeface="Times New Roman"/>
              <a:buNone/>
            </a:pPr>
            <a:r>
              <a:rPr b="1" i="0" lang="en-IN" sz="1800" u="none" cap="none" strike="noStrike">
                <a:solidFill>
                  <a:schemeClr val="lt1"/>
                </a:solidFill>
                <a:latin typeface="Times New Roman"/>
                <a:ea typeface="Times New Roman"/>
                <a:cs typeface="Times New Roman"/>
                <a:sym typeface="Times New Roman"/>
              </a:rPr>
              <a:t>Topics on which Week 12 Assignment Questions are based</a:t>
            </a:r>
            <a:endParaRPr b="0" i="0" sz="11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0"/>
                                        </p:tgtEl>
                                        <p:attrNameLst>
                                          <p:attrName>style.visibility</p:attrName>
                                        </p:attrNameLst>
                                      </p:cBhvr>
                                      <p:to>
                                        <p:strVal val="visible"/>
                                      </p:to>
                                    </p:set>
                                    <p:anim calcmode="lin" valueType="num">
                                      <p:cBhvr additive="base">
                                        <p:cTn dur="500"/>
                                        <p:tgtEl>
                                          <p:spTgt spid="29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9"/>
                                        </p:tgtEl>
                                        <p:attrNameLst>
                                          <p:attrName>style.visibility</p:attrName>
                                        </p:attrNameLst>
                                      </p:cBhvr>
                                      <p:to>
                                        <p:strVal val="visible"/>
                                      </p:to>
                                    </p:set>
                                    <p:animEffect filter="fade" transition="in">
                                      <p:cBhvr>
                                        <p:cTn dur="1000"/>
                                        <p:tgtEl>
                                          <p:spTgt spid="2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52"/>
          <p:cNvSpPr txBox="1"/>
          <p:nvPr/>
        </p:nvSpPr>
        <p:spPr>
          <a:xfrm>
            <a:off x="0" y="28778"/>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QUESTION 1</a:t>
            </a:r>
            <a:endParaRPr b="1" i="0" sz="1800" u="none" cap="none" strike="noStrike">
              <a:solidFill>
                <a:schemeClr val="lt1"/>
              </a:solidFill>
              <a:latin typeface="Times New Roman"/>
              <a:ea typeface="Times New Roman"/>
              <a:cs typeface="Times New Roman"/>
              <a:sym typeface="Times New Roman"/>
            </a:endParaRPr>
          </a:p>
        </p:txBody>
      </p:sp>
      <p:sp>
        <p:nvSpPr>
          <p:cNvPr id="297" name="Google Shape;297;p52"/>
          <p:cNvSpPr txBox="1"/>
          <p:nvPr/>
        </p:nvSpPr>
        <p:spPr>
          <a:xfrm>
            <a:off x="0" y="2396309"/>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SOLUTION 1</a:t>
            </a:r>
            <a:endParaRPr b="1" i="0" sz="1800" u="none" cap="none" strike="noStrike">
              <a:solidFill>
                <a:schemeClr val="lt1"/>
              </a:solidFill>
              <a:latin typeface="Times New Roman"/>
              <a:ea typeface="Times New Roman"/>
              <a:cs typeface="Times New Roman"/>
              <a:sym typeface="Times New Roman"/>
            </a:endParaRPr>
          </a:p>
        </p:txBody>
      </p:sp>
      <p:sp>
        <p:nvSpPr>
          <p:cNvPr id="298" name="Google Shape;298;p52"/>
          <p:cNvSpPr txBox="1"/>
          <p:nvPr/>
        </p:nvSpPr>
        <p:spPr>
          <a:xfrm>
            <a:off x="0" y="4763840"/>
            <a:ext cx="25788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CORRECT ANSWER 1</a:t>
            </a:r>
            <a:endParaRPr b="1" i="0" sz="1800" u="none" cap="none" strike="noStrike">
              <a:solidFill>
                <a:schemeClr val="lt1"/>
              </a:solidFill>
              <a:latin typeface="Times New Roman"/>
              <a:ea typeface="Times New Roman"/>
              <a:cs typeface="Times New Roman"/>
              <a:sym typeface="Times New Roman"/>
            </a:endParaRPr>
          </a:p>
        </p:txBody>
      </p:sp>
      <p:sp>
        <p:nvSpPr>
          <p:cNvPr id="299" name="Google Shape;299;p52"/>
          <p:cNvSpPr txBox="1"/>
          <p:nvPr/>
        </p:nvSpPr>
        <p:spPr>
          <a:xfrm>
            <a:off x="3017816" y="4763840"/>
            <a:ext cx="10977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a:t>
            </a:r>
            <a:endParaRPr b="1" i="0" sz="1800" u="none" cap="none" strike="noStrike">
              <a:solidFill>
                <a:schemeClr val="lt1"/>
              </a:solidFill>
              <a:latin typeface="Times New Roman"/>
              <a:ea typeface="Times New Roman"/>
              <a:cs typeface="Times New Roman"/>
              <a:sym typeface="Times New Roman"/>
            </a:endParaRPr>
          </a:p>
        </p:txBody>
      </p:sp>
      <p:cxnSp>
        <p:nvCxnSpPr>
          <p:cNvPr id="300" name="Google Shape;300;p52"/>
          <p:cNvCxnSpPr/>
          <p:nvPr/>
        </p:nvCxnSpPr>
        <p:spPr>
          <a:xfrm>
            <a:off x="2688731" y="4944931"/>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301" name="Google Shape;301;p52"/>
          <p:cNvSpPr txBox="1"/>
          <p:nvPr/>
        </p:nvSpPr>
        <p:spPr>
          <a:xfrm>
            <a:off x="74506" y="0"/>
            <a:ext cx="9069600" cy="1963200"/>
          </a:xfrm>
          <a:prstGeom prst="rect">
            <a:avLst/>
          </a:prstGeom>
          <a:blipFill rotWithShape="1">
            <a:blip r:embed="rId3">
              <a:alphaModFix/>
            </a:blip>
            <a:stretch>
              <a:fillRect b="-3229" l="-279"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IN" sz="1400" u="none" cap="none" strike="noStrike">
                <a:latin typeface="Arial"/>
                <a:ea typeface="Arial"/>
                <a:cs typeface="Arial"/>
                <a:sym typeface="Arial"/>
              </a:rPr>
              <a:t> </a:t>
            </a:r>
            <a:endParaRPr/>
          </a:p>
        </p:txBody>
      </p:sp>
      <p:graphicFrame>
        <p:nvGraphicFramePr>
          <p:cNvPr id="302" name="Google Shape;302;p52"/>
          <p:cNvGraphicFramePr/>
          <p:nvPr/>
        </p:nvGraphicFramePr>
        <p:xfrm>
          <a:off x="3867993" y="2297969"/>
          <a:ext cx="3000000" cy="3000000"/>
        </p:xfrm>
        <a:graphic>
          <a:graphicData uri="http://schemas.openxmlformats.org/drawingml/2006/table">
            <a:tbl>
              <a:tblPr firstCol="1" firstRow="1">
                <a:noFill/>
                <a:tableStyleId>{C773FE73-0387-4FBF-B28D-0FE61045375F}</a:tableStyleId>
              </a:tblPr>
              <a:tblGrid>
                <a:gridCol w="1040300"/>
                <a:gridCol w="1040300"/>
                <a:gridCol w="1040300"/>
                <a:gridCol w="1040300"/>
                <a:gridCol w="1040300"/>
              </a:tblGrid>
              <a:tr h="444000">
                <a:tc>
                  <a:txBody>
                    <a:bodyPr/>
                    <a:lstStyle/>
                    <a:p>
                      <a:pPr indent="0" lvl="0" marL="0" marR="0" rtl="0" algn="ctr">
                        <a:lnSpc>
                          <a:spcPct val="100000"/>
                        </a:lnSpc>
                        <a:spcBef>
                          <a:spcPts val="0"/>
                        </a:spcBef>
                        <a:spcAft>
                          <a:spcPts val="0"/>
                        </a:spcAft>
                        <a:buNone/>
                      </a:pPr>
                      <a:r>
                        <a:rPr lang="en-IN" sz="1200" u="none" cap="none" strike="noStrike"/>
                        <a:t>Pixel</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IN" sz="1200" u="none" cap="none" strike="noStrike"/>
                        <a:t>Frequency</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IN" sz="1200" u="none" cap="none" strike="noStrike"/>
                        <a:t>Cumulative Sum</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IN" sz="1200" u="none" cap="none" strike="noStrike"/>
                        <a:t>Normalized Sum</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IN" sz="1200" u="none" cap="none" strike="noStrike"/>
                        <a:t>New Pixel</a:t>
                      </a:r>
                      <a:endParaRPr/>
                    </a:p>
                  </a:txBody>
                  <a:tcPr marT="45725" marB="45725" marR="91450" marL="91450" anchor="ctr"/>
                </a:tc>
              </a:tr>
              <a:tr h="266400">
                <a:tc>
                  <a:txBody>
                    <a:bodyPr/>
                    <a:lstStyle/>
                    <a:p>
                      <a:pPr indent="0" lvl="0" marL="0" marR="0" rtl="0" algn="ctr">
                        <a:lnSpc>
                          <a:spcPct val="100000"/>
                        </a:lnSpc>
                        <a:spcBef>
                          <a:spcPts val="0"/>
                        </a:spcBef>
                        <a:spcAft>
                          <a:spcPts val="0"/>
                        </a:spcAft>
                        <a:buNone/>
                      </a:pPr>
                      <a:r>
                        <a:rPr lang="en-IN" sz="1200" u="none" cap="none" strike="noStrike"/>
                        <a:t>0</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IN" sz="1200" u="none" cap="none" strike="noStrike"/>
                        <a:t>3</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IN" sz="1200" u="none" cap="none" strike="noStrike"/>
                        <a:t>3</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IN" sz="1200" u="none" cap="none" strike="noStrike"/>
                        <a:t>0.72</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IN" sz="1200" u="none" cap="none" strike="noStrike"/>
                        <a:t>1</a:t>
                      </a:r>
                      <a:endParaRPr/>
                    </a:p>
                  </a:txBody>
                  <a:tcPr marT="45725" marB="45725" marR="91450" marL="91450" anchor="ctr"/>
                </a:tc>
              </a:tr>
              <a:tr h="266400">
                <a:tc>
                  <a:txBody>
                    <a:bodyPr/>
                    <a:lstStyle/>
                    <a:p>
                      <a:pPr indent="0" lvl="0" marL="0" marR="0" rtl="0" algn="ctr">
                        <a:lnSpc>
                          <a:spcPct val="100000"/>
                        </a:lnSpc>
                        <a:spcBef>
                          <a:spcPts val="0"/>
                        </a:spcBef>
                        <a:spcAft>
                          <a:spcPts val="0"/>
                        </a:spcAft>
                        <a:buNone/>
                      </a:pPr>
                      <a:r>
                        <a:rPr lang="en-IN" sz="1200" u="none" cap="none" strike="noStrike"/>
                        <a:t>1</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IN" sz="1200" u="none" cap="none" strike="noStrike"/>
                        <a:t>3</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IN" sz="1200" u="none" cap="none" strike="noStrike"/>
                        <a:t>6</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IN" sz="1200" u="none" cap="none" strike="noStrike"/>
                        <a:t>1.44</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IN" sz="1200" u="none" cap="none" strike="noStrike"/>
                        <a:t>1</a:t>
                      </a:r>
                      <a:endParaRPr/>
                    </a:p>
                  </a:txBody>
                  <a:tcPr marT="45725" marB="45725" marR="91450" marL="91450" anchor="ctr"/>
                </a:tc>
              </a:tr>
              <a:tr h="266400">
                <a:tc>
                  <a:txBody>
                    <a:bodyPr/>
                    <a:lstStyle/>
                    <a:p>
                      <a:pPr indent="0" lvl="0" marL="0" marR="0" rtl="0" algn="ctr">
                        <a:lnSpc>
                          <a:spcPct val="100000"/>
                        </a:lnSpc>
                        <a:spcBef>
                          <a:spcPts val="0"/>
                        </a:spcBef>
                        <a:spcAft>
                          <a:spcPts val="0"/>
                        </a:spcAft>
                        <a:buNone/>
                      </a:pPr>
                      <a:r>
                        <a:rPr lang="en-IN" sz="1200" u="none" cap="none" strike="noStrike"/>
                        <a:t>2</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IN" sz="1200" u="none" cap="none" strike="noStrike"/>
                        <a:t>5</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IN" sz="1200" u="none" cap="none" strike="noStrike"/>
                        <a:t>11</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IN" sz="1200" u="none" cap="none" strike="noStrike"/>
                        <a:t>2.64</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IN" sz="1200" u="none" cap="none" strike="noStrike"/>
                        <a:t>3</a:t>
                      </a:r>
                      <a:endParaRPr/>
                    </a:p>
                  </a:txBody>
                  <a:tcPr marT="45725" marB="45725" marR="91450" marL="91450" anchor="ctr"/>
                </a:tc>
              </a:tr>
              <a:tr h="266400">
                <a:tc>
                  <a:txBody>
                    <a:bodyPr/>
                    <a:lstStyle/>
                    <a:p>
                      <a:pPr indent="0" lvl="0" marL="0" marR="0" rtl="0" algn="ctr">
                        <a:lnSpc>
                          <a:spcPct val="100000"/>
                        </a:lnSpc>
                        <a:spcBef>
                          <a:spcPts val="0"/>
                        </a:spcBef>
                        <a:spcAft>
                          <a:spcPts val="0"/>
                        </a:spcAft>
                        <a:buNone/>
                      </a:pPr>
                      <a:r>
                        <a:rPr lang="en-IN" sz="1200" u="none" cap="none" strike="noStrike"/>
                        <a:t>3</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IN" sz="1200" u="none" cap="none" strike="noStrike"/>
                        <a:t>4</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IN" sz="1200" u="none" cap="none" strike="noStrike"/>
                        <a:t>15</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IN" sz="1200" u="none" cap="none" strike="noStrike"/>
                        <a:t>3.60</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IN" sz="1200" u="none" cap="none" strike="noStrike"/>
                        <a:t>4</a:t>
                      </a:r>
                      <a:endParaRPr/>
                    </a:p>
                  </a:txBody>
                  <a:tcPr marT="45725" marB="45725" marR="91450" marL="91450" anchor="ctr"/>
                </a:tc>
              </a:tr>
              <a:tr h="266400">
                <a:tc>
                  <a:txBody>
                    <a:bodyPr/>
                    <a:lstStyle/>
                    <a:p>
                      <a:pPr indent="0" lvl="0" marL="0" marR="0" rtl="0" algn="ctr">
                        <a:lnSpc>
                          <a:spcPct val="100000"/>
                        </a:lnSpc>
                        <a:spcBef>
                          <a:spcPts val="0"/>
                        </a:spcBef>
                        <a:spcAft>
                          <a:spcPts val="0"/>
                        </a:spcAft>
                        <a:buNone/>
                      </a:pPr>
                      <a:r>
                        <a:rPr lang="en-IN" sz="1200" u="none" cap="none" strike="noStrike"/>
                        <a:t>4</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IN" sz="1200" u="none" cap="none" strike="noStrike"/>
                        <a:t>3</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IN" sz="1200" u="none" cap="none" strike="noStrike"/>
                        <a:t>18</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IN" sz="1200" u="none" cap="none" strike="noStrike"/>
                        <a:t>4.32</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IN" sz="1200" u="none" cap="none" strike="noStrike"/>
                        <a:t>4</a:t>
                      </a:r>
                      <a:endParaRPr/>
                    </a:p>
                  </a:txBody>
                  <a:tcPr marT="45725" marB="45725" marR="91450" marL="91450" anchor="ctr"/>
                </a:tc>
              </a:tr>
              <a:tr h="266400">
                <a:tc>
                  <a:txBody>
                    <a:bodyPr/>
                    <a:lstStyle/>
                    <a:p>
                      <a:pPr indent="0" lvl="0" marL="0" marR="0" rtl="0" algn="ctr">
                        <a:lnSpc>
                          <a:spcPct val="100000"/>
                        </a:lnSpc>
                        <a:spcBef>
                          <a:spcPts val="0"/>
                        </a:spcBef>
                        <a:spcAft>
                          <a:spcPts val="0"/>
                        </a:spcAft>
                        <a:buNone/>
                      </a:pPr>
                      <a:r>
                        <a:rPr lang="en-IN" sz="1200" u="none" cap="none" strike="noStrike"/>
                        <a:t>5</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IN" sz="1200" u="none" cap="none" strike="noStrike"/>
                        <a:t>3</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IN" sz="1200" u="none" cap="none" strike="noStrike"/>
                        <a:t>21</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IN" sz="1200" u="none" cap="none" strike="noStrike"/>
                        <a:t>5.04</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IN" sz="1200" u="none" cap="none" strike="noStrike"/>
                        <a:t>5</a:t>
                      </a:r>
                      <a:endParaRPr/>
                    </a:p>
                  </a:txBody>
                  <a:tcPr marT="45725" marB="45725" marR="91450" marL="91450" anchor="ctr"/>
                </a:tc>
              </a:tr>
              <a:tr h="266400">
                <a:tc>
                  <a:txBody>
                    <a:bodyPr/>
                    <a:lstStyle/>
                    <a:p>
                      <a:pPr indent="0" lvl="0" marL="0" marR="0" rtl="0" algn="ctr">
                        <a:lnSpc>
                          <a:spcPct val="100000"/>
                        </a:lnSpc>
                        <a:spcBef>
                          <a:spcPts val="0"/>
                        </a:spcBef>
                        <a:spcAft>
                          <a:spcPts val="0"/>
                        </a:spcAft>
                        <a:buNone/>
                      </a:pPr>
                      <a:r>
                        <a:rPr lang="en-IN" sz="1200" u="none" cap="none" strike="noStrike"/>
                        <a:t>6</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IN" sz="1200" u="none" cap="none" strike="noStrike"/>
                        <a:t>4</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IN" sz="1200" u="none" cap="none" strike="noStrike"/>
                        <a:t>25</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IN" sz="1200" u="none" cap="none" strike="noStrike"/>
                        <a:t>6.00</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IN" sz="1200" u="none" cap="none" strike="noStrike"/>
                        <a:t>6</a:t>
                      </a:r>
                      <a:endParaRPr/>
                    </a:p>
                  </a:txBody>
                  <a:tcPr marT="45725" marB="45725" marR="91450" marL="91450" anchor="ctr"/>
                </a:tc>
              </a:tr>
            </a:tbl>
          </a:graphicData>
        </a:graphic>
      </p:graphicFrame>
      <p:sp>
        <p:nvSpPr>
          <p:cNvPr id="303" name="Google Shape;303;p52"/>
          <p:cNvSpPr txBox="1"/>
          <p:nvPr/>
        </p:nvSpPr>
        <p:spPr>
          <a:xfrm>
            <a:off x="74507" y="3018885"/>
            <a:ext cx="3696300" cy="1300500"/>
          </a:xfrm>
          <a:prstGeom prst="rect">
            <a:avLst/>
          </a:prstGeom>
          <a:noFill/>
          <a:ln>
            <a:noFill/>
          </a:ln>
        </p:spPr>
        <p:txBody>
          <a:bodyPr anchorCtr="0" anchor="t" bIns="34275" lIns="68575" spcFirstLastPara="1" rIns="68575" wrap="square" tIns="34275">
            <a:spAutoFit/>
          </a:bodyPr>
          <a:lstStyle/>
          <a:p>
            <a:pPr indent="0" lvl="0" marL="0" marR="0" rtl="0" algn="just">
              <a:lnSpc>
                <a:spcPct val="100000"/>
              </a:lnSpc>
              <a:spcBef>
                <a:spcPts val="0"/>
              </a:spcBef>
              <a:spcAft>
                <a:spcPts val="0"/>
              </a:spcAft>
              <a:buNone/>
            </a:pPr>
            <a:r>
              <a:rPr b="0" i="0" lang="en-IN" sz="1600" u="none" cap="none" strike="noStrike">
                <a:solidFill>
                  <a:schemeClr val="dk1"/>
                </a:solidFill>
                <a:latin typeface="Times New Roman"/>
                <a:ea typeface="Times New Roman"/>
                <a:cs typeface="Times New Roman"/>
                <a:sym typeface="Times New Roman"/>
              </a:rPr>
              <a:t>Computation of Histogram equalization is shown in the following table. </a:t>
            </a:r>
            <a:endParaRPr/>
          </a:p>
          <a:p>
            <a:pPr indent="0" lvl="0" marL="0" marR="0" rtl="0" algn="just">
              <a:lnSpc>
                <a:spcPct val="100000"/>
              </a:lnSpc>
              <a:spcBef>
                <a:spcPts val="0"/>
              </a:spcBef>
              <a:spcAft>
                <a:spcPts val="0"/>
              </a:spcAft>
              <a:buNone/>
            </a:pPr>
            <a:r>
              <a:t/>
            </a:r>
            <a:endParaRPr b="0" i="0" sz="16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0" i="0" lang="en-IN" sz="1600" u="none" cap="none" strike="noStrike">
                <a:solidFill>
                  <a:schemeClr val="dk1"/>
                </a:solidFill>
                <a:latin typeface="Times New Roman"/>
                <a:ea typeface="Times New Roman"/>
                <a:cs typeface="Times New Roman"/>
                <a:sym typeface="Times New Roman"/>
              </a:rPr>
              <a:t>According to the above table pixel value 3 becomes 4. Hence, 4 is the answer.</a:t>
            </a:r>
            <a:endParaRPr b="0" i="0" sz="1600" u="none" cap="none" strike="noStrike">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
                                        </p:tgtEl>
                                        <p:attrNameLst>
                                          <p:attrName>style.visibility</p:attrName>
                                        </p:attrNameLst>
                                      </p:cBhvr>
                                      <p:to>
                                        <p:strVal val="visible"/>
                                      </p:to>
                                    </p:set>
                                    <p:animEffect filter="fade" transition="in">
                                      <p:cBhvr>
                                        <p:cTn dur="1000"/>
                                        <p:tgtEl>
                                          <p:spTgt spid="2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gtEl>
                                        <p:attrNameLst>
                                          <p:attrName>style.visibility</p:attrName>
                                        </p:attrNameLst>
                                      </p:cBhvr>
                                      <p:to>
                                        <p:strVal val="visible"/>
                                      </p:to>
                                    </p:set>
                                    <p:animEffect filter="fade" transition="in">
                                      <p:cBhvr>
                                        <p:cTn dur="1000"/>
                                        <p:tgtEl>
                                          <p:spTgt spid="3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gtEl>
                                        <p:attrNameLst>
                                          <p:attrName>style.visibility</p:attrName>
                                        </p:attrNameLst>
                                      </p:cBhvr>
                                      <p:to>
                                        <p:strVal val="visible"/>
                                      </p:to>
                                    </p:set>
                                    <p:animEffect filter="fade" transition="in">
                                      <p:cBhvr>
                                        <p:cTn dur="1000"/>
                                        <p:tgtEl>
                                          <p:spTgt spid="3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gtEl>
                                        <p:attrNameLst>
                                          <p:attrName>style.visibility</p:attrName>
                                        </p:attrNameLst>
                                      </p:cBhvr>
                                      <p:to>
                                        <p:strVal val="visible"/>
                                      </p:to>
                                    </p:set>
                                    <p:animEffect filter="fade" transition="in">
                                      <p:cBhvr>
                                        <p:cTn dur="500"/>
                                        <p:tgtEl>
                                          <p:spTgt spid="299"/>
                                        </p:tgtEl>
                                      </p:cBhvr>
                                    </p:animEffect>
                                  </p:childTnLst>
                                </p:cTn>
                              </p:par>
                              <p:par>
                                <p:cTn fill="hold" nodeType="withEffect" presetClass="entr" presetID="10" presetSubtype="0">
                                  <p:stCondLst>
                                    <p:cond delay="0"/>
                                  </p:stCondLst>
                                  <p:childTnLst>
                                    <p:set>
                                      <p:cBhvr>
                                        <p:cTn dur="1" fill="hold">
                                          <p:stCondLst>
                                            <p:cond delay="0"/>
                                          </p:stCondLst>
                                        </p:cTn>
                                        <p:tgtEl>
                                          <p:spTgt spid="300"/>
                                        </p:tgtEl>
                                        <p:attrNameLst>
                                          <p:attrName>style.visibility</p:attrName>
                                        </p:attrNameLst>
                                      </p:cBhvr>
                                      <p:to>
                                        <p:strVal val="visible"/>
                                      </p:to>
                                    </p:set>
                                    <p:animEffect filter="fade" transition="in">
                                      <p:cBhvr>
                                        <p:cTn dur="500"/>
                                        <p:tgtEl>
                                          <p:spTgt spid="300"/>
                                        </p:tgtEl>
                                      </p:cBhvr>
                                    </p:animEffect>
                                  </p:childTnLst>
                                </p:cTn>
                              </p:par>
                              <p:par>
                                <p:cTn fill="hold" nodeType="withEffect" presetClass="entr" presetID="10" presetSubtype="0">
                                  <p:stCondLst>
                                    <p:cond delay="0"/>
                                  </p:stCondLst>
                                  <p:childTnLst>
                                    <p:set>
                                      <p:cBhvr>
                                        <p:cTn dur="1" fill="hold">
                                          <p:stCondLst>
                                            <p:cond delay="0"/>
                                          </p:stCondLst>
                                        </p:cTn>
                                        <p:tgtEl>
                                          <p:spTgt spid="298"/>
                                        </p:tgtEl>
                                        <p:attrNameLst>
                                          <p:attrName>style.visibility</p:attrName>
                                        </p:attrNameLst>
                                      </p:cBhvr>
                                      <p:to>
                                        <p:strVal val="visible"/>
                                      </p:to>
                                    </p:set>
                                    <p:animEffect filter="fade" transition="in">
                                      <p:cBhvr>
                                        <p:cTn dur="500"/>
                                        <p:tgtEl>
                                          <p:spTgt spid="2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53"/>
          <p:cNvSpPr txBox="1"/>
          <p:nvPr/>
        </p:nvSpPr>
        <p:spPr>
          <a:xfrm>
            <a:off x="0" y="86312"/>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QUESTION 2</a:t>
            </a:r>
            <a:endParaRPr b="1" i="0" sz="1800" u="none" cap="none" strike="noStrike">
              <a:solidFill>
                <a:schemeClr val="lt1"/>
              </a:solidFill>
              <a:latin typeface="Times New Roman"/>
              <a:ea typeface="Times New Roman"/>
              <a:cs typeface="Times New Roman"/>
              <a:sym typeface="Times New Roman"/>
            </a:endParaRPr>
          </a:p>
        </p:txBody>
      </p:sp>
      <p:sp>
        <p:nvSpPr>
          <p:cNvPr id="310" name="Google Shape;310;p53"/>
          <p:cNvSpPr txBox="1"/>
          <p:nvPr/>
        </p:nvSpPr>
        <p:spPr>
          <a:xfrm>
            <a:off x="-1" y="451791"/>
            <a:ext cx="9022500" cy="17316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Times New Roman"/>
                <a:ea typeface="Times New Roman"/>
                <a:cs typeface="Times New Roman"/>
                <a:sym typeface="Times New Roman"/>
              </a:rPr>
              <a:t>Note: Note that the probability of a normal variable P(z &gt; 2.5) = 0.062. X is a normally distributed variable with mean μ = 30 and standard deviation σ = 4. Compute P(X &lt; 40).</a:t>
            </a:r>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Times New Roman"/>
                <a:ea typeface="Times New Roman"/>
                <a:cs typeface="Times New Roman"/>
                <a:sym typeface="Times New Roman"/>
              </a:rPr>
              <a:t>a) 0.0238</a:t>
            </a:r>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Times New Roman"/>
                <a:ea typeface="Times New Roman"/>
                <a:cs typeface="Times New Roman"/>
                <a:sym typeface="Times New Roman"/>
              </a:rPr>
              <a:t>b) 0.9380</a:t>
            </a:r>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Times New Roman"/>
                <a:ea typeface="Times New Roman"/>
                <a:cs typeface="Times New Roman"/>
                <a:sym typeface="Times New Roman"/>
              </a:rPr>
              <a:t>c) 0.1538</a:t>
            </a:r>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Times New Roman"/>
                <a:ea typeface="Times New Roman"/>
                <a:cs typeface="Times New Roman"/>
                <a:sym typeface="Times New Roman"/>
              </a:rPr>
              <a:t>d) 0.0918</a:t>
            </a:r>
            <a:endParaRPr b="0" i="0" sz="1800" u="none" cap="none" strike="noStrike">
              <a:solidFill>
                <a:schemeClr val="dk1"/>
              </a:solidFill>
              <a:latin typeface="Times New Roman"/>
              <a:ea typeface="Times New Roman"/>
              <a:cs typeface="Times New Roman"/>
              <a:sym typeface="Times New Roman"/>
            </a:endParaRPr>
          </a:p>
        </p:txBody>
      </p:sp>
      <p:sp>
        <p:nvSpPr>
          <p:cNvPr id="311" name="Google Shape;311;p53"/>
          <p:cNvSpPr txBox="1"/>
          <p:nvPr/>
        </p:nvSpPr>
        <p:spPr>
          <a:xfrm>
            <a:off x="0" y="2161555"/>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SOLUTION 2</a:t>
            </a:r>
            <a:endParaRPr b="1" i="0" sz="1800" u="none" cap="none" strike="noStrike">
              <a:solidFill>
                <a:schemeClr val="lt1"/>
              </a:solidFill>
              <a:latin typeface="Times New Roman"/>
              <a:ea typeface="Times New Roman"/>
              <a:cs typeface="Times New Roman"/>
              <a:sym typeface="Times New Roman"/>
            </a:endParaRPr>
          </a:p>
        </p:txBody>
      </p:sp>
      <p:sp>
        <p:nvSpPr>
          <p:cNvPr id="312" name="Google Shape;312;p53"/>
          <p:cNvSpPr txBox="1"/>
          <p:nvPr/>
        </p:nvSpPr>
        <p:spPr>
          <a:xfrm>
            <a:off x="0" y="4763840"/>
            <a:ext cx="25788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CORRECT ANSWER 2</a:t>
            </a:r>
            <a:endParaRPr b="1" i="0" sz="1800" u="none" cap="none" strike="noStrike">
              <a:solidFill>
                <a:schemeClr val="lt1"/>
              </a:solidFill>
              <a:latin typeface="Times New Roman"/>
              <a:ea typeface="Times New Roman"/>
              <a:cs typeface="Times New Roman"/>
              <a:sym typeface="Times New Roman"/>
            </a:endParaRPr>
          </a:p>
        </p:txBody>
      </p:sp>
      <p:sp>
        <p:nvSpPr>
          <p:cNvPr id="313" name="Google Shape;313;p53"/>
          <p:cNvSpPr txBox="1"/>
          <p:nvPr/>
        </p:nvSpPr>
        <p:spPr>
          <a:xfrm>
            <a:off x="3017816" y="4763840"/>
            <a:ext cx="10977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b)</a:t>
            </a:r>
            <a:endParaRPr b="1" i="0" sz="1800" u="none" cap="none" strike="noStrike">
              <a:solidFill>
                <a:schemeClr val="lt1"/>
              </a:solidFill>
              <a:latin typeface="Times New Roman"/>
              <a:ea typeface="Times New Roman"/>
              <a:cs typeface="Times New Roman"/>
              <a:sym typeface="Times New Roman"/>
            </a:endParaRPr>
          </a:p>
        </p:txBody>
      </p:sp>
      <p:cxnSp>
        <p:nvCxnSpPr>
          <p:cNvPr id="314" name="Google Shape;314;p53"/>
          <p:cNvCxnSpPr/>
          <p:nvPr/>
        </p:nvCxnSpPr>
        <p:spPr>
          <a:xfrm>
            <a:off x="2688731" y="4944931"/>
            <a:ext cx="219300" cy="0"/>
          </a:xfrm>
          <a:prstGeom prst="straightConnector1">
            <a:avLst/>
          </a:prstGeom>
          <a:noFill/>
          <a:ln cap="flat" cmpd="sng" w="19050">
            <a:solidFill>
              <a:schemeClr val="accent6"/>
            </a:solidFill>
            <a:prstDash val="solid"/>
            <a:miter lim="800000"/>
            <a:headEnd len="sm" w="sm" type="none"/>
            <a:tailEnd len="med" w="med" type="triangle"/>
          </a:ln>
        </p:spPr>
      </p:cxnSp>
      <p:pic>
        <p:nvPicPr>
          <p:cNvPr id="315" name="Google Shape;315;p53"/>
          <p:cNvPicPr preferRelativeResize="0"/>
          <p:nvPr/>
        </p:nvPicPr>
        <p:blipFill rotWithShape="1">
          <a:blip r:embed="rId3">
            <a:alphaModFix/>
          </a:blip>
          <a:srcRect b="0" l="0" r="0" t="0"/>
          <a:stretch/>
        </p:blipFill>
        <p:spPr>
          <a:xfrm>
            <a:off x="2578820" y="2202234"/>
            <a:ext cx="4434238" cy="244322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1"/>
                                        </p:tgtEl>
                                        <p:attrNameLst>
                                          <p:attrName>style.visibility</p:attrName>
                                        </p:attrNameLst>
                                      </p:cBhvr>
                                      <p:to>
                                        <p:strVal val="visible"/>
                                      </p:to>
                                    </p:set>
                                    <p:animEffect filter="fade" transition="in">
                                      <p:cBhvr>
                                        <p:cTn dur="1000"/>
                                        <p:tgtEl>
                                          <p:spTgt spid="3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5"/>
                                        </p:tgtEl>
                                        <p:attrNameLst>
                                          <p:attrName>style.visibility</p:attrName>
                                        </p:attrNameLst>
                                      </p:cBhvr>
                                      <p:to>
                                        <p:strVal val="visible"/>
                                      </p:to>
                                    </p:set>
                                    <p:animEffect filter="fade" transition="in">
                                      <p:cBhvr>
                                        <p:cTn dur="1000"/>
                                        <p:tgtEl>
                                          <p:spTgt spid="3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gtEl>
                                        <p:attrNameLst>
                                          <p:attrName>style.visibility</p:attrName>
                                        </p:attrNameLst>
                                      </p:cBhvr>
                                      <p:to>
                                        <p:strVal val="visible"/>
                                      </p:to>
                                    </p:set>
                                    <p:animEffect filter="fade" transition="in">
                                      <p:cBhvr>
                                        <p:cTn dur="500"/>
                                        <p:tgtEl>
                                          <p:spTgt spid="313"/>
                                        </p:tgtEl>
                                      </p:cBhvr>
                                    </p:animEffect>
                                  </p:childTnLst>
                                </p:cTn>
                              </p:par>
                              <p:par>
                                <p:cTn fill="hold" nodeType="withEffect" presetClass="entr" presetID="10" presetSubtype="0">
                                  <p:stCondLst>
                                    <p:cond delay="0"/>
                                  </p:stCondLst>
                                  <p:childTnLst>
                                    <p:set>
                                      <p:cBhvr>
                                        <p:cTn dur="1" fill="hold">
                                          <p:stCondLst>
                                            <p:cond delay="0"/>
                                          </p:stCondLst>
                                        </p:cTn>
                                        <p:tgtEl>
                                          <p:spTgt spid="314"/>
                                        </p:tgtEl>
                                        <p:attrNameLst>
                                          <p:attrName>style.visibility</p:attrName>
                                        </p:attrNameLst>
                                      </p:cBhvr>
                                      <p:to>
                                        <p:strVal val="visible"/>
                                      </p:to>
                                    </p:set>
                                    <p:animEffect filter="fade" transition="in">
                                      <p:cBhvr>
                                        <p:cTn dur="500"/>
                                        <p:tgtEl>
                                          <p:spTgt spid="314"/>
                                        </p:tgtEl>
                                      </p:cBhvr>
                                    </p:animEffect>
                                  </p:childTnLst>
                                </p:cTn>
                              </p:par>
                              <p:par>
                                <p:cTn fill="hold" nodeType="withEffect" presetClass="entr" presetID="10" presetSubtype="0">
                                  <p:stCondLst>
                                    <p:cond delay="0"/>
                                  </p:stCondLst>
                                  <p:childTnLst>
                                    <p:set>
                                      <p:cBhvr>
                                        <p:cTn dur="1" fill="hold">
                                          <p:stCondLst>
                                            <p:cond delay="0"/>
                                          </p:stCondLst>
                                        </p:cTn>
                                        <p:tgtEl>
                                          <p:spTgt spid="312"/>
                                        </p:tgtEl>
                                        <p:attrNameLst>
                                          <p:attrName>style.visibility</p:attrName>
                                        </p:attrNameLst>
                                      </p:cBhvr>
                                      <p:to>
                                        <p:strVal val="visible"/>
                                      </p:to>
                                    </p:set>
                                    <p:animEffect filter="fade" transition="in">
                                      <p:cBhvr>
                                        <p:cTn dur="500"/>
                                        <p:tgtEl>
                                          <p:spTgt spid="3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4"/>
          <p:cNvSpPr txBox="1"/>
          <p:nvPr/>
        </p:nvSpPr>
        <p:spPr>
          <a:xfrm>
            <a:off x="0" y="86312"/>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QUESTION 3</a:t>
            </a:r>
            <a:endParaRPr b="1" i="0" sz="1800" u="none" cap="none" strike="noStrike">
              <a:solidFill>
                <a:schemeClr val="lt1"/>
              </a:solidFill>
              <a:latin typeface="Times New Roman"/>
              <a:ea typeface="Times New Roman"/>
              <a:cs typeface="Times New Roman"/>
              <a:sym typeface="Times New Roman"/>
            </a:endParaRPr>
          </a:p>
        </p:txBody>
      </p:sp>
      <p:sp>
        <p:nvSpPr>
          <p:cNvPr id="322" name="Google Shape;322;p54"/>
          <p:cNvSpPr txBox="1"/>
          <p:nvPr/>
        </p:nvSpPr>
        <p:spPr>
          <a:xfrm>
            <a:off x="0" y="432561"/>
            <a:ext cx="8833500" cy="1792800"/>
          </a:xfrm>
          <a:prstGeom prst="rect">
            <a:avLst/>
          </a:prstGeom>
          <a:blipFill rotWithShape="1">
            <a:blip r:embed="rId3">
              <a:alphaModFix/>
            </a:blip>
            <a:stretch>
              <a:fillRect b="-2809" l="-569" r="0" t="-140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IN" sz="1400" u="none" cap="none" strike="noStrike">
                <a:latin typeface="Arial"/>
                <a:ea typeface="Arial"/>
                <a:cs typeface="Arial"/>
                <a:sym typeface="Arial"/>
              </a:rPr>
              <a:t> </a:t>
            </a:r>
            <a:endParaRPr/>
          </a:p>
        </p:txBody>
      </p:sp>
      <p:sp>
        <p:nvSpPr>
          <p:cNvPr id="323" name="Google Shape;323;p54"/>
          <p:cNvSpPr txBox="1"/>
          <p:nvPr/>
        </p:nvSpPr>
        <p:spPr>
          <a:xfrm>
            <a:off x="0" y="4763840"/>
            <a:ext cx="25788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CORRECT ANSWER 3</a:t>
            </a:r>
            <a:endParaRPr b="1" i="0" sz="1800" u="none" cap="none" strike="noStrike">
              <a:solidFill>
                <a:schemeClr val="lt1"/>
              </a:solidFill>
              <a:latin typeface="Times New Roman"/>
              <a:ea typeface="Times New Roman"/>
              <a:cs typeface="Times New Roman"/>
              <a:sym typeface="Times New Roman"/>
            </a:endParaRPr>
          </a:p>
        </p:txBody>
      </p:sp>
      <p:sp>
        <p:nvSpPr>
          <p:cNvPr id="324" name="Google Shape;324;p54"/>
          <p:cNvSpPr txBox="1"/>
          <p:nvPr/>
        </p:nvSpPr>
        <p:spPr>
          <a:xfrm>
            <a:off x="3017816" y="4763840"/>
            <a:ext cx="10977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a)</a:t>
            </a:r>
            <a:endParaRPr b="1" i="0" sz="1800" u="none" cap="none" strike="noStrike">
              <a:solidFill>
                <a:schemeClr val="lt1"/>
              </a:solidFill>
              <a:latin typeface="Times New Roman"/>
              <a:ea typeface="Times New Roman"/>
              <a:cs typeface="Times New Roman"/>
              <a:sym typeface="Times New Roman"/>
            </a:endParaRPr>
          </a:p>
        </p:txBody>
      </p:sp>
      <p:cxnSp>
        <p:nvCxnSpPr>
          <p:cNvPr id="325" name="Google Shape;325;p54"/>
          <p:cNvCxnSpPr/>
          <p:nvPr/>
        </p:nvCxnSpPr>
        <p:spPr>
          <a:xfrm>
            <a:off x="2688731" y="4944931"/>
            <a:ext cx="219300" cy="0"/>
          </a:xfrm>
          <a:prstGeom prst="straightConnector1">
            <a:avLst/>
          </a:prstGeom>
          <a:noFill/>
          <a:ln cap="flat" cmpd="sng" w="19050">
            <a:solidFill>
              <a:schemeClr val="accent6"/>
            </a:solidFill>
            <a:prstDash val="solid"/>
            <a:miter lim="800000"/>
            <a:headEnd len="sm" w="sm" type="none"/>
            <a:tailEnd len="med" w="med" type="triangle"/>
          </a:ln>
        </p:spPr>
      </p:cxnSp>
      <p:pic>
        <p:nvPicPr>
          <p:cNvPr id="326" name="Google Shape;326;p54"/>
          <p:cNvPicPr preferRelativeResize="0"/>
          <p:nvPr/>
        </p:nvPicPr>
        <p:blipFill rotWithShape="1">
          <a:blip r:embed="rId4">
            <a:alphaModFix/>
          </a:blip>
          <a:srcRect b="0" l="0" r="0" t="0"/>
          <a:stretch/>
        </p:blipFill>
        <p:spPr>
          <a:xfrm>
            <a:off x="5516451" y="1505279"/>
            <a:ext cx="3326146" cy="1577786"/>
          </a:xfrm>
          <a:prstGeom prst="rect">
            <a:avLst/>
          </a:prstGeom>
          <a:noFill/>
          <a:ln>
            <a:noFill/>
          </a:ln>
        </p:spPr>
      </p:pic>
      <p:sp>
        <p:nvSpPr>
          <p:cNvPr id="327" name="Google Shape;327;p54"/>
          <p:cNvSpPr txBox="1"/>
          <p:nvPr/>
        </p:nvSpPr>
        <p:spPr>
          <a:xfrm>
            <a:off x="3334209" y="1159030"/>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SOLUTION 3</a:t>
            </a:r>
            <a:endParaRPr b="1" i="0" sz="1800" u="none" cap="none" strike="noStrike">
              <a:solidFill>
                <a:schemeClr val="lt1"/>
              </a:solidFill>
              <a:latin typeface="Times New Roman"/>
              <a:ea typeface="Times New Roman"/>
              <a:cs typeface="Times New Roman"/>
              <a:sym typeface="Times New Roman"/>
            </a:endParaRPr>
          </a:p>
        </p:txBody>
      </p:sp>
      <p:pic>
        <p:nvPicPr>
          <p:cNvPr id="328" name="Google Shape;328;p54"/>
          <p:cNvPicPr preferRelativeResize="0"/>
          <p:nvPr/>
        </p:nvPicPr>
        <p:blipFill rotWithShape="1">
          <a:blip r:embed="rId5">
            <a:alphaModFix/>
          </a:blip>
          <a:srcRect b="0" l="0" r="0" t="0"/>
          <a:stretch/>
        </p:blipFill>
        <p:spPr>
          <a:xfrm>
            <a:off x="47606" y="2475352"/>
            <a:ext cx="3286604" cy="2235587"/>
          </a:xfrm>
          <a:prstGeom prst="rect">
            <a:avLst/>
          </a:prstGeom>
          <a:noFill/>
          <a:ln>
            <a:noFill/>
          </a:ln>
        </p:spPr>
      </p:pic>
      <p:pic>
        <p:nvPicPr>
          <p:cNvPr id="329" name="Google Shape;329;p54"/>
          <p:cNvPicPr preferRelativeResize="0"/>
          <p:nvPr/>
        </p:nvPicPr>
        <p:blipFill rotWithShape="1">
          <a:blip r:embed="rId6">
            <a:alphaModFix/>
          </a:blip>
          <a:srcRect b="0" l="0" r="0" t="0"/>
          <a:stretch/>
        </p:blipFill>
        <p:spPr>
          <a:xfrm>
            <a:off x="3334209" y="2966907"/>
            <a:ext cx="3153018" cy="179693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7"/>
                                        </p:tgtEl>
                                        <p:attrNameLst>
                                          <p:attrName>style.visibility</p:attrName>
                                        </p:attrNameLst>
                                      </p:cBhvr>
                                      <p:to>
                                        <p:strVal val="visible"/>
                                      </p:to>
                                    </p:set>
                                    <p:animEffect filter="fade" transition="in">
                                      <p:cBhvr>
                                        <p:cTn dur="1000"/>
                                        <p:tgtEl>
                                          <p:spTgt spid="3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6"/>
                                        </p:tgtEl>
                                        <p:attrNameLst>
                                          <p:attrName>style.visibility</p:attrName>
                                        </p:attrNameLst>
                                      </p:cBhvr>
                                      <p:to>
                                        <p:strVal val="visible"/>
                                      </p:to>
                                    </p:set>
                                    <p:animEffect filter="fade" transition="in">
                                      <p:cBhvr>
                                        <p:cTn dur="1000"/>
                                        <p:tgtEl>
                                          <p:spTgt spid="3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8"/>
                                        </p:tgtEl>
                                        <p:attrNameLst>
                                          <p:attrName>style.visibility</p:attrName>
                                        </p:attrNameLst>
                                      </p:cBhvr>
                                      <p:to>
                                        <p:strVal val="visible"/>
                                      </p:to>
                                    </p:set>
                                    <p:animEffect filter="fade" transition="in">
                                      <p:cBhvr>
                                        <p:cTn dur="1000"/>
                                        <p:tgtEl>
                                          <p:spTgt spid="3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9"/>
                                        </p:tgtEl>
                                        <p:attrNameLst>
                                          <p:attrName>style.visibility</p:attrName>
                                        </p:attrNameLst>
                                      </p:cBhvr>
                                      <p:to>
                                        <p:strVal val="visible"/>
                                      </p:to>
                                    </p:set>
                                    <p:animEffect filter="fade" transition="in">
                                      <p:cBhvr>
                                        <p:cTn dur="1000"/>
                                        <p:tgtEl>
                                          <p:spTgt spid="3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gtEl>
                                        <p:attrNameLst>
                                          <p:attrName>style.visibility</p:attrName>
                                        </p:attrNameLst>
                                      </p:cBhvr>
                                      <p:to>
                                        <p:strVal val="visible"/>
                                      </p:to>
                                    </p:set>
                                    <p:animEffect filter="fade" transition="in">
                                      <p:cBhvr>
                                        <p:cTn dur="500"/>
                                        <p:tgtEl>
                                          <p:spTgt spid="323"/>
                                        </p:tgtEl>
                                      </p:cBhvr>
                                    </p:animEffect>
                                  </p:childTnLst>
                                </p:cTn>
                              </p:par>
                              <p:par>
                                <p:cTn fill="hold" nodeType="withEffect" presetClass="entr" presetID="10" presetSubtype="0">
                                  <p:stCondLst>
                                    <p:cond delay="0"/>
                                  </p:stCondLst>
                                  <p:childTnLst>
                                    <p:set>
                                      <p:cBhvr>
                                        <p:cTn dur="1" fill="hold">
                                          <p:stCondLst>
                                            <p:cond delay="0"/>
                                          </p:stCondLst>
                                        </p:cTn>
                                        <p:tgtEl>
                                          <p:spTgt spid="325"/>
                                        </p:tgtEl>
                                        <p:attrNameLst>
                                          <p:attrName>style.visibility</p:attrName>
                                        </p:attrNameLst>
                                      </p:cBhvr>
                                      <p:to>
                                        <p:strVal val="visible"/>
                                      </p:to>
                                    </p:set>
                                    <p:animEffect filter="fade" transition="in">
                                      <p:cBhvr>
                                        <p:cTn dur="500"/>
                                        <p:tgtEl>
                                          <p:spTgt spid="325"/>
                                        </p:tgtEl>
                                      </p:cBhvr>
                                    </p:animEffect>
                                  </p:childTnLst>
                                </p:cTn>
                              </p:par>
                              <p:par>
                                <p:cTn fill="hold" nodeType="withEffect" presetClass="entr" presetID="10" presetSubtype="0">
                                  <p:stCondLst>
                                    <p:cond delay="0"/>
                                  </p:stCondLst>
                                  <p:childTnLst>
                                    <p:set>
                                      <p:cBhvr>
                                        <p:cTn dur="1" fill="hold">
                                          <p:stCondLst>
                                            <p:cond delay="0"/>
                                          </p:stCondLst>
                                        </p:cTn>
                                        <p:tgtEl>
                                          <p:spTgt spid="324"/>
                                        </p:tgtEl>
                                        <p:attrNameLst>
                                          <p:attrName>style.visibility</p:attrName>
                                        </p:attrNameLst>
                                      </p:cBhvr>
                                      <p:to>
                                        <p:strVal val="visible"/>
                                      </p:to>
                                    </p:set>
                                    <p:animEffect filter="fade" transition="in">
                                      <p:cBhvr>
                                        <p:cTn dur="500"/>
                                        <p:tgtEl>
                                          <p:spTgt spid="3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55"/>
          <p:cNvSpPr txBox="1"/>
          <p:nvPr/>
        </p:nvSpPr>
        <p:spPr>
          <a:xfrm>
            <a:off x="0" y="86312"/>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QUESTION </a:t>
            </a:r>
            <a:r>
              <a:rPr b="1" lang="en-IN" sz="1800">
                <a:solidFill>
                  <a:schemeClr val="lt1"/>
                </a:solidFill>
                <a:latin typeface="Times New Roman"/>
                <a:ea typeface="Times New Roman"/>
                <a:cs typeface="Times New Roman"/>
                <a:sym typeface="Times New Roman"/>
              </a:rPr>
              <a:t>4</a:t>
            </a:r>
            <a:endParaRPr b="1" i="0" sz="1800" u="none" cap="none" strike="noStrike">
              <a:solidFill>
                <a:schemeClr val="lt1"/>
              </a:solidFill>
              <a:latin typeface="Times New Roman"/>
              <a:ea typeface="Times New Roman"/>
              <a:cs typeface="Times New Roman"/>
              <a:sym typeface="Times New Roman"/>
            </a:endParaRPr>
          </a:p>
        </p:txBody>
      </p:sp>
      <p:sp>
        <p:nvSpPr>
          <p:cNvPr id="336" name="Google Shape;336;p55"/>
          <p:cNvSpPr txBox="1"/>
          <p:nvPr/>
        </p:nvSpPr>
        <p:spPr>
          <a:xfrm>
            <a:off x="1946370" y="1437060"/>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SOLUTION </a:t>
            </a:r>
            <a:r>
              <a:rPr b="1" lang="en-IN" sz="1800">
                <a:solidFill>
                  <a:schemeClr val="lt1"/>
                </a:solidFill>
                <a:latin typeface="Times New Roman"/>
                <a:ea typeface="Times New Roman"/>
                <a:cs typeface="Times New Roman"/>
                <a:sym typeface="Times New Roman"/>
              </a:rPr>
              <a:t>4</a:t>
            </a:r>
            <a:endParaRPr b="1" i="0" sz="1800" u="none" cap="none" strike="noStrike">
              <a:solidFill>
                <a:schemeClr val="lt1"/>
              </a:solidFill>
              <a:latin typeface="Times New Roman"/>
              <a:ea typeface="Times New Roman"/>
              <a:cs typeface="Times New Roman"/>
              <a:sym typeface="Times New Roman"/>
            </a:endParaRPr>
          </a:p>
        </p:txBody>
      </p:sp>
      <p:sp>
        <p:nvSpPr>
          <p:cNvPr id="337" name="Google Shape;337;p55"/>
          <p:cNvSpPr txBox="1"/>
          <p:nvPr/>
        </p:nvSpPr>
        <p:spPr>
          <a:xfrm>
            <a:off x="0" y="4763840"/>
            <a:ext cx="25788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CORRECT ANSWER </a:t>
            </a:r>
            <a:r>
              <a:rPr b="1" lang="en-IN" sz="1800">
                <a:solidFill>
                  <a:schemeClr val="lt1"/>
                </a:solidFill>
                <a:latin typeface="Times New Roman"/>
                <a:ea typeface="Times New Roman"/>
                <a:cs typeface="Times New Roman"/>
                <a:sym typeface="Times New Roman"/>
              </a:rPr>
              <a:t>4</a:t>
            </a:r>
            <a:endParaRPr b="1" i="0" sz="1800" u="none" cap="none" strike="noStrike">
              <a:solidFill>
                <a:schemeClr val="lt1"/>
              </a:solidFill>
              <a:latin typeface="Times New Roman"/>
              <a:ea typeface="Times New Roman"/>
              <a:cs typeface="Times New Roman"/>
              <a:sym typeface="Times New Roman"/>
            </a:endParaRPr>
          </a:p>
        </p:txBody>
      </p:sp>
      <p:sp>
        <p:nvSpPr>
          <p:cNvPr id="338" name="Google Shape;338;p55"/>
          <p:cNvSpPr txBox="1"/>
          <p:nvPr/>
        </p:nvSpPr>
        <p:spPr>
          <a:xfrm>
            <a:off x="3017815" y="4763840"/>
            <a:ext cx="8511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b)</a:t>
            </a:r>
            <a:endParaRPr b="1" i="0" sz="1800" u="none" cap="none" strike="noStrike">
              <a:solidFill>
                <a:schemeClr val="lt1"/>
              </a:solidFill>
              <a:latin typeface="Times New Roman"/>
              <a:ea typeface="Times New Roman"/>
              <a:cs typeface="Times New Roman"/>
              <a:sym typeface="Times New Roman"/>
            </a:endParaRPr>
          </a:p>
        </p:txBody>
      </p:sp>
      <p:cxnSp>
        <p:nvCxnSpPr>
          <p:cNvPr id="339" name="Google Shape;339;p55"/>
          <p:cNvCxnSpPr/>
          <p:nvPr/>
        </p:nvCxnSpPr>
        <p:spPr>
          <a:xfrm>
            <a:off x="2688731" y="4944931"/>
            <a:ext cx="219300" cy="0"/>
          </a:xfrm>
          <a:prstGeom prst="straightConnector1">
            <a:avLst/>
          </a:prstGeom>
          <a:noFill/>
          <a:ln cap="flat" cmpd="sng" w="19050">
            <a:solidFill>
              <a:schemeClr val="accent6"/>
            </a:solidFill>
            <a:prstDash val="solid"/>
            <a:miter lim="800000"/>
            <a:headEnd len="sm" w="sm" type="none"/>
            <a:tailEnd len="med" w="med" type="triangle"/>
          </a:ln>
        </p:spPr>
      </p:cxnSp>
      <p:grpSp>
        <p:nvGrpSpPr>
          <p:cNvPr id="340" name="Google Shape;340;p55"/>
          <p:cNvGrpSpPr/>
          <p:nvPr/>
        </p:nvGrpSpPr>
        <p:grpSpPr>
          <a:xfrm>
            <a:off x="114207" y="415995"/>
            <a:ext cx="8753700" cy="2051195"/>
            <a:chOff x="97105" y="341861"/>
            <a:chExt cx="8753700" cy="2051195"/>
          </a:xfrm>
        </p:grpSpPr>
        <p:sp>
          <p:nvSpPr>
            <p:cNvPr id="341" name="Google Shape;341;p55"/>
            <p:cNvSpPr txBox="1"/>
            <p:nvPr/>
          </p:nvSpPr>
          <p:spPr>
            <a:xfrm>
              <a:off x="97105" y="453873"/>
              <a:ext cx="8753700" cy="3693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IN" sz="1800" u="none" cap="none" strike="noStrike">
                  <a:solidFill>
                    <a:schemeClr val="dk1"/>
                  </a:solidFill>
                  <a:latin typeface="Times New Roman"/>
                  <a:ea typeface="Times New Roman"/>
                  <a:cs typeface="Times New Roman"/>
                  <a:sym typeface="Times New Roman"/>
                </a:rPr>
                <a:t>C</a:t>
              </a:r>
              <a:r>
                <a:rPr b="0" i="0" lang="en-IN" sz="1600" u="none" cap="none" strike="noStrike">
                  <a:solidFill>
                    <a:schemeClr val="dk1"/>
                  </a:solidFill>
                  <a:latin typeface="Times New Roman"/>
                  <a:ea typeface="Times New Roman"/>
                  <a:cs typeface="Times New Roman"/>
                  <a:sym typeface="Times New Roman"/>
                </a:rPr>
                <a:t>onsider the following 3-bit grey scale image</a:t>
              </a:r>
              <a:endParaRPr/>
            </a:p>
          </p:txBody>
        </p:sp>
        <p:pic>
          <p:nvPicPr>
            <p:cNvPr id="342" name="Google Shape;342;p55"/>
            <p:cNvPicPr preferRelativeResize="0"/>
            <p:nvPr/>
          </p:nvPicPr>
          <p:blipFill rotWithShape="1">
            <a:blip r:embed="rId3">
              <a:alphaModFix/>
            </a:blip>
            <a:srcRect b="0" l="0" r="0" t="0"/>
            <a:stretch/>
          </p:blipFill>
          <p:spPr>
            <a:xfrm>
              <a:off x="6936392" y="341861"/>
              <a:ext cx="1485900" cy="1257300"/>
            </a:xfrm>
            <a:prstGeom prst="rect">
              <a:avLst/>
            </a:prstGeom>
            <a:noFill/>
            <a:ln>
              <a:noFill/>
            </a:ln>
          </p:spPr>
        </p:pic>
        <p:sp>
          <p:nvSpPr>
            <p:cNvPr id="343" name="Google Shape;343;p55"/>
            <p:cNvSpPr txBox="1"/>
            <p:nvPr/>
          </p:nvSpPr>
          <p:spPr>
            <a:xfrm>
              <a:off x="97105" y="823156"/>
              <a:ext cx="6457500" cy="15699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IN" sz="1600" u="none" cap="none" strike="noStrike">
                  <a:solidFill>
                    <a:schemeClr val="dk1"/>
                  </a:solidFill>
                  <a:latin typeface="Times New Roman"/>
                  <a:ea typeface="Times New Roman"/>
                  <a:cs typeface="Times New Roman"/>
                  <a:sym typeface="Times New Roman"/>
                </a:rPr>
                <a:t>What is the value when vertical Sobel operator and horizontal Sobel operator are applied on the orange colored pixel?</a:t>
              </a:r>
              <a:endParaRPr/>
            </a:p>
            <a:p>
              <a:pPr indent="0" lvl="0" marL="0" marR="0" rtl="0" algn="just">
                <a:lnSpc>
                  <a:spcPct val="100000"/>
                </a:lnSpc>
                <a:spcBef>
                  <a:spcPts val="0"/>
                </a:spcBef>
                <a:spcAft>
                  <a:spcPts val="0"/>
                </a:spcAft>
                <a:buNone/>
              </a:pPr>
              <a:r>
                <a:rPr b="0" i="0" lang="en-IN" sz="1600" u="none" cap="none" strike="noStrike">
                  <a:solidFill>
                    <a:schemeClr val="dk1"/>
                  </a:solidFill>
                  <a:latin typeface="Times New Roman"/>
                  <a:ea typeface="Times New Roman"/>
                  <a:cs typeface="Times New Roman"/>
                  <a:sym typeface="Times New Roman"/>
                </a:rPr>
                <a:t>a) 0 and 2</a:t>
              </a:r>
              <a:endParaRPr/>
            </a:p>
            <a:p>
              <a:pPr indent="0" lvl="0" marL="0" marR="0" rtl="0" algn="just">
                <a:lnSpc>
                  <a:spcPct val="100000"/>
                </a:lnSpc>
                <a:spcBef>
                  <a:spcPts val="0"/>
                </a:spcBef>
                <a:spcAft>
                  <a:spcPts val="0"/>
                </a:spcAft>
                <a:buNone/>
              </a:pPr>
              <a:r>
                <a:rPr b="0" i="0" lang="en-IN" sz="1600" u="none" cap="none" strike="noStrike">
                  <a:solidFill>
                    <a:schemeClr val="dk1"/>
                  </a:solidFill>
                  <a:latin typeface="Times New Roman"/>
                  <a:ea typeface="Times New Roman"/>
                  <a:cs typeface="Times New Roman"/>
                  <a:sym typeface="Times New Roman"/>
                </a:rPr>
                <a:t>b) 7 and -3</a:t>
              </a:r>
              <a:endParaRPr/>
            </a:p>
            <a:p>
              <a:pPr indent="0" lvl="0" marL="0" marR="0" rtl="0" algn="just">
                <a:lnSpc>
                  <a:spcPct val="100000"/>
                </a:lnSpc>
                <a:spcBef>
                  <a:spcPts val="0"/>
                </a:spcBef>
                <a:spcAft>
                  <a:spcPts val="0"/>
                </a:spcAft>
                <a:buNone/>
              </a:pPr>
              <a:r>
                <a:rPr b="0" i="0" lang="en-IN" sz="1600" u="none" cap="none" strike="noStrike">
                  <a:solidFill>
                    <a:schemeClr val="dk1"/>
                  </a:solidFill>
                  <a:latin typeface="Times New Roman"/>
                  <a:ea typeface="Times New Roman"/>
                  <a:cs typeface="Times New Roman"/>
                  <a:sym typeface="Times New Roman"/>
                </a:rPr>
                <a:t>c) 10 and 2</a:t>
              </a:r>
              <a:endParaRPr/>
            </a:p>
            <a:p>
              <a:pPr indent="0" lvl="0" marL="0" marR="0" rtl="0" algn="just">
                <a:lnSpc>
                  <a:spcPct val="100000"/>
                </a:lnSpc>
                <a:spcBef>
                  <a:spcPts val="0"/>
                </a:spcBef>
                <a:spcAft>
                  <a:spcPts val="0"/>
                </a:spcAft>
                <a:buNone/>
              </a:pPr>
              <a:r>
                <a:rPr b="0" i="0" lang="en-IN" sz="1600" u="none" cap="none" strike="noStrike">
                  <a:solidFill>
                    <a:schemeClr val="dk1"/>
                  </a:solidFill>
                  <a:latin typeface="Times New Roman"/>
                  <a:ea typeface="Times New Roman"/>
                  <a:cs typeface="Times New Roman"/>
                  <a:sym typeface="Times New Roman"/>
                </a:rPr>
                <a:t>d) 2 and 10</a:t>
              </a:r>
              <a:endParaRPr/>
            </a:p>
          </p:txBody>
        </p:sp>
      </p:grpSp>
      <p:grpSp>
        <p:nvGrpSpPr>
          <p:cNvPr id="344" name="Google Shape;344;p55"/>
          <p:cNvGrpSpPr/>
          <p:nvPr/>
        </p:nvGrpSpPr>
        <p:grpSpPr>
          <a:xfrm>
            <a:off x="1899605" y="1919588"/>
            <a:ext cx="2397497" cy="1078258"/>
            <a:chOff x="1867006" y="1788172"/>
            <a:chExt cx="2397497" cy="1078258"/>
          </a:xfrm>
        </p:grpSpPr>
        <p:pic>
          <p:nvPicPr>
            <p:cNvPr id="345" name="Google Shape;345;p55"/>
            <p:cNvPicPr preferRelativeResize="0"/>
            <p:nvPr/>
          </p:nvPicPr>
          <p:blipFill rotWithShape="1">
            <a:blip r:embed="rId4">
              <a:alphaModFix/>
            </a:blip>
            <a:srcRect b="0" l="0" r="0" t="0"/>
            <a:stretch/>
          </p:blipFill>
          <p:spPr>
            <a:xfrm>
              <a:off x="1923068" y="1788172"/>
              <a:ext cx="2341435" cy="312635"/>
            </a:xfrm>
            <a:prstGeom prst="rect">
              <a:avLst/>
            </a:prstGeom>
            <a:noFill/>
            <a:ln>
              <a:noFill/>
            </a:ln>
          </p:spPr>
        </p:pic>
        <p:pic>
          <p:nvPicPr>
            <p:cNvPr id="346" name="Google Shape;346;p55"/>
            <p:cNvPicPr preferRelativeResize="0"/>
            <p:nvPr/>
          </p:nvPicPr>
          <p:blipFill rotWithShape="1">
            <a:blip r:embed="rId5">
              <a:alphaModFix/>
            </a:blip>
            <a:srcRect b="0" l="0" r="0" t="0"/>
            <a:stretch/>
          </p:blipFill>
          <p:spPr>
            <a:xfrm>
              <a:off x="1867006" y="2089193"/>
              <a:ext cx="1091625" cy="777237"/>
            </a:xfrm>
            <a:prstGeom prst="rect">
              <a:avLst/>
            </a:prstGeom>
            <a:noFill/>
            <a:ln>
              <a:noFill/>
            </a:ln>
          </p:spPr>
        </p:pic>
      </p:grpSp>
      <p:pic>
        <p:nvPicPr>
          <p:cNvPr id="347" name="Google Shape;347;p55"/>
          <p:cNvPicPr preferRelativeResize="0"/>
          <p:nvPr/>
        </p:nvPicPr>
        <p:blipFill rotWithShape="1">
          <a:blip r:embed="rId6">
            <a:alphaModFix/>
          </a:blip>
          <a:srcRect b="0" l="0" r="0" t="0"/>
          <a:stretch/>
        </p:blipFill>
        <p:spPr>
          <a:xfrm>
            <a:off x="4678449" y="1713461"/>
            <a:ext cx="2455607" cy="1446577"/>
          </a:xfrm>
          <a:prstGeom prst="rect">
            <a:avLst/>
          </a:prstGeom>
          <a:noFill/>
          <a:ln>
            <a:noFill/>
          </a:ln>
        </p:spPr>
      </p:pic>
      <p:pic>
        <p:nvPicPr>
          <p:cNvPr id="348" name="Google Shape;348;p55"/>
          <p:cNvPicPr preferRelativeResize="0"/>
          <p:nvPr/>
        </p:nvPicPr>
        <p:blipFill rotWithShape="1">
          <a:blip r:embed="rId7">
            <a:alphaModFix/>
          </a:blip>
          <a:srcRect b="0" l="0" r="0" t="0"/>
          <a:stretch/>
        </p:blipFill>
        <p:spPr>
          <a:xfrm>
            <a:off x="4287191" y="3200204"/>
            <a:ext cx="4079975" cy="190988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6"/>
                                        </p:tgtEl>
                                        <p:attrNameLst>
                                          <p:attrName>style.visibility</p:attrName>
                                        </p:attrNameLst>
                                      </p:cBhvr>
                                      <p:to>
                                        <p:strVal val="visible"/>
                                      </p:to>
                                    </p:set>
                                    <p:animEffect filter="fade" transition="in">
                                      <p:cBhvr>
                                        <p:cTn dur="1000"/>
                                        <p:tgtEl>
                                          <p:spTgt spid="3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gtEl>
                                        <p:attrNameLst>
                                          <p:attrName>style.visibility</p:attrName>
                                        </p:attrNameLst>
                                      </p:cBhvr>
                                      <p:to>
                                        <p:strVal val="visible"/>
                                      </p:to>
                                    </p:set>
                                    <p:animEffect filter="fade" transition="in">
                                      <p:cBhvr>
                                        <p:cTn dur="1000"/>
                                        <p:tgtEl>
                                          <p:spTgt spid="3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7"/>
                                        </p:tgtEl>
                                        <p:attrNameLst>
                                          <p:attrName>style.visibility</p:attrName>
                                        </p:attrNameLst>
                                      </p:cBhvr>
                                      <p:to>
                                        <p:strVal val="visible"/>
                                      </p:to>
                                    </p:set>
                                    <p:animEffect filter="fade" transition="in">
                                      <p:cBhvr>
                                        <p:cTn dur="1000"/>
                                        <p:tgtEl>
                                          <p:spTgt spid="347"/>
                                        </p:tgtEl>
                                      </p:cBhvr>
                                    </p:animEffect>
                                  </p:childTnLst>
                                </p:cTn>
                              </p:par>
                              <p:par>
                                <p:cTn fill="hold" nodeType="withEffect" presetClass="entr" presetID="10" presetSubtype="0">
                                  <p:stCondLst>
                                    <p:cond delay="0"/>
                                  </p:stCondLst>
                                  <p:childTnLst>
                                    <p:set>
                                      <p:cBhvr>
                                        <p:cTn dur="1" fill="hold">
                                          <p:stCondLst>
                                            <p:cond delay="0"/>
                                          </p:stCondLst>
                                        </p:cTn>
                                        <p:tgtEl>
                                          <p:spTgt spid="348"/>
                                        </p:tgtEl>
                                        <p:attrNameLst>
                                          <p:attrName>style.visibility</p:attrName>
                                        </p:attrNameLst>
                                      </p:cBhvr>
                                      <p:to>
                                        <p:strVal val="visible"/>
                                      </p:to>
                                    </p:set>
                                    <p:animEffect filter="fade" transition="in">
                                      <p:cBhvr>
                                        <p:cTn dur="1000"/>
                                        <p:tgtEl>
                                          <p:spTgt spid="3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7"/>
                                        </p:tgtEl>
                                        <p:attrNameLst>
                                          <p:attrName>style.visibility</p:attrName>
                                        </p:attrNameLst>
                                      </p:cBhvr>
                                      <p:to>
                                        <p:strVal val="visible"/>
                                      </p:to>
                                    </p:set>
                                    <p:animEffect filter="fade" transition="in">
                                      <p:cBhvr>
                                        <p:cTn dur="500"/>
                                        <p:tgtEl>
                                          <p:spTgt spid="337"/>
                                        </p:tgtEl>
                                      </p:cBhvr>
                                    </p:animEffect>
                                  </p:childTnLst>
                                </p:cTn>
                              </p:par>
                              <p:par>
                                <p:cTn fill="hold" nodeType="withEffect" presetClass="entr" presetID="10" presetSubtype="0">
                                  <p:stCondLst>
                                    <p:cond delay="0"/>
                                  </p:stCondLst>
                                  <p:childTnLst>
                                    <p:set>
                                      <p:cBhvr>
                                        <p:cTn dur="1" fill="hold">
                                          <p:stCondLst>
                                            <p:cond delay="0"/>
                                          </p:stCondLst>
                                        </p:cTn>
                                        <p:tgtEl>
                                          <p:spTgt spid="339"/>
                                        </p:tgtEl>
                                        <p:attrNameLst>
                                          <p:attrName>style.visibility</p:attrName>
                                        </p:attrNameLst>
                                      </p:cBhvr>
                                      <p:to>
                                        <p:strVal val="visible"/>
                                      </p:to>
                                    </p:set>
                                    <p:animEffect filter="fade" transition="in">
                                      <p:cBhvr>
                                        <p:cTn dur="500"/>
                                        <p:tgtEl>
                                          <p:spTgt spid="339"/>
                                        </p:tgtEl>
                                      </p:cBhvr>
                                    </p:animEffect>
                                  </p:childTnLst>
                                </p:cTn>
                              </p:par>
                              <p:par>
                                <p:cTn fill="hold" nodeType="withEffect" presetClass="entr" presetID="10" presetSubtype="0">
                                  <p:stCondLst>
                                    <p:cond delay="0"/>
                                  </p:stCondLst>
                                  <p:childTnLst>
                                    <p:set>
                                      <p:cBhvr>
                                        <p:cTn dur="1" fill="hold">
                                          <p:stCondLst>
                                            <p:cond delay="0"/>
                                          </p:stCondLst>
                                        </p:cTn>
                                        <p:tgtEl>
                                          <p:spTgt spid="338"/>
                                        </p:tgtEl>
                                        <p:attrNameLst>
                                          <p:attrName>style.visibility</p:attrName>
                                        </p:attrNameLst>
                                      </p:cBhvr>
                                      <p:to>
                                        <p:strVal val="visible"/>
                                      </p:to>
                                    </p:set>
                                    <p:animEffect filter="fade" transition="in">
                                      <p:cBhvr>
                                        <p:cTn dur="500"/>
                                        <p:tgtEl>
                                          <p:spTgt spid="3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56"/>
          <p:cNvSpPr txBox="1"/>
          <p:nvPr/>
        </p:nvSpPr>
        <p:spPr>
          <a:xfrm>
            <a:off x="-1" y="12527"/>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QUESTION </a:t>
            </a:r>
            <a:r>
              <a:rPr b="1" lang="en-IN" sz="1800">
                <a:solidFill>
                  <a:schemeClr val="lt1"/>
                </a:solidFill>
                <a:latin typeface="Times New Roman"/>
                <a:ea typeface="Times New Roman"/>
                <a:cs typeface="Times New Roman"/>
                <a:sym typeface="Times New Roman"/>
              </a:rPr>
              <a:t>5</a:t>
            </a:r>
            <a:endParaRPr b="1" i="0" sz="1800" u="none" cap="none" strike="noStrike">
              <a:solidFill>
                <a:schemeClr val="lt1"/>
              </a:solidFill>
              <a:latin typeface="Times New Roman"/>
              <a:ea typeface="Times New Roman"/>
              <a:cs typeface="Times New Roman"/>
              <a:sym typeface="Times New Roman"/>
            </a:endParaRPr>
          </a:p>
        </p:txBody>
      </p:sp>
      <p:sp>
        <p:nvSpPr>
          <p:cNvPr id="355" name="Google Shape;355;p56"/>
          <p:cNvSpPr txBox="1"/>
          <p:nvPr/>
        </p:nvSpPr>
        <p:spPr>
          <a:xfrm>
            <a:off x="0" y="1928172"/>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SOLUTION </a:t>
            </a:r>
            <a:r>
              <a:rPr b="1" lang="en-IN" sz="1800">
                <a:solidFill>
                  <a:schemeClr val="lt1"/>
                </a:solidFill>
                <a:latin typeface="Times New Roman"/>
                <a:ea typeface="Times New Roman"/>
                <a:cs typeface="Times New Roman"/>
                <a:sym typeface="Times New Roman"/>
              </a:rPr>
              <a:t>5</a:t>
            </a:r>
            <a:endParaRPr b="1" i="0" sz="1800" u="none" cap="none" strike="noStrike">
              <a:solidFill>
                <a:schemeClr val="lt1"/>
              </a:solidFill>
              <a:latin typeface="Times New Roman"/>
              <a:ea typeface="Times New Roman"/>
              <a:cs typeface="Times New Roman"/>
              <a:sym typeface="Times New Roman"/>
            </a:endParaRPr>
          </a:p>
        </p:txBody>
      </p:sp>
      <p:sp>
        <p:nvSpPr>
          <p:cNvPr id="356" name="Google Shape;356;p56"/>
          <p:cNvSpPr txBox="1"/>
          <p:nvPr/>
        </p:nvSpPr>
        <p:spPr>
          <a:xfrm>
            <a:off x="-1" y="4763840"/>
            <a:ext cx="2817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CORRECT ANSWER </a:t>
            </a:r>
            <a:r>
              <a:rPr b="1" lang="en-IN" sz="1800">
                <a:solidFill>
                  <a:schemeClr val="lt1"/>
                </a:solidFill>
                <a:latin typeface="Times New Roman"/>
                <a:ea typeface="Times New Roman"/>
                <a:cs typeface="Times New Roman"/>
                <a:sym typeface="Times New Roman"/>
              </a:rPr>
              <a:t>5</a:t>
            </a:r>
            <a:endParaRPr b="1" i="0" sz="1800" u="none" cap="none" strike="noStrike">
              <a:solidFill>
                <a:schemeClr val="lt1"/>
              </a:solidFill>
              <a:latin typeface="Times New Roman"/>
              <a:ea typeface="Times New Roman"/>
              <a:cs typeface="Times New Roman"/>
              <a:sym typeface="Times New Roman"/>
            </a:endParaRPr>
          </a:p>
        </p:txBody>
      </p:sp>
      <p:sp>
        <p:nvSpPr>
          <p:cNvPr id="357" name="Google Shape;357;p56"/>
          <p:cNvSpPr txBox="1"/>
          <p:nvPr/>
        </p:nvSpPr>
        <p:spPr>
          <a:xfrm>
            <a:off x="3301082" y="4771806"/>
            <a:ext cx="8307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a)</a:t>
            </a:r>
            <a:endParaRPr b="1" i="0" sz="1800" u="none" cap="none" strike="noStrike">
              <a:solidFill>
                <a:schemeClr val="lt1"/>
              </a:solidFill>
              <a:latin typeface="Times New Roman"/>
              <a:ea typeface="Times New Roman"/>
              <a:cs typeface="Times New Roman"/>
              <a:sym typeface="Times New Roman"/>
            </a:endParaRPr>
          </a:p>
        </p:txBody>
      </p:sp>
      <p:cxnSp>
        <p:nvCxnSpPr>
          <p:cNvPr id="358" name="Google Shape;358;p56"/>
          <p:cNvCxnSpPr/>
          <p:nvPr/>
        </p:nvCxnSpPr>
        <p:spPr>
          <a:xfrm>
            <a:off x="2964542" y="4944930"/>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359" name="Google Shape;359;p56"/>
          <p:cNvSpPr txBox="1"/>
          <p:nvPr/>
        </p:nvSpPr>
        <p:spPr>
          <a:xfrm>
            <a:off x="0" y="391209"/>
            <a:ext cx="9087300" cy="13236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IN" sz="1600" u="none" cap="none" strike="noStrike">
                <a:solidFill>
                  <a:srgbClr val="000000"/>
                </a:solidFill>
                <a:latin typeface="Times New Roman"/>
                <a:ea typeface="Times New Roman"/>
                <a:cs typeface="Times New Roman"/>
                <a:sym typeface="Times New Roman"/>
              </a:rPr>
              <a:t>Consider a 3-bit grey scale image with dimension 32 × 32. What will be the range of values in its X-axis?</a:t>
            </a:r>
            <a:endParaRPr/>
          </a:p>
          <a:p>
            <a:pPr indent="0" lvl="0" marL="0" marR="0" rtl="0" algn="just">
              <a:lnSpc>
                <a:spcPct val="100000"/>
              </a:lnSpc>
              <a:spcBef>
                <a:spcPts val="0"/>
              </a:spcBef>
              <a:spcAft>
                <a:spcPts val="0"/>
              </a:spcAft>
              <a:buNone/>
            </a:pPr>
            <a:r>
              <a:rPr b="0" i="0" lang="en-IN" sz="1600" u="none" cap="none" strike="noStrike">
                <a:solidFill>
                  <a:srgbClr val="000000"/>
                </a:solidFill>
                <a:latin typeface="Times New Roman"/>
                <a:ea typeface="Times New Roman"/>
                <a:cs typeface="Times New Roman"/>
                <a:sym typeface="Times New Roman"/>
              </a:rPr>
              <a:t>a) 0 to 7</a:t>
            </a:r>
            <a:endParaRPr/>
          </a:p>
          <a:p>
            <a:pPr indent="0" lvl="0" marL="0" marR="0" rtl="0" algn="just">
              <a:lnSpc>
                <a:spcPct val="100000"/>
              </a:lnSpc>
              <a:spcBef>
                <a:spcPts val="0"/>
              </a:spcBef>
              <a:spcAft>
                <a:spcPts val="0"/>
              </a:spcAft>
              <a:buNone/>
            </a:pPr>
            <a:r>
              <a:rPr b="0" i="0" lang="en-IN" sz="1600" u="none" cap="none" strike="noStrike">
                <a:solidFill>
                  <a:srgbClr val="000000"/>
                </a:solidFill>
                <a:latin typeface="Times New Roman"/>
                <a:ea typeface="Times New Roman"/>
                <a:cs typeface="Times New Roman"/>
                <a:sym typeface="Times New Roman"/>
              </a:rPr>
              <a:t>b) 1 to 7</a:t>
            </a:r>
            <a:endParaRPr/>
          </a:p>
          <a:p>
            <a:pPr indent="0" lvl="0" marL="0" marR="0" rtl="0" algn="just">
              <a:lnSpc>
                <a:spcPct val="100000"/>
              </a:lnSpc>
              <a:spcBef>
                <a:spcPts val="0"/>
              </a:spcBef>
              <a:spcAft>
                <a:spcPts val="0"/>
              </a:spcAft>
              <a:buNone/>
            </a:pPr>
            <a:r>
              <a:rPr b="0" i="0" lang="en-IN" sz="1600" u="none" cap="none" strike="noStrike">
                <a:solidFill>
                  <a:srgbClr val="000000"/>
                </a:solidFill>
                <a:latin typeface="Times New Roman"/>
                <a:ea typeface="Times New Roman"/>
                <a:cs typeface="Times New Roman"/>
                <a:sym typeface="Times New Roman"/>
              </a:rPr>
              <a:t>c) 0 to 15</a:t>
            </a:r>
            <a:endParaRPr/>
          </a:p>
          <a:p>
            <a:pPr indent="0" lvl="0" marL="0" marR="0" rtl="0" algn="just">
              <a:lnSpc>
                <a:spcPct val="100000"/>
              </a:lnSpc>
              <a:spcBef>
                <a:spcPts val="0"/>
              </a:spcBef>
              <a:spcAft>
                <a:spcPts val="0"/>
              </a:spcAft>
              <a:buNone/>
            </a:pPr>
            <a:r>
              <a:rPr b="0" i="0" lang="en-IN" sz="1600" u="none" cap="none" strike="noStrike">
                <a:solidFill>
                  <a:srgbClr val="000000"/>
                </a:solidFill>
                <a:latin typeface="Times New Roman"/>
                <a:ea typeface="Times New Roman"/>
                <a:cs typeface="Times New Roman"/>
                <a:sym typeface="Times New Roman"/>
              </a:rPr>
              <a:t>d) 0 to 255</a:t>
            </a:r>
            <a:endParaRPr/>
          </a:p>
        </p:txBody>
      </p:sp>
      <p:pic>
        <p:nvPicPr>
          <p:cNvPr id="360" name="Google Shape;360;p56"/>
          <p:cNvPicPr preferRelativeResize="0"/>
          <p:nvPr/>
        </p:nvPicPr>
        <p:blipFill rotWithShape="1">
          <a:blip r:embed="rId3">
            <a:alphaModFix/>
          </a:blip>
          <a:srcRect b="0" l="0" r="0" t="0"/>
          <a:stretch/>
        </p:blipFill>
        <p:spPr>
          <a:xfrm>
            <a:off x="150663" y="2499223"/>
            <a:ext cx="5627759" cy="181748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5"/>
                                        </p:tgtEl>
                                        <p:attrNameLst>
                                          <p:attrName>style.visibility</p:attrName>
                                        </p:attrNameLst>
                                      </p:cBhvr>
                                      <p:to>
                                        <p:strVal val="visible"/>
                                      </p:to>
                                    </p:set>
                                    <p:animEffect filter="fade" transition="in">
                                      <p:cBhvr>
                                        <p:cTn dur="1000"/>
                                        <p:tgtEl>
                                          <p:spTgt spid="3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gtEl>
                                        <p:attrNameLst>
                                          <p:attrName>style.visibility</p:attrName>
                                        </p:attrNameLst>
                                      </p:cBhvr>
                                      <p:to>
                                        <p:strVal val="visible"/>
                                      </p:to>
                                    </p:set>
                                    <p:animEffect filter="fade" transition="in">
                                      <p:cBhvr>
                                        <p:cTn dur="1000"/>
                                        <p:tgtEl>
                                          <p:spTgt spid="3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6"/>
                                        </p:tgtEl>
                                        <p:attrNameLst>
                                          <p:attrName>style.visibility</p:attrName>
                                        </p:attrNameLst>
                                      </p:cBhvr>
                                      <p:to>
                                        <p:strVal val="visible"/>
                                      </p:to>
                                    </p:set>
                                    <p:animEffect filter="fade" transition="in">
                                      <p:cBhvr>
                                        <p:cTn dur="500"/>
                                        <p:tgtEl>
                                          <p:spTgt spid="356"/>
                                        </p:tgtEl>
                                      </p:cBhvr>
                                    </p:animEffect>
                                  </p:childTnLst>
                                </p:cTn>
                              </p:par>
                              <p:par>
                                <p:cTn fill="hold" nodeType="withEffect" presetClass="entr" presetID="10" presetSubtype="0">
                                  <p:stCondLst>
                                    <p:cond delay="0"/>
                                  </p:stCondLst>
                                  <p:childTnLst>
                                    <p:set>
                                      <p:cBhvr>
                                        <p:cTn dur="1" fill="hold">
                                          <p:stCondLst>
                                            <p:cond delay="0"/>
                                          </p:stCondLst>
                                        </p:cTn>
                                        <p:tgtEl>
                                          <p:spTgt spid="358"/>
                                        </p:tgtEl>
                                        <p:attrNameLst>
                                          <p:attrName>style.visibility</p:attrName>
                                        </p:attrNameLst>
                                      </p:cBhvr>
                                      <p:to>
                                        <p:strVal val="visible"/>
                                      </p:to>
                                    </p:set>
                                    <p:animEffect filter="fade" transition="in">
                                      <p:cBhvr>
                                        <p:cTn dur="500"/>
                                        <p:tgtEl>
                                          <p:spTgt spid="358"/>
                                        </p:tgtEl>
                                      </p:cBhvr>
                                    </p:animEffect>
                                  </p:childTnLst>
                                </p:cTn>
                              </p:par>
                              <p:par>
                                <p:cTn fill="hold" nodeType="withEffect" presetClass="entr" presetID="10" presetSubtype="0">
                                  <p:stCondLst>
                                    <p:cond delay="0"/>
                                  </p:stCondLst>
                                  <p:childTnLst>
                                    <p:set>
                                      <p:cBhvr>
                                        <p:cTn dur="1" fill="hold">
                                          <p:stCondLst>
                                            <p:cond delay="0"/>
                                          </p:stCondLst>
                                        </p:cTn>
                                        <p:tgtEl>
                                          <p:spTgt spid="357"/>
                                        </p:tgtEl>
                                        <p:attrNameLst>
                                          <p:attrName>style.visibility</p:attrName>
                                        </p:attrNameLst>
                                      </p:cBhvr>
                                      <p:to>
                                        <p:strVal val="visible"/>
                                      </p:to>
                                    </p:set>
                                    <p:animEffect filter="fade" transition="in">
                                      <p:cBhvr>
                                        <p:cTn dur="500"/>
                                        <p:tgtEl>
                                          <p:spTgt spid="3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57"/>
          <p:cNvSpPr txBox="1"/>
          <p:nvPr/>
        </p:nvSpPr>
        <p:spPr>
          <a:xfrm>
            <a:off x="0" y="86312"/>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QUESTION </a:t>
            </a:r>
            <a:r>
              <a:rPr b="1" lang="en-IN" sz="1800">
                <a:solidFill>
                  <a:schemeClr val="lt1"/>
                </a:solidFill>
                <a:latin typeface="Times New Roman"/>
                <a:ea typeface="Times New Roman"/>
                <a:cs typeface="Times New Roman"/>
                <a:sym typeface="Times New Roman"/>
              </a:rPr>
              <a:t>6</a:t>
            </a:r>
            <a:endParaRPr b="1" i="0" sz="1800" u="none" cap="none" strike="noStrike">
              <a:solidFill>
                <a:schemeClr val="lt1"/>
              </a:solidFill>
              <a:latin typeface="Times New Roman"/>
              <a:ea typeface="Times New Roman"/>
              <a:cs typeface="Times New Roman"/>
              <a:sym typeface="Times New Roman"/>
            </a:endParaRPr>
          </a:p>
        </p:txBody>
      </p:sp>
      <p:sp>
        <p:nvSpPr>
          <p:cNvPr id="367" name="Google Shape;367;p57"/>
          <p:cNvSpPr txBox="1"/>
          <p:nvPr/>
        </p:nvSpPr>
        <p:spPr>
          <a:xfrm>
            <a:off x="1946695" y="1657930"/>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SOLUTION </a:t>
            </a:r>
            <a:r>
              <a:rPr b="1" lang="en-IN" sz="1800">
                <a:solidFill>
                  <a:schemeClr val="lt1"/>
                </a:solidFill>
                <a:latin typeface="Times New Roman"/>
                <a:ea typeface="Times New Roman"/>
                <a:cs typeface="Times New Roman"/>
                <a:sym typeface="Times New Roman"/>
              </a:rPr>
              <a:t>6</a:t>
            </a:r>
            <a:endParaRPr b="1" i="0" sz="1800" u="none" cap="none" strike="noStrike">
              <a:solidFill>
                <a:schemeClr val="lt1"/>
              </a:solidFill>
              <a:latin typeface="Times New Roman"/>
              <a:ea typeface="Times New Roman"/>
              <a:cs typeface="Times New Roman"/>
              <a:sym typeface="Times New Roman"/>
            </a:endParaRPr>
          </a:p>
        </p:txBody>
      </p:sp>
      <p:sp>
        <p:nvSpPr>
          <p:cNvPr id="368" name="Google Shape;368;p57"/>
          <p:cNvSpPr txBox="1"/>
          <p:nvPr/>
        </p:nvSpPr>
        <p:spPr>
          <a:xfrm>
            <a:off x="-1" y="476384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CORRECT ANSWER </a:t>
            </a:r>
            <a:r>
              <a:rPr b="1" lang="en-IN" sz="1800">
                <a:solidFill>
                  <a:schemeClr val="lt1"/>
                </a:solidFill>
                <a:latin typeface="Times New Roman"/>
                <a:ea typeface="Times New Roman"/>
                <a:cs typeface="Times New Roman"/>
                <a:sym typeface="Times New Roman"/>
              </a:rPr>
              <a:t>6</a:t>
            </a:r>
            <a:endParaRPr b="1" i="0" sz="1800" u="none" cap="none" strike="noStrike">
              <a:solidFill>
                <a:schemeClr val="lt1"/>
              </a:solidFill>
              <a:latin typeface="Times New Roman"/>
              <a:ea typeface="Times New Roman"/>
              <a:cs typeface="Times New Roman"/>
              <a:sym typeface="Times New Roman"/>
            </a:endParaRPr>
          </a:p>
        </p:txBody>
      </p:sp>
      <p:sp>
        <p:nvSpPr>
          <p:cNvPr id="369" name="Google Shape;369;p57"/>
          <p:cNvSpPr txBox="1"/>
          <p:nvPr/>
        </p:nvSpPr>
        <p:spPr>
          <a:xfrm>
            <a:off x="3127729" y="4771822"/>
            <a:ext cx="6111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a:t>
            </a:r>
            <a:endParaRPr b="1" i="0" sz="1800" u="none" cap="none" strike="noStrike">
              <a:solidFill>
                <a:schemeClr val="lt1"/>
              </a:solidFill>
              <a:latin typeface="Times New Roman"/>
              <a:ea typeface="Times New Roman"/>
              <a:cs typeface="Times New Roman"/>
              <a:sym typeface="Times New Roman"/>
            </a:endParaRPr>
          </a:p>
        </p:txBody>
      </p:sp>
      <p:cxnSp>
        <p:nvCxnSpPr>
          <p:cNvPr id="370" name="Google Shape;370;p57"/>
          <p:cNvCxnSpPr/>
          <p:nvPr/>
        </p:nvCxnSpPr>
        <p:spPr>
          <a:xfrm>
            <a:off x="2798643" y="4944931"/>
            <a:ext cx="219300" cy="0"/>
          </a:xfrm>
          <a:prstGeom prst="straightConnector1">
            <a:avLst/>
          </a:prstGeom>
          <a:noFill/>
          <a:ln cap="flat" cmpd="sng" w="19050">
            <a:solidFill>
              <a:schemeClr val="accent6"/>
            </a:solidFill>
            <a:prstDash val="solid"/>
            <a:miter lim="800000"/>
            <a:headEnd len="sm" w="sm" type="none"/>
            <a:tailEnd len="med" w="med" type="triangle"/>
          </a:ln>
        </p:spPr>
      </p:cxnSp>
      <p:grpSp>
        <p:nvGrpSpPr>
          <p:cNvPr id="371" name="Google Shape;371;p57"/>
          <p:cNvGrpSpPr/>
          <p:nvPr/>
        </p:nvGrpSpPr>
        <p:grpSpPr>
          <a:xfrm>
            <a:off x="42636" y="582778"/>
            <a:ext cx="8347974" cy="1908591"/>
            <a:chOff x="156259" y="445214"/>
            <a:chExt cx="9230400" cy="1908591"/>
          </a:xfrm>
        </p:grpSpPr>
        <p:sp>
          <p:nvSpPr>
            <p:cNvPr id="372" name="Google Shape;372;p57"/>
            <p:cNvSpPr txBox="1"/>
            <p:nvPr/>
          </p:nvSpPr>
          <p:spPr>
            <a:xfrm>
              <a:off x="156259" y="445214"/>
              <a:ext cx="92304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chemeClr val="dk1"/>
                  </a:solidFill>
                  <a:latin typeface="Times New Roman"/>
                  <a:ea typeface="Times New Roman"/>
                  <a:cs typeface="Times New Roman"/>
                  <a:sym typeface="Times New Roman"/>
                </a:rPr>
                <a:t>Consider the following 3-bit grey scale image</a:t>
              </a:r>
              <a:endParaRPr/>
            </a:p>
          </p:txBody>
        </p:sp>
        <p:sp>
          <p:nvSpPr>
            <p:cNvPr id="373" name="Google Shape;373;p57"/>
            <p:cNvSpPr txBox="1"/>
            <p:nvPr/>
          </p:nvSpPr>
          <p:spPr>
            <a:xfrm>
              <a:off x="239049" y="783905"/>
              <a:ext cx="6171600" cy="1569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chemeClr val="dk1"/>
                  </a:solidFill>
                  <a:latin typeface="Times New Roman"/>
                  <a:ea typeface="Times New Roman"/>
                  <a:cs typeface="Times New Roman"/>
                  <a:sym typeface="Times New Roman"/>
                </a:rPr>
                <a:t>What is the value when horizontal Prewitt operator and </a:t>
              </a:r>
              <a:r>
                <a:rPr lang="en-IN" sz="1600">
                  <a:solidFill>
                    <a:schemeClr val="dk1"/>
                  </a:solidFill>
                  <a:latin typeface="Times New Roman"/>
                  <a:ea typeface="Times New Roman"/>
                  <a:cs typeface="Times New Roman"/>
                  <a:sym typeface="Times New Roman"/>
                </a:rPr>
                <a:t>vertical Prewitt operator </a:t>
              </a:r>
              <a:r>
                <a:rPr b="0" i="0" lang="en-IN" sz="1600" u="none" cap="none" strike="noStrike">
                  <a:solidFill>
                    <a:schemeClr val="dk1"/>
                  </a:solidFill>
                  <a:latin typeface="Times New Roman"/>
                  <a:ea typeface="Times New Roman"/>
                  <a:cs typeface="Times New Roman"/>
                  <a:sym typeface="Times New Roman"/>
                </a:rPr>
                <a:t>are applied on the orange colored pixel?</a:t>
              </a:r>
              <a:endParaRPr/>
            </a:p>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chemeClr val="dk1"/>
                  </a:solidFill>
                  <a:latin typeface="Times New Roman"/>
                  <a:ea typeface="Times New Roman"/>
                  <a:cs typeface="Times New Roman"/>
                  <a:sym typeface="Times New Roman"/>
                </a:rPr>
                <a:t>a) 0 and 2</a:t>
              </a:r>
              <a:endParaRPr/>
            </a:p>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chemeClr val="dk1"/>
                  </a:solidFill>
                  <a:latin typeface="Times New Roman"/>
                  <a:ea typeface="Times New Roman"/>
                  <a:cs typeface="Times New Roman"/>
                  <a:sym typeface="Times New Roman"/>
                </a:rPr>
                <a:t>b) −4 and −2</a:t>
              </a:r>
              <a:endParaRPr/>
            </a:p>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chemeClr val="dk1"/>
                  </a:solidFill>
                  <a:latin typeface="Times New Roman"/>
                  <a:ea typeface="Times New Roman"/>
                  <a:cs typeface="Times New Roman"/>
                  <a:sym typeface="Times New Roman"/>
                </a:rPr>
                <a:t>c) 4 and −2</a:t>
              </a:r>
              <a:endParaRPr/>
            </a:p>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chemeClr val="dk1"/>
                  </a:solidFill>
                  <a:latin typeface="Times New Roman"/>
                  <a:ea typeface="Times New Roman"/>
                  <a:cs typeface="Times New Roman"/>
                  <a:sym typeface="Times New Roman"/>
                </a:rPr>
                <a:t>d) −4 and 2</a:t>
              </a:r>
              <a:endParaRPr/>
            </a:p>
          </p:txBody>
        </p:sp>
        <p:pic>
          <p:nvPicPr>
            <p:cNvPr id="374" name="Google Shape;374;p57"/>
            <p:cNvPicPr preferRelativeResize="0"/>
            <p:nvPr/>
          </p:nvPicPr>
          <p:blipFill rotWithShape="1">
            <a:blip r:embed="rId3">
              <a:alphaModFix/>
            </a:blip>
            <a:srcRect b="0" l="0" r="0" t="0"/>
            <a:stretch/>
          </p:blipFill>
          <p:spPr>
            <a:xfrm>
              <a:off x="6912116" y="545538"/>
              <a:ext cx="1485900" cy="1333500"/>
            </a:xfrm>
            <a:prstGeom prst="rect">
              <a:avLst/>
            </a:prstGeom>
            <a:noFill/>
            <a:ln>
              <a:noFill/>
            </a:ln>
          </p:spPr>
        </p:pic>
      </p:grpSp>
      <p:pic>
        <p:nvPicPr>
          <p:cNvPr id="375" name="Google Shape;375;p57"/>
          <p:cNvPicPr preferRelativeResize="0"/>
          <p:nvPr/>
        </p:nvPicPr>
        <p:blipFill rotWithShape="1">
          <a:blip r:embed="rId4">
            <a:alphaModFix/>
          </a:blip>
          <a:srcRect b="0" l="0" r="0" t="0"/>
          <a:stretch/>
        </p:blipFill>
        <p:spPr>
          <a:xfrm>
            <a:off x="1841140" y="2055358"/>
            <a:ext cx="3184329" cy="1046279"/>
          </a:xfrm>
          <a:prstGeom prst="rect">
            <a:avLst/>
          </a:prstGeom>
          <a:noFill/>
          <a:ln>
            <a:noFill/>
          </a:ln>
        </p:spPr>
      </p:pic>
      <p:pic>
        <p:nvPicPr>
          <p:cNvPr id="376" name="Google Shape;376;p57"/>
          <p:cNvPicPr preferRelativeResize="0"/>
          <p:nvPr/>
        </p:nvPicPr>
        <p:blipFill rotWithShape="1">
          <a:blip r:embed="rId5">
            <a:alphaModFix/>
          </a:blip>
          <a:srcRect b="0" l="0" r="0" t="0"/>
          <a:stretch/>
        </p:blipFill>
        <p:spPr>
          <a:xfrm>
            <a:off x="5676019" y="1946851"/>
            <a:ext cx="2131727" cy="1314239"/>
          </a:xfrm>
          <a:prstGeom prst="rect">
            <a:avLst/>
          </a:prstGeom>
          <a:noFill/>
          <a:ln>
            <a:noFill/>
          </a:ln>
        </p:spPr>
      </p:pic>
      <p:pic>
        <p:nvPicPr>
          <p:cNvPr id="377" name="Google Shape;377;p57"/>
          <p:cNvPicPr preferRelativeResize="0"/>
          <p:nvPr/>
        </p:nvPicPr>
        <p:blipFill rotWithShape="1">
          <a:blip r:embed="rId6">
            <a:alphaModFix/>
          </a:blip>
          <a:srcRect b="0" l="0" r="0" t="0"/>
          <a:stretch/>
        </p:blipFill>
        <p:spPr>
          <a:xfrm>
            <a:off x="4097706" y="3469650"/>
            <a:ext cx="3710041" cy="167410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7"/>
                                        </p:tgtEl>
                                        <p:attrNameLst>
                                          <p:attrName>style.visibility</p:attrName>
                                        </p:attrNameLst>
                                      </p:cBhvr>
                                      <p:to>
                                        <p:strVal val="visible"/>
                                      </p:to>
                                    </p:set>
                                    <p:animEffect filter="fade" transition="in">
                                      <p:cBhvr>
                                        <p:cTn dur="1000"/>
                                        <p:tgtEl>
                                          <p:spTgt spid="3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5"/>
                                        </p:tgtEl>
                                        <p:attrNameLst>
                                          <p:attrName>style.visibility</p:attrName>
                                        </p:attrNameLst>
                                      </p:cBhvr>
                                      <p:to>
                                        <p:strVal val="visible"/>
                                      </p:to>
                                    </p:set>
                                    <p:animEffect filter="fade" transition="in">
                                      <p:cBhvr>
                                        <p:cTn dur="1000"/>
                                        <p:tgtEl>
                                          <p:spTgt spid="3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6"/>
                                        </p:tgtEl>
                                        <p:attrNameLst>
                                          <p:attrName>style.visibility</p:attrName>
                                        </p:attrNameLst>
                                      </p:cBhvr>
                                      <p:to>
                                        <p:strVal val="visible"/>
                                      </p:to>
                                    </p:set>
                                    <p:animEffect filter="fade" transition="in">
                                      <p:cBhvr>
                                        <p:cTn dur="1000"/>
                                        <p:tgtEl>
                                          <p:spTgt spid="376"/>
                                        </p:tgtEl>
                                      </p:cBhvr>
                                    </p:animEffect>
                                  </p:childTnLst>
                                </p:cTn>
                              </p:par>
                              <p:par>
                                <p:cTn fill="hold" nodeType="withEffect" presetClass="entr" presetID="10" presetSubtype="0">
                                  <p:stCondLst>
                                    <p:cond delay="0"/>
                                  </p:stCondLst>
                                  <p:childTnLst>
                                    <p:set>
                                      <p:cBhvr>
                                        <p:cTn dur="1" fill="hold">
                                          <p:stCondLst>
                                            <p:cond delay="0"/>
                                          </p:stCondLst>
                                        </p:cTn>
                                        <p:tgtEl>
                                          <p:spTgt spid="377"/>
                                        </p:tgtEl>
                                        <p:attrNameLst>
                                          <p:attrName>style.visibility</p:attrName>
                                        </p:attrNameLst>
                                      </p:cBhvr>
                                      <p:to>
                                        <p:strVal val="visible"/>
                                      </p:to>
                                    </p:set>
                                    <p:animEffect filter="fade" transition="in">
                                      <p:cBhvr>
                                        <p:cTn dur="1000"/>
                                        <p:tgtEl>
                                          <p:spTgt spid="3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8"/>
                                        </p:tgtEl>
                                        <p:attrNameLst>
                                          <p:attrName>style.visibility</p:attrName>
                                        </p:attrNameLst>
                                      </p:cBhvr>
                                      <p:to>
                                        <p:strVal val="visible"/>
                                      </p:to>
                                    </p:set>
                                    <p:animEffect filter="fade" transition="in">
                                      <p:cBhvr>
                                        <p:cTn dur="500"/>
                                        <p:tgtEl>
                                          <p:spTgt spid="368"/>
                                        </p:tgtEl>
                                      </p:cBhvr>
                                    </p:animEffect>
                                  </p:childTnLst>
                                </p:cTn>
                              </p:par>
                              <p:par>
                                <p:cTn fill="hold" nodeType="withEffect" presetClass="entr" presetID="10" presetSubtype="0">
                                  <p:stCondLst>
                                    <p:cond delay="0"/>
                                  </p:stCondLst>
                                  <p:childTnLst>
                                    <p:set>
                                      <p:cBhvr>
                                        <p:cTn dur="1" fill="hold">
                                          <p:stCondLst>
                                            <p:cond delay="0"/>
                                          </p:stCondLst>
                                        </p:cTn>
                                        <p:tgtEl>
                                          <p:spTgt spid="370"/>
                                        </p:tgtEl>
                                        <p:attrNameLst>
                                          <p:attrName>style.visibility</p:attrName>
                                        </p:attrNameLst>
                                      </p:cBhvr>
                                      <p:to>
                                        <p:strVal val="visible"/>
                                      </p:to>
                                    </p:set>
                                    <p:animEffect filter="fade" transition="in">
                                      <p:cBhvr>
                                        <p:cTn dur="500"/>
                                        <p:tgtEl>
                                          <p:spTgt spid="370"/>
                                        </p:tgtEl>
                                      </p:cBhvr>
                                    </p:animEffect>
                                  </p:childTnLst>
                                </p:cTn>
                              </p:par>
                              <p:par>
                                <p:cTn fill="hold" nodeType="withEffect" presetClass="entr" presetID="10" presetSubtype="0">
                                  <p:stCondLst>
                                    <p:cond delay="0"/>
                                  </p:stCondLst>
                                  <p:childTnLst>
                                    <p:set>
                                      <p:cBhvr>
                                        <p:cTn dur="1" fill="hold">
                                          <p:stCondLst>
                                            <p:cond delay="0"/>
                                          </p:stCondLst>
                                        </p:cTn>
                                        <p:tgtEl>
                                          <p:spTgt spid="369"/>
                                        </p:tgtEl>
                                        <p:attrNameLst>
                                          <p:attrName>style.visibility</p:attrName>
                                        </p:attrNameLst>
                                      </p:cBhvr>
                                      <p:to>
                                        <p:strVal val="visible"/>
                                      </p:to>
                                    </p:set>
                                    <p:animEffect filter="fade" transition="in">
                                      <p:cBhvr>
                                        <p:cTn dur="500"/>
                                        <p:tgtEl>
                                          <p:spTgt spid="3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58"/>
          <p:cNvSpPr txBox="1"/>
          <p:nvPr/>
        </p:nvSpPr>
        <p:spPr>
          <a:xfrm>
            <a:off x="0" y="86312"/>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QUESTION </a:t>
            </a:r>
            <a:r>
              <a:rPr b="1" lang="en-IN" sz="1800">
                <a:solidFill>
                  <a:schemeClr val="lt1"/>
                </a:solidFill>
                <a:latin typeface="Times New Roman"/>
                <a:ea typeface="Times New Roman"/>
                <a:cs typeface="Times New Roman"/>
                <a:sym typeface="Times New Roman"/>
              </a:rPr>
              <a:t>7</a:t>
            </a:r>
            <a:endParaRPr b="1" i="0" sz="1800" u="none" cap="none" strike="noStrike">
              <a:solidFill>
                <a:schemeClr val="lt1"/>
              </a:solidFill>
              <a:latin typeface="Times New Roman"/>
              <a:ea typeface="Times New Roman"/>
              <a:cs typeface="Times New Roman"/>
              <a:sym typeface="Times New Roman"/>
            </a:endParaRPr>
          </a:p>
        </p:txBody>
      </p:sp>
      <p:sp>
        <p:nvSpPr>
          <p:cNvPr id="384" name="Google Shape;384;p58"/>
          <p:cNvSpPr txBox="1"/>
          <p:nvPr/>
        </p:nvSpPr>
        <p:spPr>
          <a:xfrm>
            <a:off x="3877540" y="936301"/>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SOLUTION </a:t>
            </a:r>
            <a:r>
              <a:rPr b="1" lang="en-IN" sz="1800">
                <a:solidFill>
                  <a:schemeClr val="lt1"/>
                </a:solidFill>
                <a:latin typeface="Times New Roman"/>
                <a:ea typeface="Times New Roman"/>
                <a:cs typeface="Times New Roman"/>
                <a:sym typeface="Times New Roman"/>
              </a:rPr>
              <a:t>7</a:t>
            </a:r>
            <a:endParaRPr b="1" i="0" sz="1800" u="none" cap="none" strike="noStrike">
              <a:solidFill>
                <a:schemeClr val="lt1"/>
              </a:solidFill>
              <a:latin typeface="Times New Roman"/>
              <a:ea typeface="Times New Roman"/>
              <a:cs typeface="Times New Roman"/>
              <a:sym typeface="Times New Roman"/>
            </a:endParaRPr>
          </a:p>
        </p:txBody>
      </p:sp>
      <p:sp>
        <p:nvSpPr>
          <p:cNvPr id="385" name="Google Shape;385;p58"/>
          <p:cNvSpPr txBox="1"/>
          <p:nvPr/>
        </p:nvSpPr>
        <p:spPr>
          <a:xfrm>
            <a:off x="0" y="4763840"/>
            <a:ext cx="25788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CORRECT ANSWER 5</a:t>
            </a:r>
            <a:endParaRPr b="1" i="0" sz="1800" u="none" cap="none" strike="noStrike">
              <a:solidFill>
                <a:schemeClr val="lt1"/>
              </a:solidFill>
              <a:latin typeface="Times New Roman"/>
              <a:ea typeface="Times New Roman"/>
              <a:cs typeface="Times New Roman"/>
              <a:sym typeface="Times New Roman"/>
            </a:endParaRPr>
          </a:p>
        </p:txBody>
      </p:sp>
      <p:sp>
        <p:nvSpPr>
          <p:cNvPr id="386" name="Google Shape;386;p58"/>
          <p:cNvSpPr txBox="1"/>
          <p:nvPr/>
        </p:nvSpPr>
        <p:spPr>
          <a:xfrm>
            <a:off x="3017816" y="4763840"/>
            <a:ext cx="10461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a)</a:t>
            </a:r>
            <a:endParaRPr b="1" i="0" sz="1800" u="none" cap="none" strike="noStrike">
              <a:solidFill>
                <a:schemeClr val="lt1"/>
              </a:solidFill>
              <a:latin typeface="Times New Roman"/>
              <a:ea typeface="Times New Roman"/>
              <a:cs typeface="Times New Roman"/>
              <a:sym typeface="Times New Roman"/>
            </a:endParaRPr>
          </a:p>
        </p:txBody>
      </p:sp>
      <p:cxnSp>
        <p:nvCxnSpPr>
          <p:cNvPr id="387" name="Google Shape;387;p58"/>
          <p:cNvCxnSpPr/>
          <p:nvPr/>
        </p:nvCxnSpPr>
        <p:spPr>
          <a:xfrm>
            <a:off x="2688731" y="4944931"/>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388" name="Google Shape;388;p58"/>
          <p:cNvSpPr txBox="1"/>
          <p:nvPr/>
        </p:nvSpPr>
        <p:spPr>
          <a:xfrm>
            <a:off x="0" y="432494"/>
            <a:ext cx="9027900" cy="1477200"/>
          </a:xfrm>
          <a:prstGeom prst="rect">
            <a:avLst/>
          </a:prstGeom>
          <a:blipFill rotWithShape="1">
            <a:blip r:embed="rId3">
              <a:alphaModFix/>
            </a:blip>
            <a:stretch>
              <a:fillRect b="-5129" l="-559" r="0" t="-170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IN" sz="1400" u="none" cap="none" strike="noStrike">
                <a:latin typeface="Arial"/>
                <a:ea typeface="Arial"/>
                <a:cs typeface="Arial"/>
                <a:sym typeface="Arial"/>
              </a:rPr>
              <a:t> </a:t>
            </a:r>
            <a:endParaRPr/>
          </a:p>
        </p:txBody>
      </p:sp>
      <p:pic>
        <p:nvPicPr>
          <p:cNvPr id="389" name="Google Shape;389;p58"/>
          <p:cNvPicPr preferRelativeResize="0"/>
          <p:nvPr/>
        </p:nvPicPr>
        <p:blipFill rotWithShape="1">
          <a:blip r:embed="rId4">
            <a:alphaModFix/>
          </a:blip>
          <a:srcRect b="0" l="0" r="0" t="0"/>
          <a:stretch/>
        </p:blipFill>
        <p:spPr>
          <a:xfrm>
            <a:off x="3492959" y="1284516"/>
            <a:ext cx="4615297" cy="906199"/>
          </a:xfrm>
          <a:prstGeom prst="rect">
            <a:avLst/>
          </a:prstGeom>
          <a:noFill/>
          <a:ln>
            <a:noFill/>
          </a:ln>
        </p:spPr>
      </p:pic>
      <p:pic>
        <p:nvPicPr>
          <p:cNvPr id="390" name="Google Shape;390;p58"/>
          <p:cNvPicPr preferRelativeResize="0"/>
          <p:nvPr/>
        </p:nvPicPr>
        <p:blipFill rotWithShape="1">
          <a:blip r:embed="rId5">
            <a:alphaModFix/>
          </a:blip>
          <a:srcRect b="0" l="0" r="0" t="0"/>
          <a:stretch/>
        </p:blipFill>
        <p:spPr>
          <a:xfrm>
            <a:off x="0" y="2393746"/>
            <a:ext cx="3277273" cy="1341741"/>
          </a:xfrm>
          <a:prstGeom prst="rect">
            <a:avLst/>
          </a:prstGeom>
          <a:noFill/>
          <a:ln>
            <a:noFill/>
          </a:ln>
        </p:spPr>
      </p:pic>
      <p:pic>
        <p:nvPicPr>
          <p:cNvPr id="391" name="Google Shape;391;p58"/>
          <p:cNvPicPr preferRelativeResize="0"/>
          <p:nvPr/>
        </p:nvPicPr>
        <p:blipFill rotWithShape="1">
          <a:blip r:embed="rId6">
            <a:alphaModFix/>
          </a:blip>
          <a:srcRect b="0" l="0" r="0" t="0"/>
          <a:stretch/>
        </p:blipFill>
        <p:spPr>
          <a:xfrm>
            <a:off x="58100" y="3713020"/>
            <a:ext cx="3392941" cy="1015450"/>
          </a:xfrm>
          <a:prstGeom prst="rect">
            <a:avLst/>
          </a:prstGeom>
          <a:noFill/>
          <a:ln>
            <a:noFill/>
          </a:ln>
        </p:spPr>
      </p:pic>
      <p:grpSp>
        <p:nvGrpSpPr>
          <p:cNvPr id="392" name="Google Shape;392;p58"/>
          <p:cNvGrpSpPr/>
          <p:nvPr/>
        </p:nvGrpSpPr>
        <p:grpSpPr>
          <a:xfrm>
            <a:off x="4572000" y="2413588"/>
            <a:ext cx="3404885" cy="2556043"/>
            <a:chOff x="4161970" y="2250195"/>
            <a:chExt cx="3404885" cy="2556043"/>
          </a:xfrm>
        </p:grpSpPr>
        <p:pic>
          <p:nvPicPr>
            <p:cNvPr id="393" name="Google Shape;393;p58"/>
            <p:cNvPicPr preferRelativeResize="0"/>
            <p:nvPr/>
          </p:nvPicPr>
          <p:blipFill rotWithShape="1">
            <a:blip r:embed="rId7">
              <a:alphaModFix/>
            </a:blip>
            <a:srcRect b="0" l="0" r="0" t="0"/>
            <a:stretch/>
          </p:blipFill>
          <p:spPr>
            <a:xfrm>
              <a:off x="4161970" y="2250195"/>
              <a:ext cx="3277273" cy="1435048"/>
            </a:xfrm>
            <a:prstGeom prst="rect">
              <a:avLst/>
            </a:prstGeom>
            <a:noFill/>
            <a:ln>
              <a:noFill/>
            </a:ln>
          </p:spPr>
        </p:pic>
        <p:pic>
          <p:nvPicPr>
            <p:cNvPr id="394" name="Google Shape;394;p58"/>
            <p:cNvPicPr preferRelativeResize="0"/>
            <p:nvPr/>
          </p:nvPicPr>
          <p:blipFill rotWithShape="1">
            <a:blip r:embed="rId8">
              <a:alphaModFix/>
            </a:blip>
            <a:srcRect b="0" l="0" r="0" t="0"/>
            <a:stretch/>
          </p:blipFill>
          <p:spPr>
            <a:xfrm>
              <a:off x="4173912" y="3713020"/>
              <a:ext cx="3392943" cy="1093218"/>
            </a:xfrm>
            <a:prstGeom prst="rect">
              <a:avLst/>
            </a:prstGeom>
            <a:noFill/>
            <a:ln>
              <a:noFill/>
            </a:ln>
          </p:spPr>
        </p:pic>
      </p:grpSp>
      <p:sp>
        <p:nvSpPr>
          <p:cNvPr id="395" name="Google Shape;395;p58"/>
          <p:cNvSpPr txBox="1"/>
          <p:nvPr/>
        </p:nvSpPr>
        <p:spPr>
          <a:xfrm>
            <a:off x="4470628" y="2304209"/>
            <a:ext cx="1598400" cy="253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IN" sz="1050" u="none" cap="none" strike="noStrike">
                <a:solidFill>
                  <a:srgbClr val="000000"/>
                </a:solidFill>
                <a:latin typeface="Arial"/>
                <a:ea typeface="Arial"/>
                <a:cs typeface="Arial"/>
                <a:sym typeface="Arial"/>
              </a:rPr>
              <a:t>Alternatively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gtEl>
                                        <p:attrNameLst>
                                          <p:attrName>style.visibility</p:attrName>
                                        </p:attrNameLst>
                                      </p:cBhvr>
                                      <p:to>
                                        <p:strVal val="visible"/>
                                      </p:to>
                                    </p:set>
                                    <p:animEffect filter="fade" transition="in">
                                      <p:cBhvr>
                                        <p:cTn dur="1000"/>
                                        <p:tgtEl>
                                          <p:spTgt spid="3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89"/>
                                        </p:tgtEl>
                                        <p:attrNameLst>
                                          <p:attrName>style.visibility</p:attrName>
                                        </p:attrNameLst>
                                      </p:cBhvr>
                                      <p:to>
                                        <p:strVal val="visible"/>
                                      </p:to>
                                    </p:set>
                                    <p:anim calcmode="lin" valueType="num">
                                      <p:cBhvr additive="base">
                                        <p:cTn dur="500"/>
                                        <p:tgtEl>
                                          <p:spTgt spid="38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0"/>
                                        </p:tgtEl>
                                        <p:attrNameLst>
                                          <p:attrName>style.visibility</p:attrName>
                                        </p:attrNameLst>
                                      </p:cBhvr>
                                      <p:to>
                                        <p:strVal val="visible"/>
                                      </p:to>
                                    </p:set>
                                    <p:animEffect filter="fade" transition="in">
                                      <p:cBhvr>
                                        <p:cTn dur="1000"/>
                                        <p:tgtEl>
                                          <p:spTgt spid="390"/>
                                        </p:tgtEl>
                                      </p:cBhvr>
                                    </p:animEffect>
                                  </p:childTnLst>
                                </p:cTn>
                              </p:par>
                              <p:par>
                                <p:cTn fill="hold" nodeType="withEffect" presetClass="entr" presetID="10" presetSubtype="0">
                                  <p:stCondLst>
                                    <p:cond delay="0"/>
                                  </p:stCondLst>
                                  <p:childTnLst>
                                    <p:set>
                                      <p:cBhvr>
                                        <p:cTn dur="1" fill="hold">
                                          <p:stCondLst>
                                            <p:cond delay="0"/>
                                          </p:stCondLst>
                                        </p:cTn>
                                        <p:tgtEl>
                                          <p:spTgt spid="391"/>
                                        </p:tgtEl>
                                        <p:attrNameLst>
                                          <p:attrName>style.visibility</p:attrName>
                                        </p:attrNameLst>
                                      </p:cBhvr>
                                      <p:to>
                                        <p:strVal val="visible"/>
                                      </p:to>
                                    </p:set>
                                    <p:animEffect filter="fade" transition="in">
                                      <p:cBhvr>
                                        <p:cTn dur="1000"/>
                                        <p:tgtEl>
                                          <p:spTgt spid="3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5"/>
                                        </p:tgtEl>
                                        <p:attrNameLst>
                                          <p:attrName>style.visibility</p:attrName>
                                        </p:attrNameLst>
                                      </p:cBhvr>
                                      <p:to>
                                        <p:strVal val="visible"/>
                                      </p:to>
                                    </p:set>
                                    <p:animEffect filter="fade" transition="in">
                                      <p:cBhvr>
                                        <p:cTn dur="1000"/>
                                        <p:tgtEl>
                                          <p:spTgt spid="395"/>
                                        </p:tgtEl>
                                      </p:cBhvr>
                                    </p:animEffect>
                                  </p:childTnLst>
                                </p:cTn>
                              </p:par>
                              <p:par>
                                <p:cTn fill="hold" nodeType="withEffect" presetClass="entr" presetID="10" presetSubtype="0">
                                  <p:stCondLst>
                                    <p:cond delay="0"/>
                                  </p:stCondLst>
                                  <p:childTnLst>
                                    <p:set>
                                      <p:cBhvr>
                                        <p:cTn dur="1" fill="hold">
                                          <p:stCondLst>
                                            <p:cond delay="0"/>
                                          </p:stCondLst>
                                        </p:cTn>
                                        <p:tgtEl>
                                          <p:spTgt spid="392"/>
                                        </p:tgtEl>
                                        <p:attrNameLst>
                                          <p:attrName>style.visibility</p:attrName>
                                        </p:attrNameLst>
                                      </p:cBhvr>
                                      <p:to>
                                        <p:strVal val="visible"/>
                                      </p:to>
                                    </p:set>
                                    <p:animEffect filter="fade" transition="in">
                                      <p:cBhvr>
                                        <p:cTn dur="1000"/>
                                        <p:tgtEl>
                                          <p:spTgt spid="3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5"/>
                                        </p:tgtEl>
                                        <p:attrNameLst>
                                          <p:attrName>style.visibility</p:attrName>
                                        </p:attrNameLst>
                                      </p:cBhvr>
                                      <p:to>
                                        <p:strVal val="visible"/>
                                      </p:to>
                                    </p:set>
                                    <p:animEffect filter="fade" transition="in">
                                      <p:cBhvr>
                                        <p:cTn dur="500"/>
                                        <p:tgtEl>
                                          <p:spTgt spid="385"/>
                                        </p:tgtEl>
                                      </p:cBhvr>
                                    </p:animEffect>
                                  </p:childTnLst>
                                </p:cTn>
                              </p:par>
                              <p:par>
                                <p:cTn fill="hold" nodeType="withEffect" presetClass="entr" presetID="10" presetSubtype="0">
                                  <p:stCondLst>
                                    <p:cond delay="0"/>
                                  </p:stCondLst>
                                  <p:childTnLst>
                                    <p:set>
                                      <p:cBhvr>
                                        <p:cTn dur="1" fill="hold">
                                          <p:stCondLst>
                                            <p:cond delay="0"/>
                                          </p:stCondLst>
                                        </p:cTn>
                                        <p:tgtEl>
                                          <p:spTgt spid="387"/>
                                        </p:tgtEl>
                                        <p:attrNameLst>
                                          <p:attrName>style.visibility</p:attrName>
                                        </p:attrNameLst>
                                      </p:cBhvr>
                                      <p:to>
                                        <p:strVal val="visible"/>
                                      </p:to>
                                    </p:set>
                                    <p:animEffect filter="fade" transition="in">
                                      <p:cBhvr>
                                        <p:cTn dur="500"/>
                                        <p:tgtEl>
                                          <p:spTgt spid="387"/>
                                        </p:tgtEl>
                                      </p:cBhvr>
                                    </p:animEffect>
                                  </p:childTnLst>
                                </p:cTn>
                              </p:par>
                              <p:par>
                                <p:cTn fill="hold" nodeType="withEffect" presetClass="entr" presetID="10" presetSubtype="0">
                                  <p:stCondLst>
                                    <p:cond delay="0"/>
                                  </p:stCondLst>
                                  <p:childTnLst>
                                    <p:set>
                                      <p:cBhvr>
                                        <p:cTn dur="1" fill="hold">
                                          <p:stCondLst>
                                            <p:cond delay="0"/>
                                          </p:stCondLst>
                                        </p:cTn>
                                        <p:tgtEl>
                                          <p:spTgt spid="386"/>
                                        </p:tgtEl>
                                        <p:attrNameLst>
                                          <p:attrName>style.visibility</p:attrName>
                                        </p:attrNameLst>
                                      </p:cBhvr>
                                      <p:to>
                                        <p:strVal val="visible"/>
                                      </p:to>
                                    </p:set>
                                    <p:animEffect filter="fade" transition="in">
                                      <p:cBhvr>
                                        <p:cTn dur="500"/>
                                        <p:tgtEl>
                                          <p:spTgt spid="3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59"/>
          <p:cNvSpPr txBox="1"/>
          <p:nvPr/>
        </p:nvSpPr>
        <p:spPr>
          <a:xfrm>
            <a:off x="0" y="28778"/>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QUESTION </a:t>
            </a:r>
            <a:r>
              <a:rPr b="1" lang="en-IN" sz="1800">
                <a:solidFill>
                  <a:schemeClr val="lt1"/>
                </a:solidFill>
                <a:latin typeface="Times New Roman"/>
                <a:ea typeface="Times New Roman"/>
                <a:cs typeface="Times New Roman"/>
                <a:sym typeface="Times New Roman"/>
              </a:rPr>
              <a:t>8</a:t>
            </a:r>
            <a:endParaRPr b="1" i="0" sz="1800" u="none" cap="none" strike="noStrike">
              <a:solidFill>
                <a:schemeClr val="lt1"/>
              </a:solidFill>
              <a:latin typeface="Times New Roman"/>
              <a:ea typeface="Times New Roman"/>
              <a:cs typeface="Times New Roman"/>
              <a:sym typeface="Times New Roman"/>
            </a:endParaRPr>
          </a:p>
        </p:txBody>
      </p:sp>
      <p:sp>
        <p:nvSpPr>
          <p:cNvPr id="402" name="Google Shape;402;p59"/>
          <p:cNvSpPr txBox="1"/>
          <p:nvPr/>
        </p:nvSpPr>
        <p:spPr>
          <a:xfrm>
            <a:off x="33308" y="1766353"/>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SOLUTION </a:t>
            </a:r>
            <a:r>
              <a:rPr b="1" lang="en-IN" sz="1800">
                <a:solidFill>
                  <a:schemeClr val="lt1"/>
                </a:solidFill>
                <a:latin typeface="Times New Roman"/>
                <a:ea typeface="Times New Roman"/>
                <a:cs typeface="Times New Roman"/>
                <a:sym typeface="Times New Roman"/>
              </a:rPr>
              <a:t>8</a:t>
            </a:r>
            <a:endParaRPr b="1" i="0" sz="1800" u="none" cap="none" strike="noStrike">
              <a:solidFill>
                <a:schemeClr val="lt1"/>
              </a:solidFill>
              <a:latin typeface="Times New Roman"/>
              <a:ea typeface="Times New Roman"/>
              <a:cs typeface="Times New Roman"/>
              <a:sym typeface="Times New Roman"/>
            </a:endParaRPr>
          </a:p>
        </p:txBody>
      </p:sp>
      <p:sp>
        <p:nvSpPr>
          <p:cNvPr id="403" name="Google Shape;403;p59"/>
          <p:cNvSpPr txBox="1"/>
          <p:nvPr/>
        </p:nvSpPr>
        <p:spPr>
          <a:xfrm>
            <a:off x="0" y="4763840"/>
            <a:ext cx="25788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CORRECT ANSWER </a:t>
            </a:r>
            <a:r>
              <a:rPr b="1" lang="en-IN" sz="1800">
                <a:solidFill>
                  <a:schemeClr val="lt1"/>
                </a:solidFill>
                <a:latin typeface="Times New Roman"/>
                <a:ea typeface="Times New Roman"/>
                <a:cs typeface="Times New Roman"/>
                <a:sym typeface="Times New Roman"/>
              </a:rPr>
              <a:t>8</a:t>
            </a:r>
            <a:endParaRPr b="1" i="0" sz="1800" u="none" cap="none" strike="noStrike">
              <a:solidFill>
                <a:schemeClr val="lt1"/>
              </a:solidFill>
              <a:latin typeface="Times New Roman"/>
              <a:ea typeface="Times New Roman"/>
              <a:cs typeface="Times New Roman"/>
              <a:sym typeface="Times New Roman"/>
            </a:endParaRPr>
          </a:p>
        </p:txBody>
      </p:sp>
      <p:sp>
        <p:nvSpPr>
          <p:cNvPr id="404" name="Google Shape;404;p59"/>
          <p:cNvSpPr txBox="1"/>
          <p:nvPr/>
        </p:nvSpPr>
        <p:spPr>
          <a:xfrm>
            <a:off x="3017816" y="4763840"/>
            <a:ext cx="10977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b)</a:t>
            </a:r>
            <a:endParaRPr b="1" i="0" sz="1800" u="none" cap="none" strike="noStrike">
              <a:solidFill>
                <a:schemeClr val="lt1"/>
              </a:solidFill>
              <a:latin typeface="Times New Roman"/>
              <a:ea typeface="Times New Roman"/>
              <a:cs typeface="Times New Roman"/>
              <a:sym typeface="Times New Roman"/>
            </a:endParaRPr>
          </a:p>
        </p:txBody>
      </p:sp>
      <p:cxnSp>
        <p:nvCxnSpPr>
          <p:cNvPr id="405" name="Google Shape;405;p59"/>
          <p:cNvCxnSpPr/>
          <p:nvPr/>
        </p:nvCxnSpPr>
        <p:spPr>
          <a:xfrm>
            <a:off x="2688731" y="4944931"/>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406" name="Google Shape;406;p59"/>
          <p:cNvSpPr txBox="1"/>
          <p:nvPr/>
        </p:nvSpPr>
        <p:spPr>
          <a:xfrm>
            <a:off x="74506" y="447190"/>
            <a:ext cx="9069600" cy="1361100"/>
          </a:xfrm>
          <a:prstGeom prst="rect">
            <a:avLst/>
          </a:prstGeom>
          <a:blipFill rotWithShape="1">
            <a:blip r:embed="rId3">
              <a:alphaModFix/>
            </a:blip>
            <a:stretch>
              <a:fillRect b="-1848" l="-279" r="0" t="-184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IN" sz="1400" u="none" cap="none" strike="noStrike">
                <a:latin typeface="Arial"/>
                <a:ea typeface="Arial"/>
                <a:cs typeface="Arial"/>
                <a:sym typeface="Arial"/>
              </a:rPr>
              <a:t> </a:t>
            </a:r>
            <a:endParaRPr/>
          </a:p>
        </p:txBody>
      </p:sp>
      <p:pic>
        <p:nvPicPr>
          <p:cNvPr id="407" name="Google Shape;407;p59"/>
          <p:cNvPicPr preferRelativeResize="0"/>
          <p:nvPr/>
        </p:nvPicPr>
        <p:blipFill rotWithShape="1">
          <a:blip r:embed="rId4">
            <a:alphaModFix/>
          </a:blip>
          <a:srcRect b="0" l="0" r="0" t="0"/>
          <a:stretch/>
        </p:blipFill>
        <p:spPr>
          <a:xfrm>
            <a:off x="74506" y="2256403"/>
            <a:ext cx="4574261" cy="1247525"/>
          </a:xfrm>
          <a:prstGeom prst="rect">
            <a:avLst/>
          </a:prstGeom>
          <a:noFill/>
          <a:ln>
            <a:noFill/>
          </a:ln>
        </p:spPr>
      </p:pic>
      <p:pic>
        <p:nvPicPr>
          <p:cNvPr id="408" name="Google Shape;408;p59"/>
          <p:cNvPicPr preferRelativeResize="0"/>
          <p:nvPr/>
        </p:nvPicPr>
        <p:blipFill rotWithShape="1">
          <a:blip r:embed="rId5">
            <a:alphaModFix/>
          </a:blip>
          <a:srcRect b="0" l="0" r="0" t="0"/>
          <a:stretch/>
        </p:blipFill>
        <p:spPr>
          <a:xfrm>
            <a:off x="5235787" y="2032075"/>
            <a:ext cx="2874595" cy="1547858"/>
          </a:xfrm>
          <a:prstGeom prst="rect">
            <a:avLst/>
          </a:prstGeom>
          <a:noFill/>
          <a:ln>
            <a:noFill/>
          </a:ln>
        </p:spPr>
      </p:pic>
      <p:pic>
        <p:nvPicPr>
          <p:cNvPr id="409" name="Google Shape;409;p59"/>
          <p:cNvPicPr preferRelativeResize="0"/>
          <p:nvPr/>
        </p:nvPicPr>
        <p:blipFill rotWithShape="1">
          <a:blip r:embed="rId6">
            <a:alphaModFix/>
          </a:blip>
          <a:srcRect b="0" l="0" r="0" t="0"/>
          <a:stretch/>
        </p:blipFill>
        <p:spPr>
          <a:xfrm>
            <a:off x="155785" y="3706969"/>
            <a:ext cx="3228947" cy="98934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2"/>
                                        </p:tgtEl>
                                        <p:attrNameLst>
                                          <p:attrName>style.visibility</p:attrName>
                                        </p:attrNameLst>
                                      </p:cBhvr>
                                      <p:to>
                                        <p:strVal val="visible"/>
                                      </p:to>
                                    </p:set>
                                    <p:animEffect filter="fade" transition="in">
                                      <p:cBhvr>
                                        <p:cTn dur="1000"/>
                                        <p:tgtEl>
                                          <p:spTgt spid="4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7"/>
                                        </p:tgtEl>
                                        <p:attrNameLst>
                                          <p:attrName>style.visibility</p:attrName>
                                        </p:attrNameLst>
                                      </p:cBhvr>
                                      <p:to>
                                        <p:strVal val="visible"/>
                                      </p:to>
                                    </p:set>
                                    <p:animEffect filter="fade" transition="in">
                                      <p:cBhvr>
                                        <p:cTn dur="1000"/>
                                        <p:tgtEl>
                                          <p:spTgt spid="4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8"/>
                                        </p:tgtEl>
                                        <p:attrNameLst>
                                          <p:attrName>style.visibility</p:attrName>
                                        </p:attrNameLst>
                                      </p:cBhvr>
                                      <p:to>
                                        <p:strVal val="visible"/>
                                      </p:to>
                                    </p:set>
                                    <p:animEffect filter="fade" transition="in">
                                      <p:cBhvr>
                                        <p:cTn dur="1000"/>
                                        <p:tgtEl>
                                          <p:spTgt spid="4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9"/>
                                        </p:tgtEl>
                                        <p:attrNameLst>
                                          <p:attrName>style.visibility</p:attrName>
                                        </p:attrNameLst>
                                      </p:cBhvr>
                                      <p:to>
                                        <p:strVal val="visible"/>
                                      </p:to>
                                    </p:set>
                                    <p:animEffect filter="fade" transition="in">
                                      <p:cBhvr>
                                        <p:cTn dur="1000"/>
                                        <p:tgtEl>
                                          <p:spTgt spid="4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3"/>
                                        </p:tgtEl>
                                        <p:attrNameLst>
                                          <p:attrName>style.visibility</p:attrName>
                                        </p:attrNameLst>
                                      </p:cBhvr>
                                      <p:to>
                                        <p:strVal val="visible"/>
                                      </p:to>
                                    </p:set>
                                    <p:animEffect filter="fade" transition="in">
                                      <p:cBhvr>
                                        <p:cTn dur="500"/>
                                        <p:tgtEl>
                                          <p:spTgt spid="403"/>
                                        </p:tgtEl>
                                      </p:cBhvr>
                                    </p:animEffect>
                                  </p:childTnLst>
                                </p:cTn>
                              </p:par>
                              <p:par>
                                <p:cTn fill="hold" nodeType="withEffect" presetClass="entr" presetID="10" presetSubtype="0">
                                  <p:stCondLst>
                                    <p:cond delay="0"/>
                                  </p:stCondLst>
                                  <p:childTnLst>
                                    <p:set>
                                      <p:cBhvr>
                                        <p:cTn dur="1" fill="hold">
                                          <p:stCondLst>
                                            <p:cond delay="0"/>
                                          </p:stCondLst>
                                        </p:cTn>
                                        <p:tgtEl>
                                          <p:spTgt spid="405"/>
                                        </p:tgtEl>
                                        <p:attrNameLst>
                                          <p:attrName>style.visibility</p:attrName>
                                        </p:attrNameLst>
                                      </p:cBhvr>
                                      <p:to>
                                        <p:strVal val="visible"/>
                                      </p:to>
                                    </p:set>
                                    <p:animEffect filter="fade" transition="in">
                                      <p:cBhvr>
                                        <p:cTn dur="500"/>
                                        <p:tgtEl>
                                          <p:spTgt spid="405"/>
                                        </p:tgtEl>
                                      </p:cBhvr>
                                    </p:animEffect>
                                  </p:childTnLst>
                                </p:cTn>
                              </p:par>
                              <p:par>
                                <p:cTn fill="hold" nodeType="withEffect" presetClass="entr" presetID="10" presetSubtype="0">
                                  <p:stCondLst>
                                    <p:cond delay="0"/>
                                  </p:stCondLst>
                                  <p:childTnLst>
                                    <p:set>
                                      <p:cBhvr>
                                        <p:cTn dur="1" fill="hold">
                                          <p:stCondLst>
                                            <p:cond delay="0"/>
                                          </p:stCondLst>
                                        </p:cTn>
                                        <p:tgtEl>
                                          <p:spTgt spid="404"/>
                                        </p:tgtEl>
                                        <p:attrNameLst>
                                          <p:attrName>style.visibility</p:attrName>
                                        </p:attrNameLst>
                                      </p:cBhvr>
                                      <p:to>
                                        <p:strVal val="visible"/>
                                      </p:to>
                                    </p:set>
                                    <p:animEffect filter="fade" transition="in">
                                      <p:cBhvr>
                                        <p:cTn dur="500"/>
                                        <p:tgtEl>
                                          <p:spTgt spid="4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60"/>
          <p:cNvSpPr txBox="1"/>
          <p:nvPr/>
        </p:nvSpPr>
        <p:spPr>
          <a:xfrm>
            <a:off x="258895" y="392193"/>
            <a:ext cx="8626200" cy="1931100"/>
          </a:xfrm>
          <a:prstGeom prst="rect">
            <a:avLst/>
          </a:prstGeom>
          <a:blipFill rotWithShape="1">
            <a:blip r:embed="rId3">
              <a:alphaModFix/>
            </a:blip>
            <a:stretch>
              <a:fillRect b="-3919" l="-589" r="0" t="-130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IN" sz="1400" u="none" cap="none" strike="noStrike">
                <a:latin typeface="Arial"/>
                <a:ea typeface="Arial"/>
                <a:cs typeface="Arial"/>
                <a:sym typeface="Arial"/>
              </a:rPr>
              <a:t> </a:t>
            </a:r>
            <a:endParaRPr/>
          </a:p>
        </p:txBody>
      </p:sp>
      <p:sp>
        <p:nvSpPr>
          <p:cNvPr id="415" name="Google Shape;415;p60"/>
          <p:cNvSpPr txBox="1"/>
          <p:nvPr/>
        </p:nvSpPr>
        <p:spPr>
          <a:xfrm>
            <a:off x="2274400" y="344275"/>
            <a:ext cx="1408500" cy="511200"/>
          </a:xfrm>
          <a:prstGeom prst="rect">
            <a:avLst/>
          </a:prstGeom>
          <a:solidFill>
            <a:schemeClr val="lt1"/>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IN" sz="2100">
                <a:solidFill>
                  <a:schemeClr val="dk1"/>
                </a:solidFill>
                <a:latin typeface="Times New Roman"/>
                <a:ea typeface="Times New Roman"/>
                <a:cs typeface="Times New Roman"/>
                <a:sym typeface="Times New Roman"/>
              </a:rPr>
              <a:t>9 and 10</a:t>
            </a:r>
            <a:endParaRPr b="1" sz="2100">
              <a:solidFill>
                <a:schemeClr val="dk1"/>
              </a:solidFill>
              <a:latin typeface="Times New Roman"/>
              <a:ea typeface="Times New Roman"/>
              <a:cs typeface="Times New Roman"/>
              <a:sym typeface="Times New Roman"/>
            </a:endParaRPr>
          </a:p>
        </p:txBody>
      </p:sp>
      <p:sp>
        <p:nvSpPr>
          <p:cNvPr id="416" name="Google Shape;416;p60"/>
          <p:cNvSpPr txBox="1"/>
          <p:nvPr/>
        </p:nvSpPr>
        <p:spPr>
          <a:xfrm>
            <a:off x="5327200" y="1812100"/>
            <a:ext cx="1408500" cy="511200"/>
          </a:xfrm>
          <a:prstGeom prst="rect">
            <a:avLst/>
          </a:prstGeom>
          <a:solidFill>
            <a:schemeClr val="lt1"/>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IN" sz="2100">
                <a:solidFill>
                  <a:schemeClr val="dk1"/>
                </a:solidFill>
                <a:latin typeface="Times New Roman"/>
                <a:ea typeface="Times New Roman"/>
                <a:cs typeface="Times New Roman"/>
                <a:sym typeface="Times New Roman"/>
              </a:rPr>
              <a:t>9 and 10</a:t>
            </a:r>
            <a:endParaRPr b="1" sz="21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14"/>
                                        </p:tgtEl>
                                        <p:attrNameLst>
                                          <p:attrName>style.visibility</p:attrName>
                                        </p:attrNameLst>
                                      </p:cBhvr>
                                      <p:to>
                                        <p:strVal val="visible"/>
                                      </p:to>
                                    </p:set>
                                    <p:anim calcmode="lin" valueType="num">
                                      <p:cBhvr additive="base">
                                        <p:cTn dur="500"/>
                                        <p:tgtEl>
                                          <p:spTgt spid="41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61"/>
          <p:cNvSpPr txBox="1"/>
          <p:nvPr/>
        </p:nvSpPr>
        <p:spPr>
          <a:xfrm>
            <a:off x="0" y="86312"/>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QUESTION </a:t>
            </a:r>
            <a:r>
              <a:rPr b="1" lang="en-IN" sz="1800">
                <a:solidFill>
                  <a:schemeClr val="lt1"/>
                </a:solidFill>
                <a:latin typeface="Times New Roman"/>
                <a:ea typeface="Times New Roman"/>
                <a:cs typeface="Times New Roman"/>
                <a:sym typeface="Times New Roman"/>
              </a:rPr>
              <a:t>9</a:t>
            </a:r>
            <a:endParaRPr b="1" i="0" sz="1800" u="none" cap="none" strike="noStrike">
              <a:solidFill>
                <a:schemeClr val="lt1"/>
              </a:solidFill>
              <a:latin typeface="Times New Roman"/>
              <a:ea typeface="Times New Roman"/>
              <a:cs typeface="Times New Roman"/>
              <a:sym typeface="Times New Roman"/>
            </a:endParaRPr>
          </a:p>
        </p:txBody>
      </p:sp>
      <p:sp>
        <p:nvSpPr>
          <p:cNvPr id="423" name="Google Shape;423;p61"/>
          <p:cNvSpPr txBox="1"/>
          <p:nvPr/>
        </p:nvSpPr>
        <p:spPr>
          <a:xfrm>
            <a:off x="-1" y="451791"/>
            <a:ext cx="9022500" cy="145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Times New Roman"/>
                <a:ea typeface="Times New Roman"/>
                <a:cs typeface="Times New Roman"/>
                <a:sym typeface="Times New Roman"/>
              </a:rPr>
              <a:t>Find the transformation of the line 2x − 5y + 3 = 0.</a:t>
            </a:r>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Times New Roman"/>
                <a:ea typeface="Times New Roman"/>
                <a:cs typeface="Times New Roman"/>
                <a:sym typeface="Times New Roman"/>
              </a:rPr>
              <a:t>a) 2x − y − 4 = 0</a:t>
            </a:r>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Times New Roman"/>
                <a:ea typeface="Times New Roman"/>
                <a:cs typeface="Times New Roman"/>
                <a:sym typeface="Times New Roman"/>
              </a:rPr>
              <a:t>b) 6x − 15y + 11 = 0</a:t>
            </a:r>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Times New Roman"/>
                <a:ea typeface="Times New Roman"/>
                <a:cs typeface="Times New Roman"/>
                <a:sym typeface="Times New Roman"/>
              </a:rPr>
              <a:t>c) 4x + y − 5 = 0</a:t>
            </a:r>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Times New Roman"/>
                <a:ea typeface="Times New Roman"/>
                <a:cs typeface="Times New Roman"/>
                <a:sym typeface="Times New Roman"/>
              </a:rPr>
              <a:t>d) 2x − 0.5y + 4.5 = 0</a:t>
            </a:r>
            <a:endParaRPr b="0" i="0" sz="1800" u="none" cap="none" strike="noStrike">
              <a:solidFill>
                <a:schemeClr val="dk1"/>
              </a:solidFill>
              <a:latin typeface="Times New Roman"/>
              <a:ea typeface="Times New Roman"/>
              <a:cs typeface="Times New Roman"/>
              <a:sym typeface="Times New Roman"/>
            </a:endParaRPr>
          </a:p>
        </p:txBody>
      </p:sp>
      <p:sp>
        <p:nvSpPr>
          <p:cNvPr id="424" name="Google Shape;424;p61"/>
          <p:cNvSpPr txBox="1"/>
          <p:nvPr/>
        </p:nvSpPr>
        <p:spPr>
          <a:xfrm>
            <a:off x="4572000" y="825796"/>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SOLUTION </a:t>
            </a:r>
            <a:r>
              <a:rPr b="1" lang="en-IN" sz="1800">
                <a:solidFill>
                  <a:schemeClr val="lt1"/>
                </a:solidFill>
                <a:latin typeface="Times New Roman"/>
                <a:ea typeface="Times New Roman"/>
                <a:cs typeface="Times New Roman"/>
                <a:sym typeface="Times New Roman"/>
              </a:rPr>
              <a:t>9</a:t>
            </a:r>
            <a:endParaRPr b="1" i="0" sz="1800" u="none" cap="none" strike="noStrike">
              <a:solidFill>
                <a:schemeClr val="lt1"/>
              </a:solidFill>
              <a:latin typeface="Times New Roman"/>
              <a:ea typeface="Times New Roman"/>
              <a:cs typeface="Times New Roman"/>
              <a:sym typeface="Times New Roman"/>
            </a:endParaRPr>
          </a:p>
        </p:txBody>
      </p:sp>
      <p:sp>
        <p:nvSpPr>
          <p:cNvPr id="425" name="Google Shape;425;p61"/>
          <p:cNvSpPr txBox="1"/>
          <p:nvPr/>
        </p:nvSpPr>
        <p:spPr>
          <a:xfrm>
            <a:off x="0" y="4763840"/>
            <a:ext cx="25788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CORRECT ANSWER </a:t>
            </a:r>
            <a:r>
              <a:rPr b="1" lang="en-IN" sz="1800">
                <a:solidFill>
                  <a:schemeClr val="lt1"/>
                </a:solidFill>
                <a:latin typeface="Times New Roman"/>
                <a:ea typeface="Times New Roman"/>
                <a:cs typeface="Times New Roman"/>
                <a:sym typeface="Times New Roman"/>
              </a:rPr>
              <a:t>9</a:t>
            </a:r>
            <a:endParaRPr b="1" i="0" sz="1800" u="none" cap="none" strike="noStrike">
              <a:solidFill>
                <a:schemeClr val="lt1"/>
              </a:solidFill>
              <a:latin typeface="Times New Roman"/>
              <a:ea typeface="Times New Roman"/>
              <a:cs typeface="Times New Roman"/>
              <a:sym typeface="Times New Roman"/>
            </a:endParaRPr>
          </a:p>
        </p:txBody>
      </p:sp>
      <p:sp>
        <p:nvSpPr>
          <p:cNvPr id="426" name="Google Shape;426;p61"/>
          <p:cNvSpPr txBox="1"/>
          <p:nvPr/>
        </p:nvSpPr>
        <p:spPr>
          <a:xfrm>
            <a:off x="3017816" y="4763840"/>
            <a:ext cx="10977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b)</a:t>
            </a:r>
            <a:endParaRPr b="1" i="0" sz="1800" u="none" cap="none" strike="noStrike">
              <a:solidFill>
                <a:schemeClr val="lt1"/>
              </a:solidFill>
              <a:latin typeface="Times New Roman"/>
              <a:ea typeface="Times New Roman"/>
              <a:cs typeface="Times New Roman"/>
              <a:sym typeface="Times New Roman"/>
            </a:endParaRPr>
          </a:p>
        </p:txBody>
      </p:sp>
      <p:cxnSp>
        <p:nvCxnSpPr>
          <p:cNvPr id="427" name="Google Shape;427;p61"/>
          <p:cNvCxnSpPr/>
          <p:nvPr/>
        </p:nvCxnSpPr>
        <p:spPr>
          <a:xfrm>
            <a:off x="2688731" y="4944931"/>
            <a:ext cx="219300" cy="0"/>
          </a:xfrm>
          <a:prstGeom prst="straightConnector1">
            <a:avLst/>
          </a:prstGeom>
          <a:noFill/>
          <a:ln cap="flat" cmpd="sng" w="19050">
            <a:solidFill>
              <a:schemeClr val="accent6"/>
            </a:solidFill>
            <a:prstDash val="solid"/>
            <a:miter lim="800000"/>
            <a:headEnd len="sm" w="sm" type="none"/>
            <a:tailEnd len="med" w="med" type="triangle"/>
          </a:ln>
        </p:spPr>
      </p:cxnSp>
      <p:pic>
        <p:nvPicPr>
          <p:cNvPr id="428" name="Google Shape;428;p61"/>
          <p:cNvPicPr preferRelativeResize="0"/>
          <p:nvPr/>
        </p:nvPicPr>
        <p:blipFill rotWithShape="1">
          <a:blip r:embed="rId3">
            <a:alphaModFix/>
          </a:blip>
          <a:srcRect b="0" l="0" r="0" t="0"/>
          <a:stretch/>
        </p:blipFill>
        <p:spPr>
          <a:xfrm>
            <a:off x="3017816" y="1229293"/>
            <a:ext cx="1335699" cy="725481"/>
          </a:xfrm>
          <a:prstGeom prst="rect">
            <a:avLst/>
          </a:prstGeom>
          <a:noFill/>
          <a:ln>
            <a:noFill/>
          </a:ln>
        </p:spPr>
      </p:pic>
      <p:pic>
        <p:nvPicPr>
          <p:cNvPr id="429" name="Google Shape;429;p61"/>
          <p:cNvPicPr preferRelativeResize="0"/>
          <p:nvPr/>
        </p:nvPicPr>
        <p:blipFill rotWithShape="1">
          <a:blip r:embed="rId4">
            <a:alphaModFix/>
          </a:blip>
          <a:srcRect b="0" l="0" r="0" t="0"/>
          <a:stretch/>
        </p:blipFill>
        <p:spPr>
          <a:xfrm>
            <a:off x="4571999" y="1279917"/>
            <a:ext cx="679450" cy="679450"/>
          </a:xfrm>
          <a:prstGeom prst="rect">
            <a:avLst/>
          </a:prstGeom>
          <a:noFill/>
          <a:ln>
            <a:noFill/>
          </a:ln>
        </p:spPr>
      </p:pic>
      <p:pic>
        <p:nvPicPr>
          <p:cNvPr id="430" name="Google Shape;430;p61"/>
          <p:cNvPicPr preferRelativeResize="0"/>
          <p:nvPr/>
        </p:nvPicPr>
        <p:blipFill rotWithShape="1">
          <a:blip r:embed="rId5">
            <a:alphaModFix/>
          </a:blip>
          <a:srcRect b="0" l="0" r="0" t="0"/>
          <a:stretch/>
        </p:blipFill>
        <p:spPr>
          <a:xfrm>
            <a:off x="5796988" y="1288804"/>
            <a:ext cx="3148688" cy="1234401"/>
          </a:xfrm>
          <a:prstGeom prst="rect">
            <a:avLst/>
          </a:prstGeom>
          <a:noFill/>
          <a:ln>
            <a:noFill/>
          </a:ln>
        </p:spPr>
      </p:pic>
      <p:pic>
        <p:nvPicPr>
          <p:cNvPr id="431" name="Google Shape;431;p61"/>
          <p:cNvPicPr preferRelativeResize="0"/>
          <p:nvPr/>
        </p:nvPicPr>
        <p:blipFill rotWithShape="1">
          <a:blip r:embed="rId6">
            <a:alphaModFix/>
          </a:blip>
          <a:srcRect b="0" l="0" r="0" t="30020"/>
          <a:stretch/>
        </p:blipFill>
        <p:spPr>
          <a:xfrm>
            <a:off x="43065" y="2357382"/>
            <a:ext cx="4310450" cy="2357690"/>
          </a:xfrm>
          <a:prstGeom prst="rect">
            <a:avLst/>
          </a:prstGeom>
          <a:noFill/>
          <a:ln>
            <a:noFill/>
          </a:ln>
        </p:spPr>
      </p:pic>
      <p:pic>
        <p:nvPicPr>
          <p:cNvPr id="432" name="Google Shape;432;p61"/>
          <p:cNvPicPr preferRelativeResize="0"/>
          <p:nvPr/>
        </p:nvPicPr>
        <p:blipFill rotWithShape="1">
          <a:blip r:embed="rId7">
            <a:alphaModFix/>
          </a:blip>
          <a:srcRect b="0" l="38890" r="0" t="33708"/>
          <a:stretch/>
        </p:blipFill>
        <p:spPr>
          <a:xfrm>
            <a:off x="5866562" y="2674589"/>
            <a:ext cx="2147127" cy="685629"/>
          </a:xfrm>
          <a:prstGeom prst="rect">
            <a:avLst/>
          </a:prstGeom>
          <a:noFill/>
          <a:ln>
            <a:noFill/>
          </a:ln>
        </p:spPr>
      </p:pic>
      <p:pic>
        <p:nvPicPr>
          <p:cNvPr id="433" name="Google Shape;433;p61"/>
          <p:cNvPicPr preferRelativeResize="0"/>
          <p:nvPr/>
        </p:nvPicPr>
        <p:blipFill rotWithShape="1">
          <a:blip r:embed="rId8">
            <a:alphaModFix/>
          </a:blip>
          <a:srcRect b="0" l="0" r="0" t="0"/>
          <a:stretch/>
        </p:blipFill>
        <p:spPr>
          <a:xfrm>
            <a:off x="5028351" y="3251735"/>
            <a:ext cx="3576531" cy="189176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4"/>
                                        </p:tgtEl>
                                        <p:attrNameLst>
                                          <p:attrName>style.visibility</p:attrName>
                                        </p:attrNameLst>
                                      </p:cBhvr>
                                      <p:to>
                                        <p:strVal val="visible"/>
                                      </p:to>
                                    </p:set>
                                    <p:animEffect filter="fade" transition="in">
                                      <p:cBhvr>
                                        <p:cTn dur="1000"/>
                                        <p:tgtEl>
                                          <p:spTgt spid="4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8"/>
                                        </p:tgtEl>
                                        <p:attrNameLst>
                                          <p:attrName>style.visibility</p:attrName>
                                        </p:attrNameLst>
                                      </p:cBhvr>
                                      <p:to>
                                        <p:strVal val="visible"/>
                                      </p:to>
                                    </p:set>
                                    <p:animEffect filter="fade" transition="in">
                                      <p:cBhvr>
                                        <p:cTn dur="1000"/>
                                        <p:tgtEl>
                                          <p:spTgt spid="428"/>
                                        </p:tgtEl>
                                      </p:cBhvr>
                                    </p:animEffect>
                                  </p:childTnLst>
                                </p:cTn>
                              </p:par>
                              <p:par>
                                <p:cTn fill="hold" nodeType="withEffect" presetClass="entr" presetID="10" presetSubtype="0">
                                  <p:stCondLst>
                                    <p:cond delay="0"/>
                                  </p:stCondLst>
                                  <p:childTnLst>
                                    <p:set>
                                      <p:cBhvr>
                                        <p:cTn dur="1" fill="hold">
                                          <p:stCondLst>
                                            <p:cond delay="0"/>
                                          </p:stCondLst>
                                        </p:cTn>
                                        <p:tgtEl>
                                          <p:spTgt spid="429"/>
                                        </p:tgtEl>
                                        <p:attrNameLst>
                                          <p:attrName>style.visibility</p:attrName>
                                        </p:attrNameLst>
                                      </p:cBhvr>
                                      <p:to>
                                        <p:strVal val="visible"/>
                                      </p:to>
                                    </p:set>
                                    <p:animEffect filter="fade" transition="in">
                                      <p:cBhvr>
                                        <p:cTn dur="1000"/>
                                        <p:tgtEl>
                                          <p:spTgt spid="4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0"/>
                                        </p:tgtEl>
                                        <p:attrNameLst>
                                          <p:attrName>style.visibility</p:attrName>
                                        </p:attrNameLst>
                                      </p:cBhvr>
                                      <p:to>
                                        <p:strVal val="visible"/>
                                      </p:to>
                                    </p:set>
                                    <p:animEffect filter="fade" transition="in">
                                      <p:cBhvr>
                                        <p:cTn dur="1000"/>
                                        <p:tgtEl>
                                          <p:spTgt spid="4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1"/>
                                        </p:tgtEl>
                                        <p:attrNameLst>
                                          <p:attrName>style.visibility</p:attrName>
                                        </p:attrNameLst>
                                      </p:cBhvr>
                                      <p:to>
                                        <p:strVal val="visible"/>
                                      </p:to>
                                    </p:set>
                                    <p:animEffect filter="fade" transition="in">
                                      <p:cBhvr>
                                        <p:cTn dur="1000"/>
                                        <p:tgtEl>
                                          <p:spTgt spid="4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2"/>
                                        </p:tgtEl>
                                        <p:attrNameLst>
                                          <p:attrName>style.visibility</p:attrName>
                                        </p:attrNameLst>
                                      </p:cBhvr>
                                      <p:to>
                                        <p:strVal val="visible"/>
                                      </p:to>
                                    </p:set>
                                    <p:animEffect filter="fade" transition="in">
                                      <p:cBhvr>
                                        <p:cTn dur="1000"/>
                                        <p:tgtEl>
                                          <p:spTgt spid="4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3"/>
                                        </p:tgtEl>
                                        <p:attrNameLst>
                                          <p:attrName>style.visibility</p:attrName>
                                        </p:attrNameLst>
                                      </p:cBhvr>
                                      <p:to>
                                        <p:strVal val="visible"/>
                                      </p:to>
                                    </p:set>
                                    <p:animEffect filter="fade" transition="in">
                                      <p:cBhvr>
                                        <p:cTn dur="1000"/>
                                        <p:tgtEl>
                                          <p:spTgt spid="4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5"/>
                                        </p:tgtEl>
                                        <p:attrNameLst>
                                          <p:attrName>style.visibility</p:attrName>
                                        </p:attrNameLst>
                                      </p:cBhvr>
                                      <p:to>
                                        <p:strVal val="visible"/>
                                      </p:to>
                                    </p:set>
                                    <p:animEffect filter="fade" transition="in">
                                      <p:cBhvr>
                                        <p:cTn dur="500"/>
                                        <p:tgtEl>
                                          <p:spTgt spid="425"/>
                                        </p:tgtEl>
                                      </p:cBhvr>
                                    </p:animEffect>
                                  </p:childTnLst>
                                </p:cTn>
                              </p:par>
                              <p:par>
                                <p:cTn fill="hold" nodeType="withEffect" presetClass="entr" presetID="10" presetSubtype="0">
                                  <p:stCondLst>
                                    <p:cond delay="0"/>
                                  </p:stCondLst>
                                  <p:childTnLst>
                                    <p:set>
                                      <p:cBhvr>
                                        <p:cTn dur="1" fill="hold">
                                          <p:stCondLst>
                                            <p:cond delay="0"/>
                                          </p:stCondLst>
                                        </p:cTn>
                                        <p:tgtEl>
                                          <p:spTgt spid="427"/>
                                        </p:tgtEl>
                                        <p:attrNameLst>
                                          <p:attrName>style.visibility</p:attrName>
                                        </p:attrNameLst>
                                      </p:cBhvr>
                                      <p:to>
                                        <p:strVal val="visible"/>
                                      </p:to>
                                    </p:set>
                                    <p:animEffect filter="fade" transition="in">
                                      <p:cBhvr>
                                        <p:cTn dur="500"/>
                                        <p:tgtEl>
                                          <p:spTgt spid="427"/>
                                        </p:tgtEl>
                                      </p:cBhvr>
                                    </p:animEffect>
                                  </p:childTnLst>
                                </p:cTn>
                              </p:par>
                              <p:par>
                                <p:cTn fill="hold" nodeType="withEffect" presetClass="entr" presetID="10" presetSubtype="0">
                                  <p:stCondLst>
                                    <p:cond delay="0"/>
                                  </p:stCondLst>
                                  <p:childTnLst>
                                    <p:set>
                                      <p:cBhvr>
                                        <p:cTn dur="1" fill="hold">
                                          <p:stCondLst>
                                            <p:cond delay="0"/>
                                          </p:stCondLst>
                                        </p:cTn>
                                        <p:tgtEl>
                                          <p:spTgt spid="426"/>
                                        </p:tgtEl>
                                        <p:attrNameLst>
                                          <p:attrName>style.visibility</p:attrName>
                                        </p:attrNameLst>
                                      </p:cBhvr>
                                      <p:to>
                                        <p:strVal val="visible"/>
                                      </p:to>
                                    </p:set>
                                    <p:animEffect filter="fade" transition="in">
                                      <p:cBhvr>
                                        <p:cTn dur="500"/>
                                        <p:tgtEl>
                                          <p:spTgt spid="4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62"/>
          <p:cNvSpPr txBox="1"/>
          <p:nvPr/>
        </p:nvSpPr>
        <p:spPr>
          <a:xfrm>
            <a:off x="0" y="86312"/>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QUESTION </a:t>
            </a:r>
            <a:r>
              <a:rPr b="1" lang="en-IN" sz="1800">
                <a:solidFill>
                  <a:schemeClr val="lt1"/>
                </a:solidFill>
                <a:latin typeface="Times New Roman"/>
                <a:ea typeface="Times New Roman"/>
                <a:cs typeface="Times New Roman"/>
                <a:sym typeface="Times New Roman"/>
              </a:rPr>
              <a:t>10</a:t>
            </a:r>
            <a:endParaRPr b="1" i="0" sz="1800" u="none" cap="none" strike="noStrike">
              <a:solidFill>
                <a:schemeClr val="lt1"/>
              </a:solidFill>
              <a:latin typeface="Times New Roman"/>
              <a:ea typeface="Times New Roman"/>
              <a:cs typeface="Times New Roman"/>
              <a:sym typeface="Times New Roman"/>
            </a:endParaRPr>
          </a:p>
        </p:txBody>
      </p:sp>
      <p:sp>
        <p:nvSpPr>
          <p:cNvPr id="440" name="Google Shape;440;p62"/>
          <p:cNvSpPr txBox="1"/>
          <p:nvPr/>
        </p:nvSpPr>
        <p:spPr>
          <a:xfrm>
            <a:off x="56645" y="434473"/>
            <a:ext cx="8833500" cy="13005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None/>
            </a:pPr>
            <a:r>
              <a:rPr b="0" i="0" lang="en-IN" sz="1600" u="none" cap="none" strike="noStrike">
                <a:solidFill>
                  <a:schemeClr val="dk1"/>
                </a:solidFill>
                <a:latin typeface="Times New Roman"/>
                <a:ea typeface="Times New Roman"/>
                <a:cs typeface="Times New Roman"/>
                <a:sym typeface="Times New Roman"/>
              </a:rPr>
              <a:t>Find the transformation of the point </a:t>
            </a:r>
            <a:r>
              <a:rPr b="0" i="1" lang="en-IN" sz="1600" u="none" cap="none" strike="noStrike">
                <a:solidFill>
                  <a:schemeClr val="dk1"/>
                </a:solidFill>
                <a:latin typeface="Times New Roman"/>
                <a:ea typeface="Times New Roman"/>
                <a:cs typeface="Times New Roman"/>
                <a:sym typeface="Times New Roman"/>
              </a:rPr>
              <a:t>p(2, 0, 1).</a:t>
            </a:r>
            <a:endParaRPr/>
          </a:p>
          <a:p>
            <a:pPr indent="0" lvl="0" marL="0" marR="0" rtl="0" algn="l">
              <a:lnSpc>
                <a:spcPct val="100000"/>
              </a:lnSpc>
              <a:spcBef>
                <a:spcPts val="0"/>
              </a:spcBef>
              <a:spcAft>
                <a:spcPts val="0"/>
              </a:spcAft>
              <a:buNone/>
            </a:pPr>
            <a:r>
              <a:rPr b="0" i="0" lang="en-IN" sz="1600" u="none" cap="none" strike="noStrike">
                <a:solidFill>
                  <a:schemeClr val="dk1"/>
                </a:solidFill>
                <a:latin typeface="Times New Roman"/>
                <a:ea typeface="Times New Roman"/>
                <a:cs typeface="Times New Roman"/>
                <a:sym typeface="Times New Roman"/>
              </a:rPr>
              <a:t>a) </a:t>
            </a:r>
            <a:r>
              <a:rPr b="0" i="1" lang="en-IN" sz="1600" u="none" cap="none" strike="noStrike">
                <a:solidFill>
                  <a:schemeClr val="dk1"/>
                </a:solidFill>
                <a:latin typeface="Times New Roman"/>
                <a:ea typeface="Times New Roman"/>
                <a:cs typeface="Times New Roman"/>
                <a:sym typeface="Times New Roman"/>
              </a:rPr>
              <a:t>p(4, 3, 1)</a:t>
            </a:r>
            <a:endParaRPr/>
          </a:p>
          <a:p>
            <a:pPr indent="0" lvl="0" marL="0" marR="0" rtl="0" algn="l">
              <a:lnSpc>
                <a:spcPct val="100000"/>
              </a:lnSpc>
              <a:spcBef>
                <a:spcPts val="0"/>
              </a:spcBef>
              <a:spcAft>
                <a:spcPts val="0"/>
              </a:spcAft>
              <a:buNone/>
            </a:pPr>
            <a:r>
              <a:rPr b="0" i="0" lang="en-IN" sz="1600" u="none" cap="none" strike="noStrike">
                <a:solidFill>
                  <a:schemeClr val="dk1"/>
                </a:solidFill>
                <a:latin typeface="Times New Roman"/>
                <a:ea typeface="Times New Roman"/>
                <a:cs typeface="Times New Roman"/>
                <a:sym typeface="Times New Roman"/>
              </a:rPr>
              <a:t>b) </a:t>
            </a:r>
            <a:r>
              <a:rPr b="0" i="1" lang="en-IN" sz="1600" u="none" cap="none" strike="noStrike">
                <a:solidFill>
                  <a:schemeClr val="dk1"/>
                </a:solidFill>
                <a:latin typeface="Times New Roman"/>
                <a:ea typeface="Times New Roman"/>
                <a:cs typeface="Times New Roman"/>
                <a:sym typeface="Times New Roman"/>
              </a:rPr>
              <a:t>p(2, 1.5, 1)</a:t>
            </a:r>
            <a:endParaRPr/>
          </a:p>
          <a:p>
            <a:pPr indent="0" lvl="0" marL="0" marR="0" rtl="0" algn="l">
              <a:lnSpc>
                <a:spcPct val="100000"/>
              </a:lnSpc>
              <a:spcBef>
                <a:spcPts val="0"/>
              </a:spcBef>
              <a:spcAft>
                <a:spcPts val="0"/>
              </a:spcAft>
              <a:buNone/>
            </a:pPr>
            <a:r>
              <a:rPr b="0" i="0" lang="en-IN" sz="1600" u="none" cap="none" strike="noStrike">
                <a:solidFill>
                  <a:schemeClr val="dk1"/>
                </a:solidFill>
                <a:latin typeface="Times New Roman"/>
                <a:ea typeface="Times New Roman"/>
                <a:cs typeface="Times New Roman"/>
                <a:sym typeface="Times New Roman"/>
              </a:rPr>
              <a:t>c) </a:t>
            </a:r>
            <a:r>
              <a:rPr b="0" i="1" lang="en-IN" sz="1600" u="none" cap="none" strike="noStrike">
                <a:solidFill>
                  <a:schemeClr val="dk1"/>
                </a:solidFill>
                <a:latin typeface="Times New Roman"/>
                <a:ea typeface="Times New Roman"/>
                <a:cs typeface="Times New Roman"/>
                <a:sym typeface="Times New Roman"/>
              </a:rPr>
              <a:t>p(2, 3, 1)</a:t>
            </a:r>
            <a:endParaRPr/>
          </a:p>
          <a:p>
            <a:pPr indent="0" lvl="0" marL="0" marR="0" rtl="0" algn="l">
              <a:lnSpc>
                <a:spcPct val="100000"/>
              </a:lnSpc>
              <a:spcBef>
                <a:spcPts val="0"/>
              </a:spcBef>
              <a:spcAft>
                <a:spcPts val="0"/>
              </a:spcAft>
              <a:buNone/>
            </a:pPr>
            <a:r>
              <a:rPr b="0" i="0" lang="en-IN" sz="1600" u="none" cap="none" strike="noStrike">
                <a:solidFill>
                  <a:schemeClr val="dk1"/>
                </a:solidFill>
                <a:latin typeface="Times New Roman"/>
                <a:ea typeface="Times New Roman"/>
                <a:cs typeface="Times New Roman"/>
                <a:sym typeface="Times New Roman"/>
              </a:rPr>
              <a:t>d) </a:t>
            </a:r>
            <a:r>
              <a:rPr b="0" i="1" lang="en-IN" sz="1600" u="none" cap="none" strike="noStrike">
                <a:solidFill>
                  <a:schemeClr val="dk1"/>
                </a:solidFill>
                <a:latin typeface="Times New Roman"/>
                <a:ea typeface="Times New Roman"/>
                <a:cs typeface="Times New Roman"/>
                <a:sym typeface="Times New Roman"/>
              </a:rPr>
              <a:t>p(3, 4, 1)</a:t>
            </a:r>
            <a:endParaRPr b="0" i="1" sz="1600" u="none" cap="none" strike="noStrike">
              <a:solidFill>
                <a:schemeClr val="dk1"/>
              </a:solidFill>
              <a:latin typeface="Times New Roman"/>
              <a:ea typeface="Times New Roman"/>
              <a:cs typeface="Times New Roman"/>
              <a:sym typeface="Times New Roman"/>
            </a:endParaRPr>
          </a:p>
        </p:txBody>
      </p:sp>
      <p:sp>
        <p:nvSpPr>
          <p:cNvPr id="441" name="Google Shape;441;p62"/>
          <p:cNvSpPr txBox="1"/>
          <p:nvPr/>
        </p:nvSpPr>
        <p:spPr>
          <a:xfrm>
            <a:off x="3154117" y="1691469"/>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SOLUTION </a:t>
            </a:r>
            <a:r>
              <a:rPr b="1" lang="en-IN" sz="1800">
                <a:solidFill>
                  <a:schemeClr val="lt1"/>
                </a:solidFill>
                <a:latin typeface="Times New Roman"/>
                <a:ea typeface="Times New Roman"/>
                <a:cs typeface="Times New Roman"/>
                <a:sym typeface="Times New Roman"/>
              </a:rPr>
              <a:t>10</a:t>
            </a:r>
            <a:endParaRPr b="1" i="0" sz="1800" u="none" cap="none" strike="noStrike">
              <a:solidFill>
                <a:schemeClr val="lt1"/>
              </a:solidFill>
              <a:latin typeface="Times New Roman"/>
              <a:ea typeface="Times New Roman"/>
              <a:cs typeface="Times New Roman"/>
              <a:sym typeface="Times New Roman"/>
            </a:endParaRPr>
          </a:p>
        </p:txBody>
      </p:sp>
      <p:sp>
        <p:nvSpPr>
          <p:cNvPr id="442" name="Google Shape;442;p62"/>
          <p:cNvSpPr txBox="1"/>
          <p:nvPr/>
        </p:nvSpPr>
        <p:spPr>
          <a:xfrm>
            <a:off x="0" y="476385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CORRECT ANSWER </a:t>
            </a:r>
            <a:r>
              <a:rPr b="1" lang="en-IN" sz="1800">
                <a:solidFill>
                  <a:schemeClr val="lt1"/>
                </a:solidFill>
                <a:latin typeface="Times New Roman"/>
                <a:ea typeface="Times New Roman"/>
                <a:cs typeface="Times New Roman"/>
                <a:sym typeface="Times New Roman"/>
              </a:rPr>
              <a:t>10</a:t>
            </a:r>
            <a:endParaRPr b="1" i="0" sz="1800" u="none" cap="none" strike="noStrike">
              <a:solidFill>
                <a:schemeClr val="lt1"/>
              </a:solidFill>
              <a:latin typeface="Times New Roman"/>
              <a:ea typeface="Times New Roman"/>
              <a:cs typeface="Times New Roman"/>
              <a:sym typeface="Times New Roman"/>
            </a:endParaRPr>
          </a:p>
        </p:txBody>
      </p:sp>
      <p:sp>
        <p:nvSpPr>
          <p:cNvPr id="443" name="Google Shape;443;p62"/>
          <p:cNvSpPr txBox="1"/>
          <p:nvPr/>
        </p:nvSpPr>
        <p:spPr>
          <a:xfrm>
            <a:off x="3017816" y="4763840"/>
            <a:ext cx="10977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a)</a:t>
            </a:r>
            <a:endParaRPr b="1" i="0" sz="1800" u="none" cap="none" strike="noStrike">
              <a:solidFill>
                <a:schemeClr val="lt1"/>
              </a:solidFill>
              <a:latin typeface="Times New Roman"/>
              <a:ea typeface="Times New Roman"/>
              <a:cs typeface="Times New Roman"/>
              <a:sym typeface="Times New Roman"/>
            </a:endParaRPr>
          </a:p>
        </p:txBody>
      </p:sp>
      <p:cxnSp>
        <p:nvCxnSpPr>
          <p:cNvPr id="444" name="Google Shape;444;p62"/>
          <p:cNvCxnSpPr/>
          <p:nvPr/>
        </p:nvCxnSpPr>
        <p:spPr>
          <a:xfrm>
            <a:off x="2688731" y="4944931"/>
            <a:ext cx="219300" cy="0"/>
          </a:xfrm>
          <a:prstGeom prst="straightConnector1">
            <a:avLst/>
          </a:prstGeom>
          <a:noFill/>
          <a:ln cap="flat" cmpd="sng" w="19050">
            <a:solidFill>
              <a:schemeClr val="accent6"/>
            </a:solidFill>
            <a:prstDash val="solid"/>
            <a:miter lim="800000"/>
            <a:headEnd len="sm" w="sm" type="none"/>
            <a:tailEnd len="med" w="med" type="triangle"/>
          </a:ln>
        </p:spPr>
      </p:cxnSp>
      <p:pic>
        <p:nvPicPr>
          <p:cNvPr id="445" name="Google Shape;445;p62"/>
          <p:cNvPicPr preferRelativeResize="0"/>
          <p:nvPr/>
        </p:nvPicPr>
        <p:blipFill rotWithShape="1">
          <a:blip r:embed="rId3">
            <a:alphaModFix/>
          </a:blip>
          <a:srcRect b="0" l="0" r="0" t="0"/>
          <a:stretch/>
        </p:blipFill>
        <p:spPr>
          <a:xfrm>
            <a:off x="2578820" y="2256639"/>
            <a:ext cx="3506392" cy="1387144"/>
          </a:xfrm>
          <a:prstGeom prst="rect">
            <a:avLst/>
          </a:prstGeom>
          <a:noFill/>
          <a:ln>
            <a:noFill/>
          </a:ln>
        </p:spPr>
      </p:pic>
      <p:pic>
        <p:nvPicPr>
          <p:cNvPr id="446" name="Google Shape;446;p62"/>
          <p:cNvPicPr preferRelativeResize="0"/>
          <p:nvPr/>
        </p:nvPicPr>
        <p:blipFill rotWithShape="1">
          <a:blip r:embed="rId4">
            <a:alphaModFix/>
          </a:blip>
          <a:srcRect b="0" l="0" r="0" t="0"/>
          <a:stretch/>
        </p:blipFill>
        <p:spPr>
          <a:xfrm>
            <a:off x="245729" y="3909947"/>
            <a:ext cx="2333092" cy="504135"/>
          </a:xfrm>
          <a:prstGeom prst="rect">
            <a:avLst/>
          </a:prstGeom>
          <a:noFill/>
          <a:ln>
            <a:noFill/>
          </a:ln>
        </p:spPr>
      </p:pic>
      <p:pic>
        <p:nvPicPr>
          <p:cNvPr id="447" name="Google Shape;447;p62"/>
          <p:cNvPicPr preferRelativeResize="0"/>
          <p:nvPr/>
        </p:nvPicPr>
        <p:blipFill rotWithShape="1">
          <a:blip r:embed="rId5">
            <a:alphaModFix/>
          </a:blip>
          <a:srcRect b="0" l="0" r="0" t="0"/>
          <a:stretch/>
        </p:blipFill>
        <p:spPr>
          <a:xfrm>
            <a:off x="3566733" y="3734866"/>
            <a:ext cx="4546993" cy="81005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1"/>
                                        </p:tgtEl>
                                        <p:attrNameLst>
                                          <p:attrName>style.visibility</p:attrName>
                                        </p:attrNameLst>
                                      </p:cBhvr>
                                      <p:to>
                                        <p:strVal val="visible"/>
                                      </p:to>
                                    </p:set>
                                    <p:animEffect filter="fade" transition="in">
                                      <p:cBhvr>
                                        <p:cTn dur="1000"/>
                                        <p:tgtEl>
                                          <p:spTgt spid="4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gtEl>
                                        <p:attrNameLst>
                                          <p:attrName>style.visibility</p:attrName>
                                        </p:attrNameLst>
                                      </p:cBhvr>
                                      <p:to>
                                        <p:strVal val="visible"/>
                                      </p:to>
                                    </p:set>
                                    <p:animEffect filter="fade" transition="in">
                                      <p:cBhvr>
                                        <p:cTn dur="1000"/>
                                        <p:tgtEl>
                                          <p:spTgt spid="4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6"/>
                                        </p:tgtEl>
                                        <p:attrNameLst>
                                          <p:attrName>style.visibility</p:attrName>
                                        </p:attrNameLst>
                                      </p:cBhvr>
                                      <p:to>
                                        <p:strVal val="visible"/>
                                      </p:to>
                                    </p:set>
                                    <p:animEffect filter="fade" transition="in">
                                      <p:cBhvr>
                                        <p:cTn dur="1000"/>
                                        <p:tgtEl>
                                          <p:spTgt spid="4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7"/>
                                        </p:tgtEl>
                                        <p:attrNameLst>
                                          <p:attrName>style.visibility</p:attrName>
                                        </p:attrNameLst>
                                      </p:cBhvr>
                                      <p:to>
                                        <p:strVal val="visible"/>
                                      </p:to>
                                    </p:set>
                                    <p:animEffect filter="fade" transition="in">
                                      <p:cBhvr>
                                        <p:cTn dur="1000"/>
                                        <p:tgtEl>
                                          <p:spTgt spid="4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2"/>
                                        </p:tgtEl>
                                        <p:attrNameLst>
                                          <p:attrName>style.visibility</p:attrName>
                                        </p:attrNameLst>
                                      </p:cBhvr>
                                      <p:to>
                                        <p:strVal val="visible"/>
                                      </p:to>
                                    </p:set>
                                    <p:animEffect filter="fade" transition="in">
                                      <p:cBhvr>
                                        <p:cTn dur="500"/>
                                        <p:tgtEl>
                                          <p:spTgt spid="442"/>
                                        </p:tgtEl>
                                      </p:cBhvr>
                                    </p:animEffect>
                                  </p:childTnLst>
                                </p:cTn>
                              </p:par>
                              <p:par>
                                <p:cTn fill="hold" nodeType="withEffect" presetClass="entr" presetID="10" presetSubtype="0">
                                  <p:stCondLst>
                                    <p:cond delay="0"/>
                                  </p:stCondLst>
                                  <p:childTnLst>
                                    <p:set>
                                      <p:cBhvr>
                                        <p:cTn dur="1" fill="hold">
                                          <p:stCondLst>
                                            <p:cond delay="0"/>
                                          </p:stCondLst>
                                        </p:cTn>
                                        <p:tgtEl>
                                          <p:spTgt spid="444"/>
                                        </p:tgtEl>
                                        <p:attrNameLst>
                                          <p:attrName>style.visibility</p:attrName>
                                        </p:attrNameLst>
                                      </p:cBhvr>
                                      <p:to>
                                        <p:strVal val="visible"/>
                                      </p:to>
                                    </p:set>
                                    <p:animEffect filter="fade" transition="in">
                                      <p:cBhvr>
                                        <p:cTn dur="500"/>
                                        <p:tgtEl>
                                          <p:spTgt spid="444"/>
                                        </p:tgtEl>
                                      </p:cBhvr>
                                    </p:animEffect>
                                  </p:childTnLst>
                                </p:cTn>
                              </p:par>
                              <p:par>
                                <p:cTn fill="hold" nodeType="withEffect" presetClass="entr" presetID="10" presetSubtype="0">
                                  <p:stCondLst>
                                    <p:cond delay="0"/>
                                  </p:stCondLst>
                                  <p:childTnLst>
                                    <p:set>
                                      <p:cBhvr>
                                        <p:cTn dur="1" fill="hold">
                                          <p:stCondLst>
                                            <p:cond delay="0"/>
                                          </p:stCondLst>
                                        </p:cTn>
                                        <p:tgtEl>
                                          <p:spTgt spid="443"/>
                                        </p:tgtEl>
                                        <p:attrNameLst>
                                          <p:attrName>style.visibility</p:attrName>
                                        </p:attrNameLst>
                                      </p:cBhvr>
                                      <p:to>
                                        <p:strVal val="visible"/>
                                      </p:to>
                                    </p:set>
                                    <p:animEffect filter="fade" transition="in">
                                      <p:cBhvr>
                                        <p:cTn dur="500"/>
                                        <p:tgtEl>
                                          <p:spTgt spid="4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63"/>
          <p:cNvSpPr txBox="1"/>
          <p:nvPr/>
        </p:nvSpPr>
        <p:spPr>
          <a:xfrm>
            <a:off x="0" y="86312"/>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QUESTION </a:t>
            </a:r>
            <a:r>
              <a:rPr b="1" lang="en-IN" sz="1800">
                <a:solidFill>
                  <a:schemeClr val="lt1"/>
                </a:solidFill>
                <a:latin typeface="Times New Roman"/>
                <a:ea typeface="Times New Roman"/>
                <a:cs typeface="Times New Roman"/>
                <a:sym typeface="Times New Roman"/>
              </a:rPr>
              <a:t>11</a:t>
            </a:r>
            <a:endParaRPr b="1" i="0" sz="1800" u="none" cap="none" strike="noStrike">
              <a:solidFill>
                <a:schemeClr val="lt1"/>
              </a:solidFill>
              <a:latin typeface="Times New Roman"/>
              <a:ea typeface="Times New Roman"/>
              <a:cs typeface="Times New Roman"/>
              <a:sym typeface="Times New Roman"/>
            </a:endParaRPr>
          </a:p>
        </p:txBody>
      </p:sp>
      <p:sp>
        <p:nvSpPr>
          <p:cNvPr id="454" name="Google Shape;454;p63"/>
          <p:cNvSpPr txBox="1"/>
          <p:nvPr/>
        </p:nvSpPr>
        <p:spPr>
          <a:xfrm>
            <a:off x="0" y="1732887"/>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SOLUTION </a:t>
            </a:r>
            <a:r>
              <a:rPr b="1" lang="en-IN" sz="1800">
                <a:solidFill>
                  <a:schemeClr val="lt1"/>
                </a:solidFill>
                <a:latin typeface="Times New Roman"/>
                <a:ea typeface="Times New Roman"/>
                <a:cs typeface="Times New Roman"/>
                <a:sym typeface="Times New Roman"/>
              </a:rPr>
              <a:t>11</a:t>
            </a:r>
            <a:endParaRPr b="1" i="0" sz="1800" u="none" cap="none" strike="noStrike">
              <a:solidFill>
                <a:schemeClr val="lt1"/>
              </a:solidFill>
              <a:latin typeface="Times New Roman"/>
              <a:ea typeface="Times New Roman"/>
              <a:cs typeface="Times New Roman"/>
              <a:sym typeface="Times New Roman"/>
            </a:endParaRPr>
          </a:p>
        </p:txBody>
      </p:sp>
      <p:sp>
        <p:nvSpPr>
          <p:cNvPr id="455" name="Google Shape;455;p63"/>
          <p:cNvSpPr txBox="1"/>
          <p:nvPr/>
        </p:nvSpPr>
        <p:spPr>
          <a:xfrm>
            <a:off x="0" y="476385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CORRECT ANSWER </a:t>
            </a:r>
            <a:r>
              <a:rPr b="1" lang="en-IN" sz="1800">
                <a:solidFill>
                  <a:schemeClr val="lt1"/>
                </a:solidFill>
                <a:latin typeface="Times New Roman"/>
                <a:ea typeface="Times New Roman"/>
                <a:cs typeface="Times New Roman"/>
                <a:sym typeface="Times New Roman"/>
              </a:rPr>
              <a:t>11</a:t>
            </a:r>
            <a:endParaRPr b="1" i="0" sz="1800" u="none" cap="none" strike="noStrike">
              <a:solidFill>
                <a:schemeClr val="lt1"/>
              </a:solidFill>
              <a:latin typeface="Times New Roman"/>
              <a:ea typeface="Times New Roman"/>
              <a:cs typeface="Times New Roman"/>
              <a:sym typeface="Times New Roman"/>
            </a:endParaRPr>
          </a:p>
        </p:txBody>
      </p:sp>
      <p:sp>
        <p:nvSpPr>
          <p:cNvPr id="456" name="Google Shape;456;p63"/>
          <p:cNvSpPr txBox="1"/>
          <p:nvPr/>
        </p:nvSpPr>
        <p:spPr>
          <a:xfrm>
            <a:off x="3017816" y="4763840"/>
            <a:ext cx="10977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d)</a:t>
            </a:r>
            <a:endParaRPr b="1" i="0" sz="1800" u="none" cap="none" strike="noStrike">
              <a:solidFill>
                <a:schemeClr val="lt1"/>
              </a:solidFill>
              <a:latin typeface="Times New Roman"/>
              <a:ea typeface="Times New Roman"/>
              <a:cs typeface="Times New Roman"/>
              <a:sym typeface="Times New Roman"/>
            </a:endParaRPr>
          </a:p>
        </p:txBody>
      </p:sp>
      <p:cxnSp>
        <p:nvCxnSpPr>
          <p:cNvPr id="457" name="Google Shape;457;p63"/>
          <p:cNvCxnSpPr/>
          <p:nvPr/>
        </p:nvCxnSpPr>
        <p:spPr>
          <a:xfrm>
            <a:off x="2688731" y="4944931"/>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458" name="Google Shape;458;p63"/>
          <p:cNvSpPr txBox="1"/>
          <p:nvPr/>
        </p:nvSpPr>
        <p:spPr>
          <a:xfrm>
            <a:off x="0" y="432561"/>
            <a:ext cx="8833500" cy="1300500"/>
          </a:xfrm>
          <a:prstGeom prst="rect">
            <a:avLst/>
          </a:prstGeom>
          <a:noFill/>
          <a:ln>
            <a:noFill/>
          </a:ln>
        </p:spPr>
        <p:txBody>
          <a:bodyPr anchorCtr="0" anchor="t" bIns="34275" lIns="68575" spcFirstLastPara="1" rIns="68575" wrap="square" tIns="34275">
            <a:spAutoFit/>
          </a:bodyPr>
          <a:lstStyle/>
          <a:p>
            <a:pPr indent="0" lvl="0" marL="0" marR="0" rtl="0" algn="just">
              <a:lnSpc>
                <a:spcPct val="100000"/>
              </a:lnSpc>
              <a:spcBef>
                <a:spcPts val="0"/>
              </a:spcBef>
              <a:spcAft>
                <a:spcPts val="0"/>
              </a:spcAft>
              <a:buNone/>
            </a:pPr>
            <a:r>
              <a:rPr b="0" i="0" lang="en-IN" sz="1600" u="none" cap="none" strike="noStrike">
                <a:solidFill>
                  <a:schemeClr val="dk1"/>
                </a:solidFill>
                <a:latin typeface="Times New Roman"/>
                <a:ea typeface="Times New Roman"/>
                <a:cs typeface="Times New Roman"/>
                <a:sym typeface="Times New Roman"/>
              </a:rPr>
              <a:t>Compute the line passing through the points (3, 2) and (6, 0).</a:t>
            </a:r>
            <a:endParaRPr/>
          </a:p>
          <a:p>
            <a:pPr indent="0" lvl="0" marL="0" marR="0" rtl="0" algn="just">
              <a:lnSpc>
                <a:spcPct val="100000"/>
              </a:lnSpc>
              <a:spcBef>
                <a:spcPts val="0"/>
              </a:spcBef>
              <a:spcAft>
                <a:spcPts val="0"/>
              </a:spcAft>
              <a:buNone/>
            </a:pPr>
            <a:r>
              <a:rPr b="0" i="0" lang="en-IN" sz="1600" u="none" cap="none" strike="noStrike">
                <a:solidFill>
                  <a:schemeClr val="dk1"/>
                </a:solidFill>
                <a:latin typeface="Times New Roman"/>
                <a:ea typeface="Times New Roman"/>
                <a:cs typeface="Times New Roman"/>
                <a:sym typeface="Times New Roman"/>
              </a:rPr>
              <a:t>a) −3x + 2y + 1 = 0</a:t>
            </a:r>
            <a:endParaRPr/>
          </a:p>
          <a:p>
            <a:pPr indent="0" lvl="0" marL="0" marR="0" rtl="0" algn="just">
              <a:lnSpc>
                <a:spcPct val="100000"/>
              </a:lnSpc>
              <a:spcBef>
                <a:spcPts val="0"/>
              </a:spcBef>
              <a:spcAft>
                <a:spcPts val="0"/>
              </a:spcAft>
              <a:buNone/>
            </a:pPr>
            <a:r>
              <a:rPr b="0" i="0" lang="en-IN" sz="1600" u="none" cap="none" strike="noStrike">
                <a:solidFill>
                  <a:schemeClr val="dk1"/>
                </a:solidFill>
                <a:latin typeface="Times New Roman"/>
                <a:ea typeface="Times New Roman"/>
                <a:cs typeface="Times New Roman"/>
                <a:sym typeface="Times New Roman"/>
              </a:rPr>
              <a:t>b) −2x + 5y + 12 = 0</a:t>
            </a:r>
            <a:endParaRPr/>
          </a:p>
          <a:p>
            <a:pPr indent="0" lvl="0" marL="0" marR="0" rtl="0" algn="just">
              <a:lnSpc>
                <a:spcPct val="100000"/>
              </a:lnSpc>
              <a:spcBef>
                <a:spcPts val="0"/>
              </a:spcBef>
              <a:spcAft>
                <a:spcPts val="0"/>
              </a:spcAft>
              <a:buNone/>
            </a:pPr>
            <a:r>
              <a:rPr b="0" i="0" lang="en-IN" sz="1600" u="none" cap="none" strike="noStrike">
                <a:solidFill>
                  <a:schemeClr val="dk1"/>
                </a:solidFill>
                <a:latin typeface="Times New Roman"/>
                <a:ea typeface="Times New Roman"/>
                <a:cs typeface="Times New Roman"/>
                <a:sym typeface="Times New Roman"/>
              </a:rPr>
              <a:t>c) −5x − 2y + 1 = 0</a:t>
            </a:r>
            <a:endParaRPr/>
          </a:p>
          <a:p>
            <a:pPr indent="0" lvl="0" marL="0" marR="0" rtl="0" algn="just">
              <a:lnSpc>
                <a:spcPct val="100000"/>
              </a:lnSpc>
              <a:spcBef>
                <a:spcPts val="0"/>
              </a:spcBef>
              <a:spcAft>
                <a:spcPts val="0"/>
              </a:spcAft>
              <a:buNone/>
            </a:pPr>
            <a:r>
              <a:rPr b="0" i="0" lang="en-IN" sz="1600" u="none" cap="none" strike="noStrike">
                <a:solidFill>
                  <a:schemeClr val="dk1"/>
                </a:solidFill>
                <a:latin typeface="Times New Roman"/>
                <a:ea typeface="Times New Roman"/>
                <a:cs typeface="Times New Roman"/>
                <a:sym typeface="Times New Roman"/>
              </a:rPr>
              <a:t>d) 2x + 3y − 12 = 0</a:t>
            </a:r>
            <a:endParaRPr b="0" i="0" sz="1600" u="none" cap="none" strike="noStrike">
              <a:solidFill>
                <a:schemeClr val="dk1"/>
              </a:solidFill>
              <a:latin typeface="Times New Roman"/>
              <a:ea typeface="Times New Roman"/>
              <a:cs typeface="Times New Roman"/>
              <a:sym typeface="Times New Roman"/>
            </a:endParaRPr>
          </a:p>
        </p:txBody>
      </p:sp>
      <p:pic>
        <p:nvPicPr>
          <p:cNvPr id="459" name="Google Shape;459;p63"/>
          <p:cNvPicPr preferRelativeResize="0"/>
          <p:nvPr/>
        </p:nvPicPr>
        <p:blipFill rotWithShape="1">
          <a:blip r:embed="rId3">
            <a:alphaModFix/>
          </a:blip>
          <a:srcRect b="0" l="0" r="0" t="0"/>
          <a:stretch/>
        </p:blipFill>
        <p:spPr>
          <a:xfrm>
            <a:off x="112611" y="2211159"/>
            <a:ext cx="4544908" cy="242065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4"/>
                                        </p:tgtEl>
                                        <p:attrNameLst>
                                          <p:attrName>style.visibility</p:attrName>
                                        </p:attrNameLst>
                                      </p:cBhvr>
                                      <p:to>
                                        <p:strVal val="visible"/>
                                      </p:to>
                                    </p:set>
                                    <p:animEffect filter="fade" transition="in">
                                      <p:cBhvr>
                                        <p:cTn dur="1000"/>
                                        <p:tgtEl>
                                          <p:spTgt spid="4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9"/>
                                        </p:tgtEl>
                                        <p:attrNameLst>
                                          <p:attrName>style.visibility</p:attrName>
                                        </p:attrNameLst>
                                      </p:cBhvr>
                                      <p:to>
                                        <p:strVal val="visible"/>
                                      </p:to>
                                    </p:set>
                                    <p:animEffect filter="fade" transition="in">
                                      <p:cBhvr>
                                        <p:cTn dur="1000"/>
                                        <p:tgtEl>
                                          <p:spTgt spid="4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6"/>
                                        </p:tgtEl>
                                        <p:attrNameLst>
                                          <p:attrName>style.visibility</p:attrName>
                                        </p:attrNameLst>
                                      </p:cBhvr>
                                      <p:to>
                                        <p:strVal val="visible"/>
                                      </p:to>
                                    </p:set>
                                    <p:animEffect filter="fade" transition="in">
                                      <p:cBhvr>
                                        <p:cTn dur="500"/>
                                        <p:tgtEl>
                                          <p:spTgt spid="456"/>
                                        </p:tgtEl>
                                      </p:cBhvr>
                                    </p:animEffect>
                                  </p:childTnLst>
                                </p:cTn>
                              </p:par>
                              <p:par>
                                <p:cTn fill="hold" nodeType="withEffect" presetClass="entr" presetID="10" presetSubtype="0">
                                  <p:stCondLst>
                                    <p:cond delay="0"/>
                                  </p:stCondLst>
                                  <p:childTnLst>
                                    <p:set>
                                      <p:cBhvr>
                                        <p:cTn dur="1" fill="hold">
                                          <p:stCondLst>
                                            <p:cond delay="0"/>
                                          </p:stCondLst>
                                        </p:cTn>
                                        <p:tgtEl>
                                          <p:spTgt spid="457"/>
                                        </p:tgtEl>
                                        <p:attrNameLst>
                                          <p:attrName>style.visibility</p:attrName>
                                        </p:attrNameLst>
                                      </p:cBhvr>
                                      <p:to>
                                        <p:strVal val="visible"/>
                                      </p:to>
                                    </p:set>
                                    <p:animEffect filter="fade" transition="in">
                                      <p:cBhvr>
                                        <p:cTn dur="500"/>
                                        <p:tgtEl>
                                          <p:spTgt spid="457"/>
                                        </p:tgtEl>
                                      </p:cBhvr>
                                    </p:animEffect>
                                  </p:childTnLst>
                                </p:cTn>
                              </p:par>
                              <p:par>
                                <p:cTn fill="hold" nodeType="withEffect" presetClass="entr" presetID="10" presetSubtype="0">
                                  <p:stCondLst>
                                    <p:cond delay="0"/>
                                  </p:stCondLst>
                                  <p:childTnLst>
                                    <p:set>
                                      <p:cBhvr>
                                        <p:cTn dur="1" fill="hold">
                                          <p:stCondLst>
                                            <p:cond delay="0"/>
                                          </p:stCondLst>
                                        </p:cTn>
                                        <p:tgtEl>
                                          <p:spTgt spid="455"/>
                                        </p:tgtEl>
                                        <p:attrNameLst>
                                          <p:attrName>style.visibility</p:attrName>
                                        </p:attrNameLst>
                                      </p:cBhvr>
                                      <p:to>
                                        <p:strVal val="visible"/>
                                      </p:to>
                                    </p:set>
                                    <p:animEffect filter="fade" transition="in">
                                      <p:cBhvr>
                                        <p:cTn dur="500"/>
                                        <p:tgtEl>
                                          <p:spTgt spid="4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64"/>
          <p:cNvSpPr txBox="1"/>
          <p:nvPr/>
        </p:nvSpPr>
        <p:spPr>
          <a:xfrm>
            <a:off x="0" y="1919"/>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QUESTION </a:t>
            </a:r>
            <a:r>
              <a:rPr b="1" lang="en-IN" sz="1800">
                <a:solidFill>
                  <a:schemeClr val="lt1"/>
                </a:solidFill>
                <a:latin typeface="Times New Roman"/>
                <a:ea typeface="Times New Roman"/>
                <a:cs typeface="Times New Roman"/>
                <a:sym typeface="Times New Roman"/>
              </a:rPr>
              <a:t>12</a:t>
            </a:r>
            <a:endParaRPr b="1" i="0" sz="1800" u="none" cap="none" strike="noStrike">
              <a:solidFill>
                <a:schemeClr val="lt1"/>
              </a:solidFill>
              <a:latin typeface="Times New Roman"/>
              <a:ea typeface="Times New Roman"/>
              <a:cs typeface="Times New Roman"/>
              <a:sym typeface="Times New Roman"/>
            </a:endParaRPr>
          </a:p>
        </p:txBody>
      </p:sp>
      <p:sp>
        <p:nvSpPr>
          <p:cNvPr id="466" name="Google Shape;466;p64"/>
          <p:cNvSpPr txBox="1"/>
          <p:nvPr/>
        </p:nvSpPr>
        <p:spPr>
          <a:xfrm>
            <a:off x="75108" y="1003416"/>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SOLUTION </a:t>
            </a:r>
            <a:r>
              <a:rPr b="1" lang="en-IN" sz="1800">
                <a:solidFill>
                  <a:schemeClr val="lt1"/>
                </a:solidFill>
                <a:latin typeface="Times New Roman"/>
                <a:ea typeface="Times New Roman"/>
                <a:cs typeface="Times New Roman"/>
                <a:sym typeface="Times New Roman"/>
              </a:rPr>
              <a:t>12</a:t>
            </a:r>
            <a:endParaRPr b="1" i="0" sz="1800" u="none" cap="none" strike="noStrike">
              <a:solidFill>
                <a:schemeClr val="lt1"/>
              </a:solidFill>
              <a:latin typeface="Times New Roman"/>
              <a:ea typeface="Times New Roman"/>
              <a:cs typeface="Times New Roman"/>
              <a:sym typeface="Times New Roman"/>
            </a:endParaRPr>
          </a:p>
        </p:txBody>
      </p:sp>
      <p:sp>
        <p:nvSpPr>
          <p:cNvPr id="467" name="Google Shape;467;p64"/>
          <p:cNvSpPr txBox="1"/>
          <p:nvPr/>
        </p:nvSpPr>
        <p:spPr>
          <a:xfrm>
            <a:off x="0" y="476385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CORRECT ANSWER </a:t>
            </a:r>
            <a:r>
              <a:rPr b="1" lang="en-IN" sz="1800">
                <a:solidFill>
                  <a:schemeClr val="lt1"/>
                </a:solidFill>
                <a:latin typeface="Times New Roman"/>
                <a:ea typeface="Times New Roman"/>
                <a:cs typeface="Times New Roman"/>
                <a:sym typeface="Times New Roman"/>
              </a:rPr>
              <a:t>12</a:t>
            </a:r>
            <a:endParaRPr b="1" i="0" sz="1800" u="none" cap="none" strike="noStrike">
              <a:solidFill>
                <a:schemeClr val="lt1"/>
              </a:solidFill>
              <a:latin typeface="Times New Roman"/>
              <a:ea typeface="Times New Roman"/>
              <a:cs typeface="Times New Roman"/>
              <a:sym typeface="Times New Roman"/>
            </a:endParaRPr>
          </a:p>
        </p:txBody>
      </p:sp>
      <p:sp>
        <p:nvSpPr>
          <p:cNvPr id="468" name="Google Shape;468;p64"/>
          <p:cNvSpPr txBox="1"/>
          <p:nvPr/>
        </p:nvSpPr>
        <p:spPr>
          <a:xfrm>
            <a:off x="3017816" y="4763840"/>
            <a:ext cx="9957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60</a:t>
            </a:r>
            <a:endParaRPr b="1" i="0" sz="1800" u="none" cap="none" strike="noStrike">
              <a:solidFill>
                <a:schemeClr val="lt1"/>
              </a:solidFill>
              <a:latin typeface="Times New Roman"/>
              <a:ea typeface="Times New Roman"/>
              <a:cs typeface="Times New Roman"/>
              <a:sym typeface="Times New Roman"/>
            </a:endParaRPr>
          </a:p>
        </p:txBody>
      </p:sp>
      <p:cxnSp>
        <p:nvCxnSpPr>
          <p:cNvPr id="469" name="Google Shape;469;p64"/>
          <p:cNvCxnSpPr/>
          <p:nvPr/>
        </p:nvCxnSpPr>
        <p:spPr>
          <a:xfrm>
            <a:off x="2798531" y="4936956"/>
            <a:ext cx="219300" cy="0"/>
          </a:xfrm>
          <a:prstGeom prst="straightConnector1">
            <a:avLst/>
          </a:prstGeom>
          <a:noFill/>
          <a:ln cap="flat" cmpd="sng" w="19050">
            <a:solidFill>
              <a:schemeClr val="accent6"/>
            </a:solidFill>
            <a:prstDash val="solid"/>
            <a:miter lim="800000"/>
            <a:headEnd len="sm" w="sm" type="none"/>
            <a:tailEnd len="med" w="med" type="triangle"/>
          </a:ln>
        </p:spPr>
      </p:cxnSp>
      <p:pic>
        <p:nvPicPr>
          <p:cNvPr id="470" name="Google Shape;470;p64"/>
          <p:cNvPicPr preferRelativeResize="0"/>
          <p:nvPr/>
        </p:nvPicPr>
        <p:blipFill rotWithShape="1">
          <a:blip r:embed="rId3">
            <a:alphaModFix/>
          </a:blip>
          <a:srcRect b="0" l="0" r="0" t="0"/>
          <a:stretch/>
        </p:blipFill>
        <p:spPr>
          <a:xfrm>
            <a:off x="0" y="0"/>
            <a:ext cx="9525" cy="9525"/>
          </a:xfrm>
          <a:prstGeom prst="rect">
            <a:avLst/>
          </a:prstGeom>
          <a:noFill/>
          <a:ln>
            <a:noFill/>
          </a:ln>
        </p:spPr>
      </p:pic>
      <p:pic>
        <p:nvPicPr>
          <p:cNvPr id="471" name="Google Shape;471;p64"/>
          <p:cNvPicPr preferRelativeResize="0"/>
          <p:nvPr/>
        </p:nvPicPr>
        <p:blipFill rotWithShape="1">
          <a:blip r:embed="rId3">
            <a:alphaModFix/>
          </a:blip>
          <a:srcRect b="0" l="0" r="0" t="0"/>
          <a:stretch/>
        </p:blipFill>
        <p:spPr>
          <a:xfrm>
            <a:off x="0" y="0"/>
            <a:ext cx="9525" cy="9525"/>
          </a:xfrm>
          <a:prstGeom prst="rect">
            <a:avLst/>
          </a:prstGeom>
          <a:noFill/>
          <a:ln>
            <a:noFill/>
          </a:ln>
        </p:spPr>
      </p:pic>
      <p:pic>
        <p:nvPicPr>
          <p:cNvPr id="472" name="Google Shape;472;p64"/>
          <p:cNvPicPr preferRelativeResize="0"/>
          <p:nvPr/>
        </p:nvPicPr>
        <p:blipFill rotWithShape="1">
          <a:blip r:embed="rId3">
            <a:alphaModFix/>
          </a:blip>
          <a:srcRect b="0" l="0" r="0" t="0"/>
          <a:stretch/>
        </p:blipFill>
        <p:spPr>
          <a:xfrm>
            <a:off x="0" y="0"/>
            <a:ext cx="9525" cy="9525"/>
          </a:xfrm>
          <a:prstGeom prst="rect">
            <a:avLst/>
          </a:prstGeom>
          <a:noFill/>
          <a:ln>
            <a:noFill/>
          </a:ln>
        </p:spPr>
      </p:pic>
      <p:sp>
        <p:nvSpPr>
          <p:cNvPr id="473" name="Google Shape;473;p64"/>
          <p:cNvSpPr txBox="1"/>
          <p:nvPr/>
        </p:nvSpPr>
        <p:spPr>
          <a:xfrm>
            <a:off x="75108" y="416690"/>
            <a:ext cx="8993700" cy="5850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IN" sz="1600" u="none" cap="none" strike="noStrike">
                <a:solidFill>
                  <a:schemeClr val="dk1"/>
                </a:solidFill>
                <a:latin typeface="Times New Roman"/>
                <a:ea typeface="Times New Roman"/>
                <a:cs typeface="Times New Roman"/>
                <a:sym typeface="Times New Roman"/>
              </a:rPr>
              <a:t>Given two lines l = 2x + y − 3 = 0 and m = 3x − 2y + 1 = 0 meet at a point p. Find the Euclidean angle between these two lines. Answer should be in nearest degrees. Discard the decimal values.</a:t>
            </a:r>
            <a:endParaRPr/>
          </a:p>
        </p:txBody>
      </p:sp>
      <p:pic>
        <p:nvPicPr>
          <p:cNvPr id="474" name="Google Shape;474;p64"/>
          <p:cNvPicPr preferRelativeResize="0"/>
          <p:nvPr/>
        </p:nvPicPr>
        <p:blipFill rotWithShape="1">
          <a:blip r:embed="rId4">
            <a:alphaModFix/>
          </a:blip>
          <a:srcRect b="0" l="0" r="0" t="0"/>
          <a:stretch/>
        </p:blipFill>
        <p:spPr>
          <a:xfrm>
            <a:off x="75108" y="1349665"/>
            <a:ext cx="4061803" cy="2585341"/>
          </a:xfrm>
          <a:prstGeom prst="rect">
            <a:avLst/>
          </a:prstGeom>
          <a:noFill/>
          <a:ln>
            <a:noFill/>
          </a:ln>
        </p:spPr>
      </p:pic>
      <p:pic>
        <p:nvPicPr>
          <p:cNvPr id="475" name="Google Shape;475;p64"/>
          <p:cNvPicPr preferRelativeResize="0"/>
          <p:nvPr/>
        </p:nvPicPr>
        <p:blipFill rotWithShape="1">
          <a:blip r:embed="rId5">
            <a:alphaModFix/>
          </a:blip>
          <a:srcRect b="0" l="0" r="0" t="9991"/>
          <a:stretch/>
        </p:blipFill>
        <p:spPr>
          <a:xfrm>
            <a:off x="4345862" y="1069987"/>
            <a:ext cx="4220336" cy="2294220"/>
          </a:xfrm>
          <a:prstGeom prst="rect">
            <a:avLst/>
          </a:prstGeom>
          <a:noFill/>
          <a:ln>
            <a:noFill/>
          </a:ln>
        </p:spPr>
      </p:pic>
      <p:pic>
        <p:nvPicPr>
          <p:cNvPr id="476" name="Google Shape;476;p64"/>
          <p:cNvPicPr preferRelativeResize="0"/>
          <p:nvPr/>
        </p:nvPicPr>
        <p:blipFill rotWithShape="1">
          <a:blip r:embed="rId6">
            <a:alphaModFix/>
          </a:blip>
          <a:srcRect b="0" l="0" r="0" t="0"/>
          <a:stretch/>
        </p:blipFill>
        <p:spPr>
          <a:xfrm>
            <a:off x="4353571" y="3578087"/>
            <a:ext cx="4487520" cy="153197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6"/>
                                        </p:tgtEl>
                                        <p:attrNameLst>
                                          <p:attrName>style.visibility</p:attrName>
                                        </p:attrNameLst>
                                      </p:cBhvr>
                                      <p:to>
                                        <p:strVal val="visible"/>
                                      </p:to>
                                    </p:set>
                                    <p:animEffect filter="fade" transition="in">
                                      <p:cBhvr>
                                        <p:cTn dur="1000"/>
                                        <p:tgtEl>
                                          <p:spTgt spid="4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4"/>
                                        </p:tgtEl>
                                        <p:attrNameLst>
                                          <p:attrName>style.visibility</p:attrName>
                                        </p:attrNameLst>
                                      </p:cBhvr>
                                      <p:to>
                                        <p:strVal val="visible"/>
                                      </p:to>
                                    </p:set>
                                    <p:animEffect filter="fade" transition="in">
                                      <p:cBhvr>
                                        <p:cTn dur="1000"/>
                                        <p:tgtEl>
                                          <p:spTgt spid="4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5"/>
                                        </p:tgtEl>
                                        <p:attrNameLst>
                                          <p:attrName>style.visibility</p:attrName>
                                        </p:attrNameLst>
                                      </p:cBhvr>
                                      <p:to>
                                        <p:strVal val="visible"/>
                                      </p:to>
                                    </p:set>
                                    <p:animEffect filter="fade" transition="in">
                                      <p:cBhvr>
                                        <p:cTn dur="1000"/>
                                        <p:tgtEl>
                                          <p:spTgt spid="4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6"/>
                                        </p:tgtEl>
                                        <p:attrNameLst>
                                          <p:attrName>style.visibility</p:attrName>
                                        </p:attrNameLst>
                                      </p:cBhvr>
                                      <p:to>
                                        <p:strVal val="visible"/>
                                      </p:to>
                                    </p:set>
                                    <p:animEffect filter="fade" transition="in">
                                      <p:cBhvr>
                                        <p:cTn dur="1000"/>
                                        <p:tgtEl>
                                          <p:spTgt spid="4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gtEl>
                                        <p:attrNameLst>
                                          <p:attrName>style.visibility</p:attrName>
                                        </p:attrNameLst>
                                      </p:cBhvr>
                                      <p:to>
                                        <p:strVal val="visible"/>
                                      </p:to>
                                    </p:set>
                                    <p:animEffect filter="fade" transition="in">
                                      <p:cBhvr>
                                        <p:cTn dur="500"/>
                                        <p:tgtEl>
                                          <p:spTgt spid="468"/>
                                        </p:tgtEl>
                                      </p:cBhvr>
                                    </p:animEffect>
                                  </p:childTnLst>
                                </p:cTn>
                              </p:par>
                              <p:par>
                                <p:cTn fill="hold" nodeType="withEffect" presetClass="entr" presetID="10" presetSubtype="0">
                                  <p:stCondLst>
                                    <p:cond delay="0"/>
                                  </p:stCondLst>
                                  <p:childTnLst>
                                    <p:set>
                                      <p:cBhvr>
                                        <p:cTn dur="1" fill="hold">
                                          <p:stCondLst>
                                            <p:cond delay="0"/>
                                          </p:stCondLst>
                                        </p:cTn>
                                        <p:tgtEl>
                                          <p:spTgt spid="469"/>
                                        </p:tgtEl>
                                        <p:attrNameLst>
                                          <p:attrName>style.visibility</p:attrName>
                                        </p:attrNameLst>
                                      </p:cBhvr>
                                      <p:to>
                                        <p:strVal val="visible"/>
                                      </p:to>
                                    </p:set>
                                    <p:animEffect filter="fade" transition="in">
                                      <p:cBhvr>
                                        <p:cTn dur="500"/>
                                        <p:tgtEl>
                                          <p:spTgt spid="469"/>
                                        </p:tgtEl>
                                      </p:cBhvr>
                                    </p:animEffect>
                                  </p:childTnLst>
                                </p:cTn>
                              </p:par>
                              <p:par>
                                <p:cTn fill="hold" nodeType="withEffect" presetClass="entr" presetID="10" presetSubtype="0">
                                  <p:stCondLst>
                                    <p:cond delay="0"/>
                                  </p:stCondLst>
                                  <p:childTnLst>
                                    <p:set>
                                      <p:cBhvr>
                                        <p:cTn dur="1" fill="hold">
                                          <p:stCondLst>
                                            <p:cond delay="0"/>
                                          </p:stCondLst>
                                        </p:cTn>
                                        <p:tgtEl>
                                          <p:spTgt spid="467"/>
                                        </p:tgtEl>
                                        <p:attrNameLst>
                                          <p:attrName>style.visibility</p:attrName>
                                        </p:attrNameLst>
                                      </p:cBhvr>
                                      <p:to>
                                        <p:strVal val="visible"/>
                                      </p:to>
                                    </p:set>
                                    <p:animEffect filter="fade" transition="in">
                                      <p:cBhvr>
                                        <p:cTn dur="500"/>
                                        <p:tgtEl>
                                          <p:spTgt spid="4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65"/>
          <p:cNvSpPr txBox="1"/>
          <p:nvPr/>
        </p:nvSpPr>
        <p:spPr>
          <a:xfrm>
            <a:off x="-1" y="12527"/>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QUESTION </a:t>
            </a:r>
            <a:r>
              <a:rPr b="1" lang="en-IN" sz="1800">
                <a:solidFill>
                  <a:schemeClr val="lt1"/>
                </a:solidFill>
                <a:latin typeface="Times New Roman"/>
                <a:ea typeface="Times New Roman"/>
                <a:cs typeface="Times New Roman"/>
                <a:sym typeface="Times New Roman"/>
              </a:rPr>
              <a:t>13</a:t>
            </a:r>
            <a:endParaRPr b="1" i="0" sz="1800" u="none" cap="none" strike="noStrike">
              <a:solidFill>
                <a:schemeClr val="lt1"/>
              </a:solidFill>
              <a:latin typeface="Times New Roman"/>
              <a:ea typeface="Times New Roman"/>
              <a:cs typeface="Times New Roman"/>
              <a:sym typeface="Times New Roman"/>
            </a:endParaRPr>
          </a:p>
        </p:txBody>
      </p:sp>
      <p:sp>
        <p:nvSpPr>
          <p:cNvPr id="483" name="Google Shape;483;p65"/>
          <p:cNvSpPr txBox="1"/>
          <p:nvPr/>
        </p:nvSpPr>
        <p:spPr>
          <a:xfrm>
            <a:off x="34996" y="2153679"/>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SOLUTION </a:t>
            </a:r>
            <a:r>
              <a:rPr b="1" lang="en-IN" sz="1800">
                <a:solidFill>
                  <a:schemeClr val="lt1"/>
                </a:solidFill>
                <a:latin typeface="Times New Roman"/>
                <a:ea typeface="Times New Roman"/>
                <a:cs typeface="Times New Roman"/>
                <a:sym typeface="Times New Roman"/>
              </a:rPr>
              <a:t>13</a:t>
            </a:r>
            <a:endParaRPr b="1" i="0" sz="1800" u="none" cap="none" strike="noStrike">
              <a:solidFill>
                <a:schemeClr val="lt1"/>
              </a:solidFill>
              <a:latin typeface="Times New Roman"/>
              <a:ea typeface="Times New Roman"/>
              <a:cs typeface="Times New Roman"/>
              <a:sym typeface="Times New Roman"/>
            </a:endParaRPr>
          </a:p>
        </p:txBody>
      </p:sp>
      <p:sp>
        <p:nvSpPr>
          <p:cNvPr id="484" name="Google Shape;484;p65"/>
          <p:cNvSpPr txBox="1"/>
          <p:nvPr/>
        </p:nvSpPr>
        <p:spPr>
          <a:xfrm>
            <a:off x="-1" y="4763840"/>
            <a:ext cx="2817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CORRECT ANSWER </a:t>
            </a:r>
            <a:r>
              <a:rPr b="1" lang="en-IN" sz="1800">
                <a:solidFill>
                  <a:schemeClr val="lt1"/>
                </a:solidFill>
                <a:latin typeface="Times New Roman"/>
                <a:ea typeface="Times New Roman"/>
                <a:cs typeface="Times New Roman"/>
                <a:sym typeface="Times New Roman"/>
              </a:rPr>
              <a:t>13</a:t>
            </a:r>
            <a:endParaRPr b="1" i="0" sz="1800" u="none" cap="none" strike="noStrike">
              <a:solidFill>
                <a:schemeClr val="lt1"/>
              </a:solidFill>
              <a:latin typeface="Times New Roman"/>
              <a:ea typeface="Times New Roman"/>
              <a:cs typeface="Times New Roman"/>
              <a:sym typeface="Times New Roman"/>
            </a:endParaRPr>
          </a:p>
        </p:txBody>
      </p:sp>
      <p:sp>
        <p:nvSpPr>
          <p:cNvPr id="485" name="Google Shape;485;p65"/>
          <p:cNvSpPr txBox="1"/>
          <p:nvPr/>
        </p:nvSpPr>
        <p:spPr>
          <a:xfrm>
            <a:off x="3301082" y="4771806"/>
            <a:ext cx="8307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b)</a:t>
            </a:r>
            <a:endParaRPr b="1" i="0" sz="1800" u="none" cap="none" strike="noStrike">
              <a:solidFill>
                <a:schemeClr val="lt1"/>
              </a:solidFill>
              <a:latin typeface="Times New Roman"/>
              <a:ea typeface="Times New Roman"/>
              <a:cs typeface="Times New Roman"/>
              <a:sym typeface="Times New Roman"/>
            </a:endParaRPr>
          </a:p>
        </p:txBody>
      </p:sp>
      <p:cxnSp>
        <p:nvCxnSpPr>
          <p:cNvPr id="486" name="Google Shape;486;p65"/>
          <p:cNvCxnSpPr/>
          <p:nvPr/>
        </p:nvCxnSpPr>
        <p:spPr>
          <a:xfrm>
            <a:off x="2964542" y="4944930"/>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487" name="Google Shape;487;p65"/>
          <p:cNvSpPr txBox="1"/>
          <p:nvPr/>
        </p:nvSpPr>
        <p:spPr>
          <a:xfrm>
            <a:off x="0" y="312380"/>
            <a:ext cx="9087300" cy="1662300"/>
          </a:xfrm>
          <a:prstGeom prst="rect">
            <a:avLst/>
          </a:prstGeom>
          <a:blipFill rotWithShape="1">
            <a:blip r:embed="rId3">
              <a:alphaModFix/>
            </a:blip>
            <a:stretch>
              <a:fillRect b="0" l="-419"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IN" sz="1400" u="none" cap="none" strike="noStrike">
                <a:latin typeface="Arial"/>
                <a:ea typeface="Arial"/>
                <a:cs typeface="Arial"/>
                <a:sym typeface="Arial"/>
              </a:rPr>
              <a:t> </a:t>
            </a:r>
            <a:endParaRPr/>
          </a:p>
        </p:txBody>
      </p:sp>
      <p:sp>
        <p:nvSpPr>
          <p:cNvPr id="488" name="Google Shape;488;p65"/>
          <p:cNvSpPr txBox="1"/>
          <p:nvPr/>
        </p:nvSpPr>
        <p:spPr>
          <a:xfrm>
            <a:off x="3716407" y="2368735"/>
            <a:ext cx="5026500" cy="76950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IN" sz="1400" u="none" cap="none" strike="noStrike">
                <a:latin typeface="Arial"/>
                <a:ea typeface="Arial"/>
                <a:cs typeface="Arial"/>
                <a:sym typeface="Arial"/>
              </a:rPr>
              <a:t> </a:t>
            </a:r>
            <a:endParaRPr/>
          </a:p>
        </p:txBody>
      </p:sp>
      <p:pic>
        <p:nvPicPr>
          <p:cNvPr id="489" name="Google Shape;489;p65"/>
          <p:cNvPicPr preferRelativeResize="0"/>
          <p:nvPr/>
        </p:nvPicPr>
        <p:blipFill rotWithShape="1">
          <a:blip r:embed="rId5">
            <a:alphaModFix/>
          </a:blip>
          <a:srcRect b="0" l="0" r="0" t="0"/>
          <a:stretch/>
        </p:blipFill>
        <p:spPr>
          <a:xfrm>
            <a:off x="158976" y="2677587"/>
            <a:ext cx="2817742" cy="2007992"/>
          </a:xfrm>
          <a:prstGeom prst="rect">
            <a:avLst/>
          </a:prstGeom>
          <a:noFill/>
          <a:ln>
            <a:noFill/>
          </a:ln>
        </p:spPr>
      </p:pic>
      <p:pic>
        <p:nvPicPr>
          <p:cNvPr id="490" name="Google Shape;490;p65"/>
          <p:cNvPicPr preferRelativeResize="0"/>
          <p:nvPr/>
        </p:nvPicPr>
        <p:blipFill rotWithShape="1">
          <a:blip r:embed="rId6">
            <a:alphaModFix/>
          </a:blip>
          <a:srcRect b="0" l="0" r="0" t="0"/>
          <a:stretch/>
        </p:blipFill>
        <p:spPr>
          <a:xfrm>
            <a:off x="3887722" y="3278325"/>
            <a:ext cx="3872539" cy="12039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3"/>
                                        </p:tgtEl>
                                        <p:attrNameLst>
                                          <p:attrName>style.visibility</p:attrName>
                                        </p:attrNameLst>
                                      </p:cBhvr>
                                      <p:to>
                                        <p:strVal val="visible"/>
                                      </p:to>
                                    </p:set>
                                    <p:animEffect filter="fade" transition="in">
                                      <p:cBhvr>
                                        <p:cTn dur="1000"/>
                                        <p:tgtEl>
                                          <p:spTgt spid="4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gtEl>
                                        <p:attrNameLst>
                                          <p:attrName>style.visibility</p:attrName>
                                        </p:attrNameLst>
                                      </p:cBhvr>
                                      <p:to>
                                        <p:strVal val="visible"/>
                                      </p:to>
                                    </p:set>
                                    <p:animEffect filter="fade" transition="in">
                                      <p:cBhvr>
                                        <p:cTn dur="1000"/>
                                        <p:tgtEl>
                                          <p:spTgt spid="4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
                                        </p:tgtEl>
                                        <p:attrNameLst>
                                          <p:attrName>style.visibility</p:attrName>
                                        </p:attrNameLst>
                                      </p:cBhvr>
                                      <p:to>
                                        <p:strVal val="visible"/>
                                      </p:to>
                                    </p:set>
                                    <p:animEffect filter="fade" transition="in">
                                      <p:cBhvr>
                                        <p:cTn dur="1000"/>
                                        <p:tgtEl>
                                          <p:spTgt spid="488"/>
                                        </p:tgtEl>
                                      </p:cBhvr>
                                    </p:animEffect>
                                  </p:childTnLst>
                                </p:cTn>
                              </p:par>
                              <p:par>
                                <p:cTn fill="hold" nodeType="withEffect" presetClass="entr" presetID="10" presetSubtype="0">
                                  <p:stCondLst>
                                    <p:cond delay="0"/>
                                  </p:stCondLst>
                                  <p:childTnLst>
                                    <p:set>
                                      <p:cBhvr>
                                        <p:cTn dur="1" fill="hold">
                                          <p:stCondLst>
                                            <p:cond delay="0"/>
                                          </p:stCondLst>
                                        </p:cTn>
                                        <p:tgtEl>
                                          <p:spTgt spid="490"/>
                                        </p:tgtEl>
                                        <p:attrNameLst>
                                          <p:attrName>style.visibility</p:attrName>
                                        </p:attrNameLst>
                                      </p:cBhvr>
                                      <p:to>
                                        <p:strVal val="visible"/>
                                      </p:to>
                                    </p:set>
                                    <p:animEffect filter="fade" transition="in">
                                      <p:cBhvr>
                                        <p:cTn dur="1000"/>
                                        <p:tgtEl>
                                          <p:spTgt spid="4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5"/>
                                        </p:tgtEl>
                                        <p:attrNameLst>
                                          <p:attrName>style.visibility</p:attrName>
                                        </p:attrNameLst>
                                      </p:cBhvr>
                                      <p:to>
                                        <p:strVal val="visible"/>
                                      </p:to>
                                    </p:set>
                                    <p:animEffect filter="fade" transition="in">
                                      <p:cBhvr>
                                        <p:cTn dur="500"/>
                                        <p:tgtEl>
                                          <p:spTgt spid="485"/>
                                        </p:tgtEl>
                                      </p:cBhvr>
                                    </p:animEffect>
                                  </p:childTnLst>
                                </p:cTn>
                              </p:par>
                              <p:par>
                                <p:cTn fill="hold" nodeType="withEffect" presetClass="entr" presetID="10" presetSubtype="0">
                                  <p:stCondLst>
                                    <p:cond delay="0"/>
                                  </p:stCondLst>
                                  <p:childTnLst>
                                    <p:set>
                                      <p:cBhvr>
                                        <p:cTn dur="1" fill="hold">
                                          <p:stCondLst>
                                            <p:cond delay="0"/>
                                          </p:stCondLst>
                                        </p:cTn>
                                        <p:tgtEl>
                                          <p:spTgt spid="486"/>
                                        </p:tgtEl>
                                        <p:attrNameLst>
                                          <p:attrName>style.visibility</p:attrName>
                                        </p:attrNameLst>
                                      </p:cBhvr>
                                      <p:to>
                                        <p:strVal val="visible"/>
                                      </p:to>
                                    </p:set>
                                    <p:animEffect filter="fade" transition="in">
                                      <p:cBhvr>
                                        <p:cTn dur="500"/>
                                        <p:tgtEl>
                                          <p:spTgt spid="486"/>
                                        </p:tgtEl>
                                      </p:cBhvr>
                                    </p:animEffect>
                                  </p:childTnLst>
                                </p:cTn>
                              </p:par>
                              <p:par>
                                <p:cTn fill="hold" nodeType="withEffect" presetClass="entr" presetID="10" presetSubtype="0">
                                  <p:stCondLst>
                                    <p:cond delay="0"/>
                                  </p:stCondLst>
                                  <p:childTnLst>
                                    <p:set>
                                      <p:cBhvr>
                                        <p:cTn dur="1" fill="hold">
                                          <p:stCondLst>
                                            <p:cond delay="0"/>
                                          </p:stCondLst>
                                        </p:cTn>
                                        <p:tgtEl>
                                          <p:spTgt spid="484"/>
                                        </p:tgtEl>
                                        <p:attrNameLst>
                                          <p:attrName>style.visibility</p:attrName>
                                        </p:attrNameLst>
                                      </p:cBhvr>
                                      <p:to>
                                        <p:strVal val="visible"/>
                                      </p:to>
                                    </p:set>
                                    <p:animEffect filter="fade" transition="in">
                                      <p:cBhvr>
                                        <p:cTn dur="500"/>
                                        <p:tgtEl>
                                          <p:spTgt spid="4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66"/>
          <p:cNvSpPr txBox="1"/>
          <p:nvPr/>
        </p:nvSpPr>
        <p:spPr>
          <a:xfrm>
            <a:off x="0" y="28778"/>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QUESTION 14</a:t>
            </a:r>
            <a:endParaRPr b="1" i="0" sz="1800" u="none" cap="none" strike="noStrike">
              <a:solidFill>
                <a:schemeClr val="lt1"/>
              </a:solidFill>
              <a:latin typeface="Times New Roman"/>
              <a:ea typeface="Times New Roman"/>
              <a:cs typeface="Times New Roman"/>
              <a:sym typeface="Times New Roman"/>
            </a:endParaRPr>
          </a:p>
        </p:txBody>
      </p:sp>
      <p:sp>
        <p:nvSpPr>
          <p:cNvPr id="497" name="Google Shape;497;p66"/>
          <p:cNvSpPr txBox="1"/>
          <p:nvPr/>
        </p:nvSpPr>
        <p:spPr>
          <a:xfrm>
            <a:off x="4609253" y="1368071"/>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SOLUTION 14</a:t>
            </a:r>
            <a:endParaRPr b="1" i="0" sz="1800" u="none" cap="none" strike="noStrike">
              <a:solidFill>
                <a:schemeClr val="lt1"/>
              </a:solidFill>
              <a:latin typeface="Times New Roman"/>
              <a:ea typeface="Times New Roman"/>
              <a:cs typeface="Times New Roman"/>
              <a:sym typeface="Times New Roman"/>
            </a:endParaRPr>
          </a:p>
        </p:txBody>
      </p:sp>
      <p:sp>
        <p:nvSpPr>
          <p:cNvPr id="498" name="Google Shape;498;p66"/>
          <p:cNvSpPr txBox="1"/>
          <p:nvPr/>
        </p:nvSpPr>
        <p:spPr>
          <a:xfrm>
            <a:off x="0" y="4763850"/>
            <a:ext cx="27648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CORRECT ANSWER 14</a:t>
            </a:r>
            <a:endParaRPr b="1" i="0" sz="1800" u="none" cap="none" strike="noStrike">
              <a:solidFill>
                <a:schemeClr val="lt1"/>
              </a:solidFill>
              <a:latin typeface="Times New Roman"/>
              <a:ea typeface="Times New Roman"/>
              <a:cs typeface="Times New Roman"/>
              <a:sym typeface="Times New Roman"/>
            </a:endParaRPr>
          </a:p>
        </p:txBody>
      </p:sp>
      <p:sp>
        <p:nvSpPr>
          <p:cNvPr id="499" name="Google Shape;499;p66"/>
          <p:cNvSpPr txBox="1"/>
          <p:nvPr/>
        </p:nvSpPr>
        <p:spPr>
          <a:xfrm>
            <a:off x="3122141" y="4728615"/>
            <a:ext cx="10977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a)</a:t>
            </a:r>
            <a:endParaRPr b="1" i="0" sz="1800" u="none" cap="none" strike="noStrike">
              <a:solidFill>
                <a:schemeClr val="lt1"/>
              </a:solidFill>
              <a:latin typeface="Times New Roman"/>
              <a:ea typeface="Times New Roman"/>
              <a:cs typeface="Times New Roman"/>
              <a:sym typeface="Times New Roman"/>
            </a:endParaRPr>
          </a:p>
        </p:txBody>
      </p:sp>
      <p:cxnSp>
        <p:nvCxnSpPr>
          <p:cNvPr id="500" name="Google Shape;500;p66"/>
          <p:cNvCxnSpPr/>
          <p:nvPr/>
        </p:nvCxnSpPr>
        <p:spPr>
          <a:xfrm>
            <a:off x="2798531" y="4936956"/>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501" name="Google Shape;501;p66"/>
          <p:cNvSpPr txBox="1"/>
          <p:nvPr/>
        </p:nvSpPr>
        <p:spPr>
          <a:xfrm>
            <a:off x="74406" y="432919"/>
            <a:ext cx="9069600" cy="1974600"/>
          </a:xfrm>
          <a:prstGeom prst="rect">
            <a:avLst/>
          </a:prstGeom>
          <a:blipFill rotWithShape="1">
            <a:blip r:embed="rId3">
              <a:alphaModFix/>
            </a:blip>
            <a:stretch>
              <a:fillRect b="-3178" l="-279"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IN" sz="1400" u="none" cap="none" strike="noStrike">
                <a:latin typeface="Arial"/>
                <a:ea typeface="Arial"/>
                <a:cs typeface="Arial"/>
                <a:sym typeface="Arial"/>
              </a:rPr>
              <a:t> </a:t>
            </a:r>
            <a:endParaRPr/>
          </a:p>
        </p:txBody>
      </p:sp>
      <p:sp>
        <p:nvSpPr>
          <p:cNvPr id="502" name="Google Shape;502;p66"/>
          <p:cNvSpPr txBox="1"/>
          <p:nvPr/>
        </p:nvSpPr>
        <p:spPr>
          <a:xfrm>
            <a:off x="2688731" y="2010088"/>
            <a:ext cx="5987700" cy="561600"/>
          </a:xfrm>
          <a:prstGeom prst="rect">
            <a:avLst/>
          </a:prstGeom>
          <a:blipFill rotWithShape="1">
            <a:blip r:embed="rId4">
              <a:alphaModFix/>
            </a:blip>
            <a:stretch>
              <a:fillRect b="-15558" l="-849" r="-839" t="-443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IN" sz="1400" u="none" cap="none" strike="noStrike">
                <a:latin typeface="Arial"/>
                <a:ea typeface="Arial"/>
                <a:cs typeface="Arial"/>
                <a:sym typeface="Arial"/>
              </a:rPr>
              <a:t> </a:t>
            </a:r>
            <a:endParaRPr/>
          </a:p>
        </p:txBody>
      </p:sp>
      <p:pic>
        <p:nvPicPr>
          <p:cNvPr id="503" name="Google Shape;503;p66"/>
          <p:cNvPicPr preferRelativeResize="0"/>
          <p:nvPr/>
        </p:nvPicPr>
        <p:blipFill rotWithShape="1">
          <a:blip r:embed="rId5">
            <a:alphaModFix/>
          </a:blip>
          <a:srcRect b="0" l="0" r="0" t="0"/>
          <a:stretch/>
        </p:blipFill>
        <p:spPr>
          <a:xfrm>
            <a:off x="212162" y="2761738"/>
            <a:ext cx="2976562" cy="1776825"/>
          </a:xfrm>
          <a:prstGeom prst="rect">
            <a:avLst/>
          </a:prstGeom>
          <a:noFill/>
          <a:ln>
            <a:noFill/>
          </a:ln>
        </p:spPr>
      </p:pic>
      <p:pic>
        <p:nvPicPr>
          <p:cNvPr id="504" name="Google Shape;504;p66"/>
          <p:cNvPicPr preferRelativeResize="0"/>
          <p:nvPr/>
        </p:nvPicPr>
        <p:blipFill rotWithShape="1">
          <a:blip r:embed="rId6">
            <a:alphaModFix/>
          </a:blip>
          <a:srcRect b="0" l="0" r="0" t="0"/>
          <a:stretch/>
        </p:blipFill>
        <p:spPr>
          <a:xfrm>
            <a:off x="4352196" y="2732144"/>
            <a:ext cx="4541332" cy="652088"/>
          </a:xfrm>
          <a:prstGeom prst="rect">
            <a:avLst/>
          </a:prstGeom>
          <a:noFill/>
          <a:ln>
            <a:noFill/>
          </a:ln>
        </p:spPr>
      </p:pic>
      <p:pic>
        <p:nvPicPr>
          <p:cNvPr id="505" name="Google Shape;505;p66"/>
          <p:cNvPicPr preferRelativeResize="0"/>
          <p:nvPr/>
        </p:nvPicPr>
        <p:blipFill rotWithShape="1">
          <a:blip r:embed="rId7">
            <a:alphaModFix/>
          </a:blip>
          <a:srcRect b="0" l="0" r="0" t="0"/>
          <a:stretch/>
        </p:blipFill>
        <p:spPr>
          <a:xfrm>
            <a:off x="3566732" y="3293123"/>
            <a:ext cx="3410538" cy="1466211"/>
          </a:xfrm>
          <a:prstGeom prst="rect">
            <a:avLst/>
          </a:prstGeom>
          <a:noFill/>
          <a:ln>
            <a:noFill/>
          </a:ln>
        </p:spPr>
      </p:pic>
      <p:pic>
        <p:nvPicPr>
          <p:cNvPr id="506" name="Google Shape;506;p66"/>
          <p:cNvPicPr preferRelativeResize="0"/>
          <p:nvPr/>
        </p:nvPicPr>
        <p:blipFill rotWithShape="1">
          <a:blip r:embed="rId8">
            <a:alphaModFix/>
          </a:blip>
          <a:srcRect b="0" l="0" r="0" t="0"/>
          <a:stretch/>
        </p:blipFill>
        <p:spPr>
          <a:xfrm>
            <a:off x="6532321" y="4607682"/>
            <a:ext cx="2491638" cy="50788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7"/>
                                        </p:tgtEl>
                                        <p:attrNameLst>
                                          <p:attrName>style.visibility</p:attrName>
                                        </p:attrNameLst>
                                      </p:cBhvr>
                                      <p:to>
                                        <p:strVal val="visible"/>
                                      </p:to>
                                    </p:set>
                                    <p:animEffect filter="fade" transition="in">
                                      <p:cBhvr>
                                        <p:cTn dur="1000"/>
                                        <p:tgtEl>
                                          <p:spTgt spid="4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3"/>
                                        </p:tgtEl>
                                        <p:attrNameLst>
                                          <p:attrName>style.visibility</p:attrName>
                                        </p:attrNameLst>
                                      </p:cBhvr>
                                      <p:to>
                                        <p:strVal val="visible"/>
                                      </p:to>
                                    </p:set>
                                    <p:animEffect filter="fade" transition="in">
                                      <p:cBhvr>
                                        <p:cTn dur="1000"/>
                                        <p:tgtEl>
                                          <p:spTgt spid="5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2"/>
                                        </p:tgtEl>
                                        <p:attrNameLst>
                                          <p:attrName>style.visibility</p:attrName>
                                        </p:attrNameLst>
                                      </p:cBhvr>
                                      <p:to>
                                        <p:strVal val="visible"/>
                                      </p:to>
                                    </p:set>
                                    <p:animEffect filter="fade" transition="in">
                                      <p:cBhvr>
                                        <p:cTn dur="1000"/>
                                        <p:tgtEl>
                                          <p:spTgt spid="5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4"/>
                                        </p:tgtEl>
                                        <p:attrNameLst>
                                          <p:attrName>style.visibility</p:attrName>
                                        </p:attrNameLst>
                                      </p:cBhvr>
                                      <p:to>
                                        <p:strVal val="visible"/>
                                      </p:to>
                                    </p:set>
                                    <p:animEffect filter="fade" transition="in">
                                      <p:cBhvr>
                                        <p:cTn dur="1000"/>
                                        <p:tgtEl>
                                          <p:spTgt spid="504"/>
                                        </p:tgtEl>
                                      </p:cBhvr>
                                    </p:animEffect>
                                  </p:childTnLst>
                                </p:cTn>
                              </p:par>
                              <p:par>
                                <p:cTn fill="hold" nodeType="withEffect" presetClass="entr" presetID="10" presetSubtype="0">
                                  <p:stCondLst>
                                    <p:cond delay="0"/>
                                  </p:stCondLst>
                                  <p:childTnLst>
                                    <p:set>
                                      <p:cBhvr>
                                        <p:cTn dur="1" fill="hold">
                                          <p:stCondLst>
                                            <p:cond delay="0"/>
                                          </p:stCondLst>
                                        </p:cTn>
                                        <p:tgtEl>
                                          <p:spTgt spid="505"/>
                                        </p:tgtEl>
                                        <p:attrNameLst>
                                          <p:attrName>style.visibility</p:attrName>
                                        </p:attrNameLst>
                                      </p:cBhvr>
                                      <p:to>
                                        <p:strVal val="visible"/>
                                      </p:to>
                                    </p:set>
                                    <p:animEffect filter="fade" transition="in">
                                      <p:cBhvr>
                                        <p:cTn dur="1000"/>
                                        <p:tgtEl>
                                          <p:spTgt spid="505"/>
                                        </p:tgtEl>
                                      </p:cBhvr>
                                    </p:animEffect>
                                  </p:childTnLst>
                                </p:cTn>
                              </p:par>
                              <p:par>
                                <p:cTn fill="hold" nodeType="withEffect" presetClass="entr" presetID="10" presetSubtype="0">
                                  <p:stCondLst>
                                    <p:cond delay="0"/>
                                  </p:stCondLst>
                                  <p:childTnLst>
                                    <p:set>
                                      <p:cBhvr>
                                        <p:cTn dur="1" fill="hold">
                                          <p:stCondLst>
                                            <p:cond delay="0"/>
                                          </p:stCondLst>
                                        </p:cTn>
                                        <p:tgtEl>
                                          <p:spTgt spid="506"/>
                                        </p:tgtEl>
                                        <p:attrNameLst>
                                          <p:attrName>style.visibility</p:attrName>
                                        </p:attrNameLst>
                                      </p:cBhvr>
                                      <p:to>
                                        <p:strVal val="visible"/>
                                      </p:to>
                                    </p:set>
                                    <p:animEffect filter="fade" transition="in">
                                      <p:cBhvr>
                                        <p:cTn dur="1000"/>
                                        <p:tgtEl>
                                          <p:spTgt spid="5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
                                        </p:tgtEl>
                                        <p:attrNameLst>
                                          <p:attrName>style.visibility</p:attrName>
                                        </p:attrNameLst>
                                      </p:cBhvr>
                                      <p:to>
                                        <p:strVal val="visible"/>
                                      </p:to>
                                    </p:set>
                                    <p:animEffect filter="fade" transition="in">
                                      <p:cBhvr>
                                        <p:cTn dur="500"/>
                                        <p:tgtEl>
                                          <p:spTgt spid="498"/>
                                        </p:tgtEl>
                                      </p:cBhvr>
                                    </p:animEffect>
                                  </p:childTnLst>
                                </p:cTn>
                              </p:par>
                              <p:par>
                                <p:cTn fill="hold" nodeType="withEffect" presetClass="entr" presetID="10" presetSubtype="0">
                                  <p:stCondLst>
                                    <p:cond delay="0"/>
                                  </p:stCondLst>
                                  <p:childTnLst>
                                    <p:set>
                                      <p:cBhvr>
                                        <p:cTn dur="1" fill="hold">
                                          <p:stCondLst>
                                            <p:cond delay="0"/>
                                          </p:stCondLst>
                                        </p:cTn>
                                        <p:tgtEl>
                                          <p:spTgt spid="500"/>
                                        </p:tgtEl>
                                        <p:attrNameLst>
                                          <p:attrName>style.visibility</p:attrName>
                                        </p:attrNameLst>
                                      </p:cBhvr>
                                      <p:to>
                                        <p:strVal val="visible"/>
                                      </p:to>
                                    </p:set>
                                    <p:animEffect filter="fade" transition="in">
                                      <p:cBhvr>
                                        <p:cTn dur="500"/>
                                        <p:tgtEl>
                                          <p:spTgt spid="500"/>
                                        </p:tgtEl>
                                      </p:cBhvr>
                                    </p:animEffect>
                                  </p:childTnLst>
                                </p:cTn>
                              </p:par>
                              <p:par>
                                <p:cTn fill="hold" nodeType="withEffect" presetClass="entr" presetID="10" presetSubtype="0">
                                  <p:stCondLst>
                                    <p:cond delay="0"/>
                                  </p:stCondLst>
                                  <p:childTnLst>
                                    <p:set>
                                      <p:cBhvr>
                                        <p:cTn dur="1" fill="hold">
                                          <p:stCondLst>
                                            <p:cond delay="0"/>
                                          </p:stCondLst>
                                        </p:cTn>
                                        <p:tgtEl>
                                          <p:spTgt spid="499"/>
                                        </p:tgtEl>
                                        <p:attrNameLst>
                                          <p:attrName>style.visibility</p:attrName>
                                        </p:attrNameLst>
                                      </p:cBhvr>
                                      <p:to>
                                        <p:strVal val="visible"/>
                                      </p:to>
                                    </p:set>
                                    <p:animEffect filter="fade" transition="in">
                                      <p:cBhvr>
                                        <p:cTn dur="500"/>
                                        <p:tgtEl>
                                          <p:spTgt spid="4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67"/>
          <p:cNvSpPr txBox="1"/>
          <p:nvPr/>
        </p:nvSpPr>
        <p:spPr>
          <a:xfrm>
            <a:off x="0" y="86312"/>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QUESTION </a:t>
            </a:r>
            <a:r>
              <a:rPr b="1" lang="en-IN" sz="1800">
                <a:solidFill>
                  <a:schemeClr val="lt1"/>
                </a:solidFill>
                <a:latin typeface="Times New Roman"/>
                <a:ea typeface="Times New Roman"/>
                <a:cs typeface="Times New Roman"/>
                <a:sym typeface="Times New Roman"/>
              </a:rPr>
              <a:t>15</a:t>
            </a:r>
            <a:endParaRPr b="1" i="0" sz="1800" u="none" cap="none" strike="noStrike">
              <a:solidFill>
                <a:schemeClr val="lt1"/>
              </a:solidFill>
              <a:latin typeface="Times New Roman"/>
              <a:ea typeface="Times New Roman"/>
              <a:cs typeface="Times New Roman"/>
              <a:sym typeface="Times New Roman"/>
            </a:endParaRPr>
          </a:p>
        </p:txBody>
      </p:sp>
      <p:sp>
        <p:nvSpPr>
          <p:cNvPr id="513" name="Google Shape;513;p67"/>
          <p:cNvSpPr txBox="1"/>
          <p:nvPr/>
        </p:nvSpPr>
        <p:spPr>
          <a:xfrm>
            <a:off x="-1" y="451791"/>
            <a:ext cx="9402900" cy="15468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800"/>
              <a:buFont typeface="Arial"/>
              <a:buNone/>
            </a:pPr>
            <a:r>
              <a:rPr b="0" i="0" lang="en-IN" sz="1600" u="none" cap="none" strike="noStrike">
                <a:solidFill>
                  <a:schemeClr val="dk1"/>
                </a:solidFill>
                <a:latin typeface="Times New Roman"/>
                <a:ea typeface="Times New Roman"/>
                <a:cs typeface="Times New Roman"/>
                <a:sym typeface="Times New Roman"/>
              </a:rPr>
              <a:t>If the principal point is located at (3, 4) in the coordinate system of the image plane, what would be the image coordinates of the world point (1, 2, 5), using a pin hole camera with focal length f = 0.5?</a:t>
            </a:r>
            <a:endParaRPr/>
          </a:p>
          <a:p>
            <a:pPr indent="0" lvl="0" marL="0" marR="0" rtl="0" algn="l">
              <a:lnSpc>
                <a:spcPct val="100000"/>
              </a:lnSpc>
              <a:spcBef>
                <a:spcPts val="0"/>
              </a:spcBef>
              <a:spcAft>
                <a:spcPts val="0"/>
              </a:spcAft>
              <a:buClr>
                <a:srgbClr val="000000"/>
              </a:buClr>
              <a:buSzPts val="1800"/>
              <a:buFont typeface="Arial"/>
              <a:buNone/>
            </a:pPr>
            <a:r>
              <a:rPr b="0" i="0" lang="en-IN" sz="1600" u="none" cap="none" strike="noStrike">
                <a:solidFill>
                  <a:schemeClr val="dk1"/>
                </a:solidFill>
                <a:latin typeface="Times New Roman"/>
                <a:ea typeface="Times New Roman"/>
                <a:cs typeface="Times New Roman"/>
                <a:sym typeface="Times New Roman"/>
              </a:rPr>
              <a:t>a) (2.3, 4.4)</a:t>
            </a:r>
            <a:endParaRPr/>
          </a:p>
          <a:p>
            <a:pPr indent="0" lvl="0" marL="0" marR="0" rtl="0" algn="l">
              <a:lnSpc>
                <a:spcPct val="100000"/>
              </a:lnSpc>
              <a:spcBef>
                <a:spcPts val="0"/>
              </a:spcBef>
              <a:spcAft>
                <a:spcPts val="0"/>
              </a:spcAft>
              <a:buClr>
                <a:srgbClr val="000000"/>
              </a:buClr>
              <a:buSzPts val="1800"/>
              <a:buFont typeface="Arial"/>
              <a:buNone/>
            </a:pPr>
            <a:r>
              <a:rPr b="0" i="0" lang="en-IN" sz="1600" u="none" cap="none" strike="noStrike">
                <a:solidFill>
                  <a:schemeClr val="dk1"/>
                </a:solidFill>
                <a:latin typeface="Times New Roman"/>
                <a:ea typeface="Times New Roman"/>
                <a:cs typeface="Times New Roman"/>
                <a:sym typeface="Times New Roman"/>
              </a:rPr>
              <a:t>b) (3.3, 3.4)</a:t>
            </a:r>
            <a:endParaRPr/>
          </a:p>
          <a:p>
            <a:pPr indent="0" lvl="0" marL="0" marR="0" rtl="0" algn="l">
              <a:lnSpc>
                <a:spcPct val="100000"/>
              </a:lnSpc>
              <a:spcBef>
                <a:spcPts val="0"/>
              </a:spcBef>
              <a:spcAft>
                <a:spcPts val="0"/>
              </a:spcAft>
              <a:buClr>
                <a:srgbClr val="000000"/>
              </a:buClr>
              <a:buSzPts val="1800"/>
              <a:buFont typeface="Arial"/>
              <a:buNone/>
            </a:pPr>
            <a:r>
              <a:rPr b="0" i="0" lang="en-IN" sz="1600" u="none" cap="none" strike="noStrike">
                <a:solidFill>
                  <a:schemeClr val="dk1"/>
                </a:solidFill>
                <a:latin typeface="Times New Roman"/>
                <a:ea typeface="Times New Roman"/>
                <a:cs typeface="Times New Roman"/>
                <a:sym typeface="Times New Roman"/>
              </a:rPr>
              <a:t>c) (3.1, 4.2)</a:t>
            </a:r>
            <a:endParaRPr/>
          </a:p>
          <a:p>
            <a:pPr indent="0" lvl="0" marL="0" marR="0" rtl="0" algn="l">
              <a:lnSpc>
                <a:spcPct val="100000"/>
              </a:lnSpc>
              <a:spcBef>
                <a:spcPts val="0"/>
              </a:spcBef>
              <a:spcAft>
                <a:spcPts val="0"/>
              </a:spcAft>
              <a:buClr>
                <a:srgbClr val="000000"/>
              </a:buClr>
              <a:buSzPts val="1800"/>
              <a:buFont typeface="Arial"/>
              <a:buNone/>
            </a:pPr>
            <a:r>
              <a:rPr b="0" i="0" lang="en-IN" sz="1600" u="none" cap="none" strike="noStrike">
                <a:solidFill>
                  <a:schemeClr val="dk1"/>
                </a:solidFill>
                <a:latin typeface="Times New Roman"/>
                <a:ea typeface="Times New Roman"/>
                <a:cs typeface="Times New Roman"/>
                <a:sym typeface="Times New Roman"/>
              </a:rPr>
              <a:t>d) (2.3, 3.4)</a:t>
            </a:r>
            <a:endParaRPr b="0" i="0" sz="1600" u="none" cap="none" strike="noStrike">
              <a:solidFill>
                <a:schemeClr val="dk1"/>
              </a:solidFill>
              <a:latin typeface="Times New Roman"/>
              <a:ea typeface="Times New Roman"/>
              <a:cs typeface="Times New Roman"/>
              <a:sym typeface="Times New Roman"/>
            </a:endParaRPr>
          </a:p>
        </p:txBody>
      </p:sp>
      <p:sp>
        <p:nvSpPr>
          <p:cNvPr id="514" name="Google Shape;514;p67"/>
          <p:cNvSpPr txBox="1"/>
          <p:nvPr/>
        </p:nvSpPr>
        <p:spPr>
          <a:xfrm>
            <a:off x="3154117" y="1798314"/>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SOLUTION </a:t>
            </a:r>
            <a:r>
              <a:rPr b="1" lang="en-IN" sz="1800">
                <a:solidFill>
                  <a:schemeClr val="lt1"/>
                </a:solidFill>
                <a:latin typeface="Times New Roman"/>
                <a:ea typeface="Times New Roman"/>
                <a:cs typeface="Times New Roman"/>
                <a:sym typeface="Times New Roman"/>
              </a:rPr>
              <a:t>15</a:t>
            </a:r>
            <a:endParaRPr b="1" i="0" sz="1800" u="none" cap="none" strike="noStrike">
              <a:solidFill>
                <a:schemeClr val="lt1"/>
              </a:solidFill>
              <a:latin typeface="Times New Roman"/>
              <a:ea typeface="Times New Roman"/>
              <a:cs typeface="Times New Roman"/>
              <a:sym typeface="Times New Roman"/>
            </a:endParaRPr>
          </a:p>
        </p:txBody>
      </p:sp>
      <p:sp>
        <p:nvSpPr>
          <p:cNvPr id="515" name="Google Shape;515;p67"/>
          <p:cNvSpPr txBox="1"/>
          <p:nvPr/>
        </p:nvSpPr>
        <p:spPr>
          <a:xfrm>
            <a:off x="0" y="4763850"/>
            <a:ext cx="27543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CORRECT ANSWER </a:t>
            </a:r>
            <a:r>
              <a:rPr b="1" lang="en-IN" sz="1800">
                <a:solidFill>
                  <a:schemeClr val="lt1"/>
                </a:solidFill>
                <a:latin typeface="Times New Roman"/>
                <a:ea typeface="Times New Roman"/>
                <a:cs typeface="Times New Roman"/>
                <a:sym typeface="Times New Roman"/>
              </a:rPr>
              <a:t>15</a:t>
            </a:r>
            <a:endParaRPr b="1" i="0" sz="1800" u="none" cap="none" strike="noStrike">
              <a:solidFill>
                <a:schemeClr val="lt1"/>
              </a:solidFill>
              <a:latin typeface="Times New Roman"/>
              <a:ea typeface="Times New Roman"/>
              <a:cs typeface="Times New Roman"/>
              <a:sym typeface="Times New Roman"/>
            </a:endParaRPr>
          </a:p>
        </p:txBody>
      </p:sp>
      <p:sp>
        <p:nvSpPr>
          <p:cNvPr id="516" name="Google Shape;516;p67"/>
          <p:cNvSpPr txBox="1"/>
          <p:nvPr/>
        </p:nvSpPr>
        <p:spPr>
          <a:xfrm>
            <a:off x="3017816" y="4763840"/>
            <a:ext cx="10977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a:t>
            </a:r>
            <a:endParaRPr b="1" i="0" sz="1800" u="none" cap="none" strike="noStrike">
              <a:solidFill>
                <a:schemeClr val="lt1"/>
              </a:solidFill>
              <a:latin typeface="Times New Roman"/>
              <a:ea typeface="Times New Roman"/>
              <a:cs typeface="Times New Roman"/>
              <a:sym typeface="Times New Roman"/>
            </a:endParaRPr>
          </a:p>
        </p:txBody>
      </p:sp>
      <p:cxnSp>
        <p:nvCxnSpPr>
          <p:cNvPr id="517" name="Google Shape;517;p67"/>
          <p:cNvCxnSpPr/>
          <p:nvPr/>
        </p:nvCxnSpPr>
        <p:spPr>
          <a:xfrm>
            <a:off x="2776419" y="4936956"/>
            <a:ext cx="219300" cy="0"/>
          </a:xfrm>
          <a:prstGeom prst="straightConnector1">
            <a:avLst/>
          </a:prstGeom>
          <a:noFill/>
          <a:ln cap="flat" cmpd="sng" w="19050">
            <a:solidFill>
              <a:schemeClr val="accent6"/>
            </a:solidFill>
            <a:prstDash val="solid"/>
            <a:miter lim="800000"/>
            <a:headEnd len="sm" w="sm" type="none"/>
            <a:tailEnd len="med" w="med" type="triangle"/>
          </a:ln>
        </p:spPr>
      </p:cxnSp>
      <p:pic>
        <p:nvPicPr>
          <p:cNvPr id="518" name="Google Shape;518;p67"/>
          <p:cNvPicPr preferRelativeResize="0"/>
          <p:nvPr/>
        </p:nvPicPr>
        <p:blipFill rotWithShape="1">
          <a:blip r:embed="rId3">
            <a:alphaModFix/>
          </a:blip>
          <a:srcRect b="0" l="0" r="0" t="0"/>
          <a:stretch/>
        </p:blipFill>
        <p:spPr>
          <a:xfrm>
            <a:off x="140439" y="2371558"/>
            <a:ext cx="3975211" cy="2200153"/>
          </a:xfrm>
          <a:prstGeom prst="rect">
            <a:avLst/>
          </a:prstGeom>
          <a:noFill/>
          <a:ln>
            <a:noFill/>
          </a:ln>
        </p:spPr>
      </p:pic>
      <p:pic>
        <p:nvPicPr>
          <p:cNvPr id="519" name="Google Shape;519;p67"/>
          <p:cNvPicPr preferRelativeResize="0"/>
          <p:nvPr/>
        </p:nvPicPr>
        <p:blipFill rotWithShape="1">
          <a:blip r:embed="rId4">
            <a:alphaModFix/>
          </a:blip>
          <a:srcRect b="0" l="0" r="0" t="0"/>
          <a:stretch/>
        </p:blipFill>
        <p:spPr>
          <a:xfrm>
            <a:off x="4572000" y="2290788"/>
            <a:ext cx="4468282" cy="247305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4"/>
                                        </p:tgtEl>
                                        <p:attrNameLst>
                                          <p:attrName>style.visibility</p:attrName>
                                        </p:attrNameLst>
                                      </p:cBhvr>
                                      <p:to>
                                        <p:strVal val="visible"/>
                                      </p:to>
                                    </p:set>
                                    <p:animEffect filter="fade" transition="in">
                                      <p:cBhvr>
                                        <p:cTn dur="1000"/>
                                        <p:tgtEl>
                                          <p:spTgt spid="5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8"/>
                                        </p:tgtEl>
                                        <p:attrNameLst>
                                          <p:attrName>style.visibility</p:attrName>
                                        </p:attrNameLst>
                                      </p:cBhvr>
                                      <p:to>
                                        <p:strVal val="visible"/>
                                      </p:to>
                                    </p:set>
                                    <p:animEffect filter="fade" transition="in">
                                      <p:cBhvr>
                                        <p:cTn dur="1000"/>
                                        <p:tgtEl>
                                          <p:spTgt spid="5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9"/>
                                        </p:tgtEl>
                                        <p:attrNameLst>
                                          <p:attrName>style.visibility</p:attrName>
                                        </p:attrNameLst>
                                      </p:cBhvr>
                                      <p:to>
                                        <p:strVal val="visible"/>
                                      </p:to>
                                    </p:set>
                                    <p:animEffect filter="fade" transition="in">
                                      <p:cBhvr>
                                        <p:cTn dur="1000"/>
                                        <p:tgtEl>
                                          <p:spTgt spid="5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6"/>
                                        </p:tgtEl>
                                        <p:attrNameLst>
                                          <p:attrName>style.visibility</p:attrName>
                                        </p:attrNameLst>
                                      </p:cBhvr>
                                      <p:to>
                                        <p:strVal val="visible"/>
                                      </p:to>
                                    </p:set>
                                    <p:animEffect filter="fade" transition="in">
                                      <p:cBhvr>
                                        <p:cTn dur="500"/>
                                        <p:tgtEl>
                                          <p:spTgt spid="516"/>
                                        </p:tgtEl>
                                      </p:cBhvr>
                                    </p:animEffect>
                                  </p:childTnLst>
                                </p:cTn>
                              </p:par>
                              <p:par>
                                <p:cTn fill="hold" nodeType="withEffect" presetClass="entr" presetID="10" presetSubtype="0">
                                  <p:stCondLst>
                                    <p:cond delay="0"/>
                                  </p:stCondLst>
                                  <p:childTnLst>
                                    <p:set>
                                      <p:cBhvr>
                                        <p:cTn dur="1" fill="hold">
                                          <p:stCondLst>
                                            <p:cond delay="0"/>
                                          </p:stCondLst>
                                        </p:cTn>
                                        <p:tgtEl>
                                          <p:spTgt spid="517"/>
                                        </p:tgtEl>
                                        <p:attrNameLst>
                                          <p:attrName>style.visibility</p:attrName>
                                        </p:attrNameLst>
                                      </p:cBhvr>
                                      <p:to>
                                        <p:strVal val="visible"/>
                                      </p:to>
                                    </p:set>
                                    <p:animEffect filter="fade" transition="in">
                                      <p:cBhvr>
                                        <p:cTn dur="500"/>
                                        <p:tgtEl>
                                          <p:spTgt spid="517"/>
                                        </p:tgtEl>
                                      </p:cBhvr>
                                    </p:animEffect>
                                  </p:childTnLst>
                                </p:cTn>
                              </p:par>
                              <p:par>
                                <p:cTn fill="hold" nodeType="withEffect" presetClass="entr" presetID="10" presetSubtype="0">
                                  <p:stCondLst>
                                    <p:cond delay="0"/>
                                  </p:stCondLst>
                                  <p:childTnLst>
                                    <p:set>
                                      <p:cBhvr>
                                        <p:cTn dur="1" fill="hold">
                                          <p:stCondLst>
                                            <p:cond delay="0"/>
                                          </p:stCondLst>
                                        </p:cTn>
                                        <p:tgtEl>
                                          <p:spTgt spid="515"/>
                                        </p:tgtEl>
                                        <p:attrNameLst>
                                          <p:attrName>style.visibility</p:attrName>
                                        </p:attrNameLst>
                                      </p:cBhvr>
                                      <p:to>
                                        <p:strVal val="visible"/>
                                      </p:to>
                                    </p:set>
                                    <p:animEffect filter="fade" transition="in">
                                      <p:cBhvr>
                                        <p:cTn dur="500"/>
                                        <p:tgtEl>
                                          <p:spTgt spid="5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68"/>
          <p:cNvSpPr txBox="1"/>
          <p:nvPr/>
        </p:nvSpPr>
        <p:spPr>
          <a:xfrm>
            <a:off x="0" y="86312"/>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QUESTION </a:t>
            </a:r>
            <a:r>
              <a:rPr b="1" lang="en-IN" sz="1800">
                <a:solidFill>
                  <a:schemeClr val="lt1"/>
                </a:solidFill>
                <a:latin typeface="Times New Roman"/>
                <a:ea typeface="Times New Roman"/>
                <a:cs typeface="Times New Roman"/>
                <a:sym typeface="Times New Roman"/>
              </a:rPr>
              <a:t>16</a:t>
            </a:r>
            <a:endParaRPr b="1" i="0" sz="1800" u="none" cap="none" strike="noStrike">
              <a:solidFill>
                <a:schemeClr val="lt1"/>
              </a:solidFill>
              <a:latin typeface="Times New Roman"/>
              <a:ea typeface="Times New Roman"/>
              <a:cs typeface="Times New Roman"/>
              <a:sym typeface="Times New Roman"/>
            </a:endParaRPr>
          </a:p>
        </p:txBody>
      </p:sp>
      <p:sp>
        <p:nvSpPr>
          <p:cNvPr id="526" name="Google Shape;526;p68"/>
          <p:cNvSpPr txBox="1"/>
          <p:nvPr/>
        </p:nvSpPr>
        <p:spPr>
          <a:xfrm>
            <a:off x="3443431" y="1585672"/>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SOLUTION </a:t>
            </a:r>
            <a:r>
              <a:rPr b="1" lang="en-IN" sz="1800">
                <a:solidFill>
                  <a:schemeClr val="lt1"/>
                </a:solidFill>
                <a:latin typeface="Times New Roman"/>
                <a:ea typeface="Times New Roman"/>
                <a:cs typeface="Times New Roman"/>
                <a:sym typeface="Times New Roman"/>
              </a:rPr>
              <a:t>16</a:t>
            </a:r>
            <a:endParaRPr b="1" i="0" sz="1800" u="none" cap="none" strike="noStrike">
              <a:solidFill>
                <a:schemeClr val="lt1"/>
              </a:solidFill>
              <a:latin typeface="Times New Roman"/>
              <a:ea typeface="Times New Roman"/>
              <a:cs typeface="Times New Roman"/>
              <a:sym typeface="Times New Roman"/>
            </a:endParaRPr>
          </a:p>
        </p:txBody>
      </p:sp>
      <p:sp>
        <p:nvSpPr>
          <p:cNvPr id="527" name="Google Shape;527;p68"/>
          <p:cNvSpPr txBox="1"/>
          <p:nvPr/>
        </p:nvSpPr>
        <p:spPr>
          <a:xfrm>
            <a:off x="0" y="476385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CORRECT ANSWER </a:t>
            </a:r>
            <a:r>
              <a:rPr b="1" lang="en-IN" sz="1800">
                <a:solidFill>
                  <a:schemeClr val="lt1"/>
                </a:solidFill>
                <a:latin typeface="Times New Roman"/>
                <a:ea typeface="Times New Roman"/>
                <a:cs typeface="Times New Roman"/>
                <a:sym typeface="Times New Roman"/>
              </a:rPr>
              <a:t>16</a:t>
            </a:r>
            <a:endParaRPr b="1" i="0" sz="1800" u="none" cap="none" strike="noStrike">
              <a:solidFill>
                <a:schemeClr val="lt1"/>
              </a:solidFill>
              <a:latin typeface="Times New Roman"/>
              <a:ea typeface="Times New Roman"/>
              <a:cs typeface="Times New Roman"/>
              <a:sym typeface="Times New Roman"/>
            </a:endParaRPr>
          </a:p>
        </p:txBody>
      </p:sp>
      <p:sp>
        <p:nvSpPr>
          <p:cNvPr id="528" name="Google Shape;528;p68"/>
          <p:cNvSpPr txBox="1"/>
          <p:nvPr/>
        </p:nvSpPr>
        <p:spPr>
          <a:xfrm>
            <a:off x="3017816" y="4763840"/>
            <a:ext cx="10977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b)</a:t>
            </a:r>
            <a:endParaRPr b="1" i="0" sz="1800" u="none" cap="none" strike="noStrike">
              <a:solidFill>
                <a:schemeClr val="lt1"/>
              </a:solidFill>
              <a:latin typeface="Times New Roman"/>
              <a:ea typeface="Times New Roman"/>
              <a:cs typeface="Times New Roman"/>
              <a:sym typeface="Times New Roman"/>
            </a:endParaRPr>
          </a:p>
        </p:txBody>
      </p:sp>
      <p:cxnSp>
        <p:nvCxnSpPr>
          <p:cNvPr id="529" name="Google Shape;529;p68"/>
          <p:cNvCxnSpPr/>
          <p:nvPr/>
        </p:nvCxnSpPr>
        <p:spPr>
          <a:xfrm>
            <a:off x="2743569" y="4936956"/>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530" name="Google Shape;530;p68"/>
          <p:cNvSpPr txBox="1"/>
          <p:nvPr/>
        </p:nvSpPr>
        <p:spPr>
          <a:xfrm>
            <a:off x="10" y="542261"/>
            <a:ext cx="8833500" cy="1951500"/>
          </a:xfrm>
          <a:prstGeom prst="rect">
            <a:avLst/>
          </a:prstGeom>
          <a:blipFill rotWithShape="1">
            <a:blip r:embed="rId3">
              <a:alphaModFix/>
            </a:blip>
            <a:stretch>
              <a:fillRect b="-3899" l="-569"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IN" sz="1400" u="none" cap="none" strike="noStrike">
                <a:latin typeface="Arial"/>
                <a:ea typeface="Arial"/>
                <a:cs typeface="Arial"/>
                <a:sym typeface="Arial"/>
              </a:rPr>
              <a:t> </a:t>
            </a:r>
            <a:endParaRPr/>
          </a:p>
        </p:txBody>
      </p:sp>
      <p:pic>
        <p:nvPicPr>
          <p:cNvPr id="531" name="Google Shape;531;p68"/>
          <p:cNvPicPr preferRelativeResize="0"/>
          <p:nvPr/>
        </p:nvPicPr>
        <p:blipFill rotWithShape="1">
          <a:blip r:embed="rId4">
            <a:alphaModFix/>
          </a:blip>
          <a:srcRect b="0" l="0" r="0" t="0"/>
          <a:stretch/>
        </p:blipFill>
        <p:spPr>
          <a:xfrm>
            <a:off x="0" y="2759410"/>
            <a:ext cx="3909445" cy="1919873"/>
          </a:xfrm>
          <a:prstGeom prst="rect">
            <a:avLst/>
          </a:prstGeom>
          <a:noFill/>
          <a:ln>
            <a:noFill/>
          </a:ln>
        </p:spPr>
      </p:pic>
      <p:pic>
        <p:nvPicPr>
          <p:cNvPr id="532" name="Google Shape;532;p68"/>
          <p:cNvPicPr preferRelativeResize="0"/>
          <p:nvPr/>
        </p:nvPicPr>
        <p:blipFill rotWithShape="1">
          <a:blip r:embed="rId5">
            <a:alphaModFix/>
          </a:blip>
          <a:srcRect b="0" l="0" r="0" t="0"/>
          <a:stretch/>
        </p:blipFill>
        <p:spPr>
          <a:xfrm>
            <a:off x="4830945" y="1978233"/>
            <a:ext cx="2376819" cy="811715"/>
          </a:xfrm>
          <a:prstGeom prst="rect">
            <a:avLst/>
          </a:prstGeom>
          <a:noFill/>
          <a:ln>
            <a:noFill/>
          </a:ln>
        </p:spPr>
      </p:pic>
      <p:pic>
        <p:nvPicPr>
          <p:cNvPr id="533" name="Google Shape;533;p68"/>
          <p:cNvPicPr preferRelativeResize="0"/>
          <p:nvPr/>
        </p:nvPicPr>
        <p:blipFill rotWithShape="1">
          <a:blip r:embed="rId6">
            <a:alphaModFix/>
          </a:blip>
          <a:srcRect b="0" l="0" r="0" t="0"/>
          <a:stretch/>
        </p:blipFill>
        <p:spPr>
          <a:xfrm>
            <a:off x="4830945" y="2775621"/>
            <a:ext cx="3007544" cy="236788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6"/>
                                        </p:tgtEl>
                                        <p:attrNameLst>
                                          <p:attrName>style.visibility</p:attrName>
                                        </p:attrNameLst>
                                      </p:cBhvr>
                                      <p:to>
                                        <p:strVal val="visible"/>
                                      </p:to>
                                    </p:set>
                                    <p:animEffect filter="fade" transition="in">
                                      <p:cBhvr>
                                        <p:cTn dur="1000"/>
                                        <p:tgtEl>
                                          <p:spTgt spid="5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1"/>
                                        </p:tgtEl>
                                        <p:attrNameLst>
                                          <p:attrName>style.visibility</p:attrName>
                                        </p:attrNameLst>
                                      </p:cBhvr>
                                      <p:to>
                                        <p:strVal val="visible"/>
                                      </p:to>
                                    </p:set>
                                    <p:animEffect filter="fade" transition="in">
                                      <p:cBhvr>
                                        <p:cTn dur="1000"/>
                                        <p:tgtEl>
                                          <p:spTgt spid="5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2"/>
                                        </p:tgtEl>
                                        <p:attrNameLst>
                                          <p:attrName>style.visibility</p:attrName>
                                        </p:attrNameLst>
                                      </p:cBhvr>
                                      <p:to>
                                        <p:strVal val="visible"/>
                                      </p:to>
                                    </p:set>
                                    <p:animEffect filter="fade" transition="in">
                                      <p:cBhvr>
                                        <p:cTn dur="1000"/>
                                        <p:tgtEl>
                                          <p:spTgt spid="5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3"/>
                                        </p:tgtEl>
                                        <p:attrNameLst>
                                          <p:attrName>style.visibility</p:attrName>
                                        </p:attrNameLst>
                                      </p:cBhvr>
                                      <p:to>
                                        <p:strVal val="visible"/>
                                      </p:to>
                                    </p:set>
                                    <p:animEffect filter="fade" transition="in">
                                      <p:cBhvr>
                                        <p:cTn dur="1000"/>
                                        <p:tgtEl>
                                          <p:spTgt spid="5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8"/>
                                        </p:tgtEl>
                                        <p:attrNameLst>
                                          <p:attrName>style.visibility</p:attrName>
                                        </p:attrNameLst>
                                      </p:cBhvr>
                                      <p:to>
                                        <p:strVal val="visible"/>
                                      </p:to>
                                    </p:set>
                                    <p:animEffect filter="fade" transition="in">
                                      <p:cBhvr>
                                        <p:cTn dur="500"/>
                                        <p:tgtEl>
                                          <p:spTgt spid="528"/>
                                        </p:tgtEl>
                                      </p:cBhvr>
                                    </p:animEffect>
                                  </p:childTnLst>
                                </p:cTn>
                              </p:par>
                              <p:par>
                                <p:cTn fill="hold" nodeType="withEffect" presetClass="entr" presetID="10" presetSubtype="0">
                                  <p:stCondLst>
                                    <p:cond delay="0"/>
                                  </p:stCondLst>
                                  <p:childTnLst>
                                    <p:set>
                                      <p:cBhvr>
                                        <p:cTn dur="1" fill="hold">
                                          <p:stCondLst>
                                            <p:cond delay="0"/>
                                          </p:stCondLst>
                                        </p:cTn>
                                        <p:tgtEl>
                                          <p:spTgt spid="529"/>
                                        </p:tgtEl>
                                        <p:attrNameLst>
                                          <p:attrName>style.visibility</p:attrName>
                                        </p:attrNameLst>
                                      </p:cBhvr>
                                      <p:to>
                                        <p:strVal val="visible"/>
                                      </p:to>
                                    </p:set>
                                    <p:animEffect filter="fade" transition="in">
                                      <p:cBhvr>
                                        <p:cTn dur="500"/>
                                        <p:tgtEl>
                                          <p:spTgt spid="529"/>
                                        </p:tgtEl>
                                      </p:cBhvr>
                                    </p:animEffect>
                                  </p:childTnLst>
                                </p:cTn>
                              </p:par>
                              <p:par>
                                <p:cTn fill="hold" nodeType="withEffect" presetClass="entr" presetID="10" presetSubtype="0">
                                  <p:stCondLst>
                                    <p:cond delay="0"/>
                                  </p:stCondLst>
                                  <p:childTnLst>
                                    <p:set>
                                      <p:cBhvr>
                                        <p:cTn dur="1" fill="hold">
                                          <p:stCondLst>
                                            <p:cond delay="0"/>
                                          </p:stCondLst>
                                        </p:cTn>
                                        <p:tgtEl>
                                          <p:spTgt spid="527"/>
                                        </p:tgtEl>
                                        <p:attrNameLst>
                                          <p:attrName>style.visibility</p:attrName>
                                        </p:attrNameLst>
                                      </p:cBhvr>
                                      <p:to>
                                        <p:strVal val="visible"/>
                                      </p:to>
                                    </p:set>
                                    <p:animEffect filter="fade" transition="in">
                                      <p:cBhvr>
                                        <p:cTn dur="500"/>
                                        <p:tgtEl>
                                          <p:spTgt spid="5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69"/>
          <p:cNvSpPr txBox="1"/>
          <p:nvPr/>
        </p:nvSpPr>
        <p:spPr>
          <a:xfrm>
            <a:off x="311544" y="1128163"/>
            <a:ext cx="7262700" cy="2034000"/>
          </a:xfrm>
          <a:prstGeom prst="rect">
            <a:avLst/>
          </a:prstGeom>
          <a:blipFill rotWithShape="1">
            <a:blip r:embed="rId3">
              <a:alphaModFix/>
            </a:blip>
            <a:stretch>
              <a:fillRect b="-1239" l="-869" r="-879" t="-122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IN" sz="1400" u="none" cap="none" strike="noStrike">
                <a:latin typeface="Arial"/>
                <a:ea typeface="Arial"/>
                <a:cs typeface="Arial"/>
                <a:sym typeface="Arial"/>
              </a:rPr>
              <a:t> </a:t>
            </a:r>
            <a:endParaRPr/>
          </a:p>
        </p:txBody>
      </p:sp>
      <p:sp>
        <p:nvSpPr>
          <p:cNvPr id="539" name="Google Shape;539;p69"/>
          <p:cNvSpPr txBox="1"/>
          <p:nvPr/>
        </p:nvSpPr>
        <p:spPr>
          <a:xfrm>
            <a:off x="392476" y="3371725"/>
            <a:ext cx="8423400" cy="4002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en-IN" sz="2000" u="none" cap="none" strike="noStrike">
                <a:solidFill>
                  <a:srgbClr val="000000"/>
                </a:solidFill>
                <a:latin typeface="Times New Roman"/>
                <a:ea typeface="Times New Roman"/>
                <a:cs typeface="Times New Roman"/>
                <a:sym typeface="Times New Roman"/>
              </a:rPr>
              <a:t>Based on the given parameters, solve the following question </a:t>
            </a:r>
            <a:r>
              <a:rPr b="1" lang="en-IN" sz="2000">
                <a:latin typeface="Times New Roman"/>
                <a:ea typeface="Times New Roman"/>
                <a:cs typeface="Times New Roman"/>
                <a:sym typeface="Times New Roman"/>
              </a:rPr>
              <a:t>17</a:t>
            </a:r>
            <a:r>
              <a:rPr b="1" i="0" lang="en-IN" sz="2000" u="none" cap="none" strike="noStrike">
                <a:solidFill>
                  <a:srgbClr val="000000"/>
                </a:solidFill>
                <a:latin typeface="Times New Roman"/>
                <a:ea typeface="Times New Roman"/>
                <a:cs typeface="Times New Roman"/>
                <a:sym typeface="Times New Roman"/>
              </a:rPr>
              <a:t>, </a:t>
            </a:r>
            <a:r>
              <a:rPr b="1" lang="en-IN" sz="2000">
                <a:latin typeface="Times New Roman"/>
                <a:ea typeface="Times New Roman"/>
                <a:cs typeface="Times New Roman"/>
                <a:sym typeface="Times New Roman"/>
              </a:rPr>
              <a:t>18</a:t>
            </a:r>
            <a:r>
              <a:rPr b="1" i="0" lang="en-IN" sz="2000" u="none" cap="none" strike="noStrike">
                <a:solidFill>
                  <a:srgbClr val="000000"/>
                </a:solidFill>
                <a:latin typeface="Times New Roman"/>
                <a:ea typeface="Times New Roman"/>
                <a:cs typeface="Times New Roman"/>
                <a:sym typeface="Times New Roman"/>
              </a:rPr>
              <a:t> and </a:t>
            </a:r>
            <a:r>
              <a:rPr b="1" lang="en-IN" sz="2000">
                <a:latin typeface="Times New Roman"/>
                <a:ea typeface="Times New Roman"/>
                <a:cs typeface="Times New Roman"/>
                <a:sym typeface="Times New Roman"/>
              </a:rPr>
              <a:t>19</a:t>
            </a:r>
            <a:r>
              <a:rPr b="1" i="0" lang="en-IN" sz="2000" u="none" cap="none" strike="noStrike">
                <a:solidFill>
                  <a:srgbClr val="000000"/>
                </a:solidFill>
                <a:latin typeface="Times New Roman"/>
                <a:ea typeface="Times New Roman"/>
                <a:cs typeface="Times New Roman"/>
                <a:sym typeface="Times New Roman"/>
              </a:rPr>
              <a:t>.</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70"/>
          <p:cNvSpPr txBox="1"/>
          <p:nvPr/>
        </p:nvSpPr>
        <p:spPr>
          <a:xfrm>
            <a:off x="0" y="25810"/>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QUESTION </a:t>
            </a:r>
            <a:r>
              <a:rPr b="1" lang="en-IN" sz="1800">
                <a:solidFill>
                  <a:schemeClr val="lt1"/>
                </a:solidFill>
                <a:latin typeface="Times New Roman"/>
                <a:ea typeface="Times New Roman"/>
                <a:cs typeface="Times New Roman"/>
                <a:sym typeface="Times New Roman"/>
              </a:rPr>
              <a:t>17</a:t>
            </a:r>
            <a:endParaRPr b="1" i="0" sz="1800" u="none" cap="none" strike="noStrike">
              <a:solidFill>
                <a:schemeClr val="lt1"/>
              </a:solidFill>
              <a:latin typeface="Times New Roman"/>
              <a:ea typeface="Times New Roman"/>
              <a:cs typeface="Times New Roman"/>
              <a:sym typeface="Times New Roman"/>
            </a:endParaRPr>
          </a:p>
        </p:txBody>
      </p:sp>
      <p:sp>
        <p:nvSpPr>
          <p:cNvPr id="546" name="Google Shape;546;p70"/>
          <p:cNvSpPr txBox="1"/>
          <p:nvPr/>
        </p:nvSpPr>
        <p:spPr>
          <a:xfrm>
            <a:off x="0" y="432561"/>
            <a:ext cx="8833500" cy="858900"/>
          </a:xfrm>
          <a:prstGeom prst="rect">
            <a:avLst/>
          </a:prstGeom>
          <a:blipFill rotWithShape="1">
            <a:blip r:embed="rId3">
              <a:alphaModFix/>
            </a:blip>
            <a:stretch>
              <a:fillRect b="-2939" l="-569" r="0" t="-293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IN" sz="1400" u="none" cap="none" strike="noStrike">
                <a:latin typeface="Arial"/>
                <a:ea typeface="Arial"/>
                <a:cs typeface="Arial"/>
                <a:sym typeface="Arial"/>
              </a:rPr>
              <a:t> </a:t>
            </a:r>
            <a:endParaRPr/>
          </a:p>
        </p:txBody>
      </p:sp>
      <p:sp>
        <p:nvSpPr>
          <p:cNvPr id="547" name="Google Shape;547;p70"/>
          <p:cNvSpPr txBox="1"/>
          <p:nvPr/>
        </p:nvSpPr>
        <p:spPr>
          <a:xfrm>
            <a:off x="0" y="1366922"/>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SOLUTION </a:t>
            </a:r>
            <a:r>
              <a:rPr b="1" lang="en-IN" sz="1800">
                <a:solidFill>
                  <a:schemeClr val="lt1"/>
                </a:solidFill>
                <a:latin typeface="Times New Roman"/>
                <a:ea typeface="Times New Roman"/>
                <a:cs typeface="Times New Roman"/>
                <a:sym typeface="Times New Roman"/>
              </a:rPr>
              <a:t>17</a:t>
            </a:r>
            <a:endParaRPr b="1" i="0" sz="1800" u="none" cap="none" strike="noStrike">
              <a:solidFill>
                <a:schemeClr val="lt1"/>
              </a:solidFill>
              <a:latin typeface="Times New Roman"/>
              <a:ea typeface="Times New Roman"/>
              <a:cs typeface="Times New Roman"/>
              <a:sym typeface="Times New Roman"/>
            </a:endParaRPr>
          </a:p>
        </p:txBody>
      </p:sp>
      <p:sp>
        <p:nvSpPr>
          <p:cNvPr id="548" name="Google Shape;548;p70"/>
          <p:cNvSpPr txBox="1"/>
          <p:nvPr/>
        </p:nvSpPr>
        <p:spPr>
          <a:xfrm>
            <a:off x="0" y="476385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CORRECT ANSWER </a:t>
            </a:r>
            <a:r>
              <a:rPr b="1" lang="en-IN" sz="1800">
                <a:solidFill>
                  <a:schemeClr val="lt1"/>
                </a:solidFill>
                <a:latin typeface="Times New Roman"/>
                <a:ea typeface="Times New Roman"/>
                <a:cs typeface="Times New Roman"/>
                <a:sym typeface="Times New Roman"/>
              </a:rPr>
              <a:t>17</a:t>
            </a:r>
            <a:endParaRPr b="1" i="0" sz="1800" u="none" cap="none" strike="noStrike">
              <a:solidFill>
                <a:schemeClr val="lt1"/>
              </a:solidFill>
              <a:latin typeface="Times New Roman"/>
              <a:ea typeface="Times New Roman"/>
              <a:cs typeface="Times New Roman"/>
              <a:sym typeface="Times New Roman"/>
            </a:endParaRPr>
          </a:p>
        </p:txBody>
      </p:sp>
      <p:sp>
        <p:nvSpPr>
          <p:cNvPr id="549" name="Google Shape;549;p70"/>
          <p:cNvSpPr txBox="1"/>
          <p:nvPr/>
        </p:nvSpPr>
        <p:spPr>
          <a:xfrm>
            <a:off x="3017816" y="4763840"/>
            <a:ext cx="10977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b)</a:t>
            </a:r>
            <a:endParaRPr b="1" i="0" sz="1800" u="none" cap="none" strike="noStrike">
              <a:solidFill>
                <a:schemeClr val="lt1"/>
              </a:solidFill>
              <a:latin typeface="Times New Roman"/>
              <a:ea typeface="Times New Roman"/>
              <a:cs typeface="Times New Roman"/>
              <a:sym typeface="Times New Roman"/>
            </a:endParaRPr>
          </a:p>
        </p:txBody>
      </p:sp>
      <p:cxnSp>
        <p:nvCxnSpPr>
          <p:cNvPr id="550" name="Google Shape;550;p70"/>
          <p:cNvCxnSpPr/>
          <p:nvPr/>
        </p:nvCxnSpPr>
        <p:spPr>
          <a:xfrm>
            <a:off x="2743569" y="4936956"/>
            <a:ext cx="219300" cy="0"/>
          </a:xfrm>
          <a:prstGeom prst="straightConnector1">
            <a:avLst/>
          </a:prstGeom>
          <a:noFill/>
          <a:ln cap="flat" cmpd="sng" w="19050">
            <a:solidFill>
              <a:schemeClr val="accent6"/>
            </a:solidFill>
            <a:prstDash val="solid"/>
            <a:miter lim="800000"/>
            <a:headEnd len="sm" w="sm" type="none"/>
            <a:tailEnd len="med" w="med" type="triangle"/>
          </a:ln>
        </p:spPr>
      </p:cxnSp>
      <p:pic>
        <p:nvPicPr>
          <p:cNvPr id="551" name="Google Shape;551;p70"/>
          <p:cNvPicPr preferRelativeResize="0"/>
          <p:nvPr/>
        </p:nvPicPr>
        <p:blipFill rotWithShape="1">
          <a:blip r:embed="rId4">
            <a:alphaModFix/>
          </a:blip>
          <a:srcRect b="0" l="0" r="0" t="0"/>
          <a:stretch/>
        </p:blipFill>
        <p:spPr>
          <a:xfrm>
            <a:off x="51359" y="2125639"/>
            <a:ext cx="3743417" cy="948008"/>
          </a:xfrm>
          <a:prstGeom prst="rect">
            <a:avLst/>
          </a:prstGeom>
          <a:noFill/>
          <a:ln>
            <a:noFill/>
          </a:ln>
        </p:spPr>
      </p:pic>
      <p:pic>
        <p:nvPicPr>
          <p:cNvPr id="552" name="Google Shape;552;p70"/>
          <p:cNvPicPr preferRelativeResize="0"/>
          <p:nvPr/>
        </p:nvPicPr>
        <p:blipFill rotWithShape="1">
          <a:blip r:embed="rId5">
            <a:alphaModFix/>
          </a:blip>
          <a:srcRect b="0" l="0" r="0" t="0"/>
          <a:stretch/>
        </p:blipFill>
        <p:spPr>
          <a:xfrm>
            <a:off x="4218663" y="1788339"/>
            <a:ext cx="4153414" cy="280490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gtEl>
                                        <p:attrNameLst>
                                          <p:attrName>style.visibility</p:attrName>
                                        </p:attrNameLst>
                                      </p:cBhvr>
                                      <p:to>
                                        <p:strVal val="visible"/>
                                      </p:to>
                                    </p:set>
                                    <p:animEffect filter="fade" transition="in">
                                      <p:cBhvr>
                                        <p:cTn dur="1000"/>
                                        <p:tgtEl>
                                          <p:spTgt spid="5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1"/>
                                        </p:tgtEl>
                                        <p:attrNameLst>
                                          <p:attrName>style.visibility</p:attrName>
                                        </p:attrNameLst>
                                      </p:cBhvr>
                                      <p:to>
                                        <p:strVal val="visible"/>
                                      </p:to>
                                    </p:set>
                                    <p:animEffect filter="fade" transition="in">
                                      <p:cBhvr>
                                        <p:cTn dur="1000"/>
                                        <p:tgtEl>
                                          <p:spTgt spid="5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2"/>
                                        </p:tgtEl>
                                        <p:attrNameLst>
                                          <p:attrName>style.visibility</p:attrName>
                                        </p:attrNameLst>
                                      </p:cBhvr>
                                      <p:to>
                                        <p:strVal val="visible"/>
                                      </p:to>
                                    </p:set>
                                    <p:animEffect filter="fade" transition="in">
                                      <p:cBhvr>
                                        <p:cTn dur="1000"/>
                                        <p:tgtEl>
                                          <p:spTgt spid="5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9"/>
                                        </p:tgtEl>
                                        <p:attrNameLst>
                                          <p:attrName>style.visibility</p:attrName>
                                        </p:attrNameLst>
                                      </p:cBhvr>
                                      <p:to>
                                        <p:strVal val="visible"/>
                                      </p:to>
                                    </p:set>
                                    <p:animEffect filter="fade" transition="in">
                                      <p:cBhvr>
                                        <p:cTn dur="500"/>
                                        <p:tgtEl>
                                          <p:spTgt spid="549"/>
                                        </p:tgtEl>
                                      </p:cBhvr>
                                    </p:animEffect>
                                  </p:childTnLst>
                                </p:cTn>
                              </p:par>
                              <p:par>
                                <p:cTn fill="hold" nodeType="withEffect" presetClass="entr" presetID="10" presetSubtype="0">
                                  <p:stCondLst>
                                    <p:cond delay="0"/>
                                  </p:stCondLst>
                                  <p:childTnLst>
                                    <p:set>
                                      <p:cBhvr>
                                        <p:cTn dur="1" fill="hold">
                                          <p:stCondLst>
                                            <p:cond delay="0"/>
                                          </p:stCondLst>
                                        </p:cTn>
                                        <p:tgtEl>
                                          <p:spTgt spid="550"/>
                                        </p:tgtEl>
                                        <p:attrNameLst>
                                          <p:attrName>style.visibility</p:attrName>
                                        </p:attrNameLst>
                                      </p:cBhvr>
                                      <p:to>
                                        <p:strVal val="visible"/>
                                      </p:to>
                                    </p:set>
                                    <p:animEffect filter="fade" transition="in">
                                      <p:cBhvr>
                                        <p:cTn dur="500"/>
                                        <p:tgtEl>
                                          <p:spTgt spid="550"/>
                                        </p:tgtEl>
                                      </p:cBhvr>
                                    </p:animEffect>
                                  </p:childTnLst>
                                </p:cTn>
                              </p:par>
                              <p:par>
                                <p:cTn fill="hold" nodeType="withEffect" presetClass="entr" presetID="10" presetSubtype="0">
                                  <p:stCondLst>
                                    <p:cond delay="0"/>
                                  </p:stCondLst>
                                  <p:childTnLst>
                                    <p:set>
                                      <p:cBhvr>
                                        <p:cTn dur="1" fill="hold">
                                          <p:stCondLst>
                                            <p:cond delay="0"/>
                                          </p:stCondLst>
                                        </p:cTn>
                                        <p:tgtEl>
                                          <p:spTgt spid="548"/>
                                        </p:tgtEl>
                                        <p:attrNameLst>
                                          <p:attrName>style.visibility</p:attrName>
                                        </p:attrNameLst>
                                      </p:cBhvr>
                                      <p:to>
                                        <p:strVal val="visible"/>
                                      </p:to>
                                    </p:set>
                                    <p:animEffect filter="fade" transition="in">
                                      <p:cBhvr>
                                        <p:cTn dur="500"/>
                                        <p:tgtEl>
                                          <p:spTgt spid="5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71"/>
          <p:cNvSpPr txBox="1"/>
          <p:nvPr/>
        </p:nvSpPr>
        <p:spPr>
          <a:xfrm>
            <a:off x="0" y="33411"/>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QUESTION </a:t>
            </a:r>
            <a:r>
              <a:rPr b="1" lang="en-IN" sz="1800">
                <a:solidFill>
                  <a:schemeClr val="lt1"/>
                </a:solidFill>
                <a:latin typeface="Times New Roman"/>
                <a:ea typeface="Times New Roman"/>
                <a:cs typeface="Times New Roman"/>
                <a:sym typeface="Times New Roman"/>
              </a:rPr>
              <a:t>18</a:t>
            </a:r>
            <a:endParaRPr b="1" i="0" sz="1800" u="none" cap="none" strike="noStrike">
              <a:solidFill>
                <a:schemeClr val="lt1"/>
              </a:solidFill>
              <a:latin typeface="Times New Roman"/>
              <a:ea typeface="Times New Roman"/>
              <a:cs typeface="Times New Roman"/>
              <a:sym typeface="Times New Roman"/>
            </a:endParaRPr>
          </a:p>
        </p:txBody>
      </p:sp>
      <p:sp>
        <p:nvSpPr>
          <p:cNvPr id="559" name="Google Shape;559;p71"/>
          <p:cNvSpPr txBox="1"/>
          <p:nvPr/>
        </p:nvSpPr>
        <p:spPr>
          <a:xfrm>
            <a:off x="4001781" y="914034"/>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SOLUTION </a:t>
            </a:r>
            <a:r>
              <a:rPr b="1" lang="en-IN" sz="1800">
                <a:solidFill>
                  <a:schemeClr val="lt1"/>
                </a:solidFill>
                <a:latin typeface="Times New Roman"/>
                <a:ea typeface="Times New Roman"/>
                <a:cs typeface="Times New Roman"/>
                <a:sym typeface="Times New Roman"/>
              </a:rPr>
              <a:t>18</a:t>
            </a:r>
            <a:endParaRPr b="1" i="0" sz="1800" u="none" cap="none" strike="noStrike">
              <a:solidFill>
                <a:schemeClr val="lt1"/>
              </a:solidFill>
              <a:latin typeface="Times New Roman"/>
              <a:ea typeface="Times New Roman"/>
              <a:cs typeface="Times New Roman"/>
              <a:sym typeface="Times New Roman"/>
            </a:endParaRPr>
          </a:p>
        </p:txBody>
      </p:sp>
      <p:sp>
        <p:nvSpPr>
          <p:cNvPr id="560" name="Google Shape;560;p71"/>
          <p:cNvSpPr txBox="1"/>
          <p:nvPr/>
        </p:nvSpPr>
        <p:spPr>
          <a:xfrm>
            <a:off x="0" y="476385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CORRECT ANSWER </a:t>
            </a:r>
            <a:r>
              <a:rPr b="1" lang="en-IN" sz="1800">
                <a:solidFill>
                  <a:schemeClr val="lt1"/>
                </a:solidFill>
                <a:latin typeface="Times New Roman"/>
                <a:ea typeface="Times New Roman"/>
                <a:cs typeface="Times New Roman"/>
                <a:sym typeface="Times New Roman"/>
              </a:rPr>
              <a:t>18</a:t>
            </a:r>
            <a:endParaRPr b="1" i="0" sz="1800" u="none" cap="none" strike="noStrike">
              <a:solidFill>
                <a:schemeClr val="lt1"/>
              </a:solidFill>
              <a:latin typeface="Times New Roman"/>
              <a:ea typeface="Times New Roman"/>
              <a:cs typeface="Times New Roman"/>
              <a:sym typeface="Times New Roman"/>
            </a:endParaRPr>
          </a:p>
        </p:txBody>
      </p:sp>
      <p:sp>
        <p:nvSpPr>
          <p:cNvPr id="561" name="Google Shape;561;p71"/>
          <p:cNvSpPr txBox="1"/>
          <p:nvPr/>
        </p:nvSpPr>
        <p:spPr>
          <a:xfrm>
            <a:off x="3017816" y="4763840"/>
            <a:ext cx="10977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a)</a:t>
            </a:r>
            <a:endParaRPr b="1" i="0" sz="1800" u="none" cap="none" strike="noStrike">
              <a:solidFill>
                <a:schemeClr val="lt1"/>
              </a:solidFill>
              <a:latin typeface="Times New Roman"/>
              <a:ea typeface="Times New Roman"/>
              <a:cs typeface="Times New Roman"/>
              <a:sym typeface="Times New Roman"/>
            </a:endParaRPr>
          </a:p>
        </p:txBody>
      </p:sp>
      <p:cxnSp>
        <p:nvCxnSpPr>
          <p:cNvPr id="562" name="Google Shape;562;p71"/>
          <p:cNvCxnSpPr/>
          <p:nvPr/>
        </p:nvCxnSpPr>
        <p:spPr>
          <a:xfrm>
            <a:off x="2743569" y="4936956"/>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563" name="Google Shape;563;p71"/>
          <p:cNvSpPr txBox="1"/>
          <p:nvPr/>
        </p:nvSpPr>
        <p:spPr>
          <a:xfrm>
            <a:off x="10" y="436885"/>
            <a:ext cx="8833500" cy="1300500"/>
          </a:xfrm>
          <a:prstGeom prst="rect">
            <a:avLst/>
          </a:prstGeom>
          <a:noFill/>
          <a:ln>
            <a:noFill/>
          </a:ln>
        </p:spPr>
        <p:txBody>
          <a:bodyPr anchorCtr="0" anchor="t" bIns="34275" lIns="68575" spcFirstLastPara="1" rIns="68575" wrap="square" tIns="34275">
            <a:spAutoFit/>
          </a:bodyPr>
          <a:lstStyle/>
          <a:p>
            <a:pPr indent="0" lvl="0" marL="0" marR="0" rtl="0" algn="just">
              <a:lnSpc>
                <a:spcPct val="100000"/>
              </a:lnSpc>
              <a:spcBef>
                <a:spcPts val="0"/>
              </a:spcBef>
              <a:spcAft>
                <a:spcPts val="0"/>
              </a:spcAft>
              <a:buNone/>
            </a:pPr>
            <a:r>
              <a:rPr b="0" i="0" lang="en-IN" sz="1600" u="none" cap="none" strike="noStrike">
                <a:solidFill>
                  <a:schemeClr val="dk1"/>
                </a:solidFill>
                <a:latin typeface="Times New Roman"/>
                <a:ea typeface="Times New Roman"/>
                <a:cs typeface="Times New Roman"/>
                <a:sym typeface="Times New Roman"/>
              </a:rPr>
              <a:t>Given translation vector t as (1, 0, 1), compute the right epipole.</a:t>
            </a:r>
            <a:endParaRPr/>
          </a:p>
          <a:p>
            <a:pPr indent="0" lvl="0" marL="0" marR="0" rtl="0" algn="just">
              <a:lnSpc>
                <a:spcPct val="100000"/>
              </a:lnSpc>
              <a:spcBef>
                <a:spcPts val="0"/>
              </a:spcBef>
              <a:spcAft>
                <a:spcPts val="0"/>
              </a:spcAft>
              <a:buNone/>
            </a:pPr>
            <a:r>
              <a:rPr b="0" i="0" lang="en-IN" sz="1600" u="none" cap="none" strike="noStrike">
                <a:solidFill>
                  <a:schemeClr val="dk1"/>
                </a:solidFill>
                <a:latin typeface="Times New Roman"/>
                <a:ea typeface="Times New Roman"/>
                <a:cs typeface="Times New Roman"/>
                <a:sym typeface="Times New Roman"/>
              </a:rPr>
              <a:t>a) (4, 2, 2)</a:t>
            </a:r>
            <a:endParaRPr/>
          </a:p>
          <a:p>
            <a:pPr indent="0" lvl="0" marL="0" marR="0" rtl="0" algn="just">
              <a:lnSpc>
                <a:spcPct val="100000"/>
              </a:lnSpc>
              <a:spcBef>
                <a:spcPts val="0"/>
              </a:spcBef>
              <a:spcAft>
                <a:spcPts val="0"/>
              </a:spcAft>
              <a:buNone/>
            </a:pPr>
            <a:r>
              <a:rPr b="0" i="0" lang="en-IN" sz="1600" u="none" cap="none" strike="noStrike">
                <a:solidFill>
                  <a:schemeClr val="dk1"/>
                </a:solidFill>
                <a:latin typeface="Times New Roman"/>
                <a:ea typeface="Times New Roman"/>
                <a:cs typeface="Times New Roman"/>
                <a:sym typeface="Times New Roman"/>
              </a:rPr>
              <a:t>b) (2, 2, 2)</a:t>
            </a:r>
            <a:endParaRPr/>
          </a:p>
          <a:p>
            <a:pPr indent="0" lvl="0" marL="0" marR="0" rtl="0" algn="just">
              <a:lnSpc>
                <a:spcPct val="100000"/>
              </a:lnSpc>
              <a:spcBef>
                <a:spcPts val="0"/>
              </a:spcBef>
              <a:spcAft>
                <a:spcPts val="0"/>
              </a:spcAft>
              <a:buNone/>
            </a:pPr>
            <a:r>
              <a:rPr b="0" i="0" lang="en-IN" sz="1600" u="none" cap="none" strike="noStrike">
                <a:solidFill>
                  <a:schemeClr val="dk1"/>
                </a:solidFill>
                <a:latin typeface="Times New Roman"/>
                <a:ea typeface="Times New Roman"/>
                <a:cs typeface="Times New Roman"/>
                <a:sym typeface="Times New Roman"/>
              </a:rPr>
              <a:t>c) (4, 3, 2)</a:t>
            </a:r>
            <a:endParaRPr/>
          </a:p>
          <a:p>
            <a:pPr indent="0" lvl="0" marL="0" marR="0" rtl="0" algn="just">
              <a:lnSpc>
                <a:spcPct val="100000"/>
              </a:lnSpc>
              <a:spcBef>
                <a:spcPts val="0"/>
              </a:spcBef>
              <a:spcAft>
                <a:spcPts val="0"/>
              </a:spcAft>
              <a:buNone/>
            </a:pPr>
            <a:r>
              <a:rPr b="0" i="0" lang="en-IN" sz="1600" u="none" cap="none" strike="noStrike">
                <a:solidFill>
                  <a:schemeClr val="dk1"/>
                </a:solidFill>
                <a:latin typeface="Times New Roman"/>
                <a:ea typeface="Times New Roman"/>
                <a:cs typeface="Times New Roman"/>
                <a:sym typeface="Times New Roman"/>
              </a:rPr>
              <a:t>d) (4, 2, 1)</a:t>
            </a:r>
            <a:endParaRPr b="0" i="0" sz="1600" u="none" cap="none" strike="noStrike">
              <a:solidFill>
                <a:schemeClr val="dk1"/>
              </a:solidFill>
              <a:latin typeface="Times New Roman"/>
              <a:ea typeface="Times New Roman"/>
              <a:cs typeface="Times New Roman"/>
              <a:sym typeface="Times New Roman"/>
            </a:endParaRPr>
          </a:p>
        </p:txBody>
      </p:sp>
      <p:pic>
        <p:nvPicPr>
          <p:cNvPr id="564" name="Google Shape;564;p71"/>
          <p:cNvPicPr preferRelativeResize="0"/>
          <p:nvPr/>
        </p:nvPicPr>
        <p:blipFill>
          <a:blip r:embed="rId3">
            <a:alphaModFix/>
          </a:blip>
          <a:stretch>
            <a:fillRect/>
          </a:stretch>
        </p:blipFill>
        <p:spPr>
          <a:xfrm>
            <a:off x="1780601" y="1653124"/>
            <a:ext cx="4723550" cy="289895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9"/>
                                        </p:tgtEl>
                                        <p:attrNameLst>
                                          <p:attrName>style.visibility</p:attrName>
                                        </p:attrNameLst>
                                      </p:cBhvr>
                                      <p:to>
                                        <p:strVal val="visible"/>
                                      </p:to>
                                    </p:set>
                                    <p:animEffect filter="fade" transition="in">
                                      <p:cBhvr>
                                        <p:cTn dur="1000"/>
                                        <p:tgtEl>
                                          <p:spTgt spid="5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564"/>
                                        </p:tgtEl>
                                        <p:attrNameLst>
                                          <p:attrName>style.visibility</p:attrName>
                                        </p:attrNameLst>
                                      </p:cBhvr>
                                      <p:to>
                                        <p:strVal val="visible"/>
                                      </p:to>
                                    </p:set>
                                    <p:anim calcmode="lin" valueType="num">
                                      <p:cBhvr additive="base">
                                        <p:cTn dur="1000"/>
                                        <p:tgtEl>
                                          <p:spTgt spid="56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1"/>
                                        </p:tgtEl>
                                        <p:attrNameLst>
                                          <p:attrName>style.visibility</p:attrName>
                                        </p:attrNameLst>
                                      </p:cBhvr>
                                      <p:to>
                                        <p:strVal val="visible"/>
                                      </p:to>
                                    </p:set>
                                    <p:animEffect filter="fade" transition="in">
                                      <p:cBhvr>
                                        <p:cTn dur="500"/>
                                        <p:tgtEl>
                                          <p:spTgt spid="561"/>
                                        </p:tgtEl>
                                      </p:cBhvr>
                                    </p:animEffect>
                                  </p:childTnLst>
                                </p:cTn>
                              </p:par>
                              <p:par>
                                <p:cTn fill="hold" nodeType="withEffect" presetClass="entr" presetID="10" presetSubtype="0">
                                  <p:stCondLst>
                                    <p:cond delay="0"/>
                                  </p:stCondLst>
                                  <p:childTnLst>
                                    <p:set>
                                      <p:cBhvr>
                                        <p:cTn dur="1" fill="hold">
                                          <p:stCondLst>
                                            <p:cond delay="0"/>
                                          </p:stCondLst>
                                        </p:cTn>
                                        <p:tgtEl>
                                          <p:spTgt spid="562"/>
                                        </p:tgtEl>
                                        <p:attrNameLst>
                                          <p:attrName>style.visibility</p:attrName>
                                        </p:attrNameLst>
                                      </p:cBhvr>
                                      <p:to>
                                        <p:strVal val="visible"/>
                                      </p:to>
                                    </p:set>
                                    <p:animEffect filter="fade" transition="in">
                                      <p:cBhvr>
                                        <p:cTn dur="500"/>
                                        <p:tgtEl>
                                          <p:spTgt spid="562"/>
                                        </p:tgtEl>
                                      </p:cBhvr>
                                    </p:animEffect>
                                  </p:childTnLst>
                                </p:cTn>
                              </p:par>
                              <p:par>
                                <p:cTn fill="hold" nodeType="withEffect" presetClass="entr" presetID="10" presetSubtype="0">
                                  <p:stCondLst>
                                    <p:cond delay="0"/>
                                  </p:stCondLst>
                                  <p:childTnLst>
                                    <p:set>
                                      <p:cBhvr>
                                        <p:cTn dur="1" fill="hold">
                                          <p:stCondLst>
                                            <p:cond delay="0"/>
                                          </p:stCondLst>
                                        </p:cTn>
                                        <p:tgtEl>
                                          <p:spTgt spid="560"/>
                                        </p:tgtEl>
                                        <p:attrNameLst>
                                          <p:attrName>style.visibility</p:attrName>
                                        </p:attrNameLst>
                                      </p:cBhvr>
                                      <p:to>
                                        <p:strVal val="visible"/>
                                      </p:to>
                                    </p:set>
                                    <p:animEffect filter="fade" transition="in">
                                      <p:cBhvr>
                                        <p:cTn dur="500"/>
                                        <p:tgtEl>
                                          <p:spTgt spid="5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72"/>
          <p:cNvSpPr txBox="1"/>
          <p:nvPr/>
        </p:nvSpPr>
        <p:spPr>
          <a:xfrm>
            <a:off x="0" y="86312"/>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QUESTION </a:t>
            </a:r>
            <a:r>
              <a:rPr b="1" lang="en-IN" sz="1800">
                <a:solidFill>
                  <a:schemeClr val="lt1"/>
                </a:solidFill>
                <a:latin typeface="Times New Roman"/>
                <a:ea typeface="Times New Roman"/>
                <a:cs typeface="Times New Roman"/>
                <a:sym typeface="Times New Roman"/>
              </a:rPr>
              <a:t>19</a:t>
            </a:r>
            <a:endParaRPr b="1" i="0" sz="1800" u="none" cap="none" strike="noStrike">
              <a:solidFill>
                <a:schemeClr val="lt1"/>
              </a:solidFill>
              <a:latin typeface="Times New Roman"/>
              <a:ea typeface="Times New Roman"/>
              <a:cs typeface="Times New Roman"/>
              <a:sym typeface="Times New Roman"/>
            </a:endParaRPr>
          </a:p>
        </p:txBody>
      </p:sp>
      <p:sp>
        <p:nvSpPr>
          <p:cNvPr id="571" name="Google Shape;571;p72"/>
          <p:cNvSpPr txBox="1"/>
          <p:nvPr/>
        </p:nvSpPr>
        <p:spPr>
          <a:xfrm>
            <a:off x="58100" y="1724832"/>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SOLUTION 5</a:t>
            </a:r>
            <a:endParaRPr b="1" i="0" sz="1800" u="none" cap="none" strike="noStrike">
              <a:solidFill>
                <a:schemeClr val="lt1"/>
              </a:solidFill>
              <a:latin typeface="Times New Roman"/>
              <a:ea typeface="Times New Roman"/>
              <a:cs typeface="Times New Roman"/>
              <a:sym typeface="Times New Roman"/>
            </a:endParaRPr>
          </a:p>
        </p:txBody>
      </p:sp>
      <p:sp>
        <p:nvSpPr>
          <p:cNvPr id="572" name="Google Shape;572;p72"/>
          <p:cNvSpPr txBox="1"/>
          <p:nvPr/>
        </p:nvSpPr>
        <p:spPr>
          <a:xfrm>
            <a:off x="0" y="4763850"/>
            <a:ext cx="27438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CORRECT ANSWER </a:t>
            </a:r>
            <a:r>
              <a:rPr b="1" lang="en-IN" sz="1800">
                <a:solidFill>
                  <a:schemeClr val="lt1"/>
                </a:solidFill>
                <a:latin typeface="Times New Roman"/>
                <a:ea typeface="Times New Roman"/>
                <a:cs typeface="Times New Roman"/>
                <a:sym typeface="Times New Roman"/>
              </a:rPr>
              <a:t>19</a:t>
            </a:r>
            <a:endParaRPr b="1" i="0" sz="1800" u="none" cap="none" strike="noStrike">
              <a:solidFill>
                <a:schemeClr val="lt1"/>
              </a:solidFill>
              <a:latin typeface="Times New Roman"/>
              <a:ea typeface="Times New Roman"/>
              <a:cs typeface="Times New Roman"/>
              <a:sym typeface="Times New Roman"/>
            </a:endParaRPr>
          </a:p>
        </p:txBody>
      </p:sp>
      <p:sp>
        <p:nvSpPr>
          <p:cNvPr id="573" name="Google Shape;573;p72"/>
          <p:cNvSpPr txBox="1"/>
          <p:nvPr/>
        </p:nvSpPr>
        <p:spPr>
          <a:xfrm>
            <a:off x="3017816" y="4763840"/>
            <a:ext cx="10461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d)</a:t>
            </a:r>
            <a:endParaRPr b="1" i="0" sz="1800" u="none" cap="none" strike="noStrike">
              <a:solidFill>
                <a:schemeClr val="lt1"/>
              </a:solidFill>
              <a:latin typeface="Times New Roman"/>
              <a:ea typeface="Times New Roman"/>
              <a:cs typeface="Times New Roman"/>
              <a:sym typeface="Times New Roman"/>
            </a:endParaRPr>
          </a:p>
        </p:txBody>
      </p:sp>
      <p:cxnSp>
        <p:nvCxnSpPr>
          <p:cNvPr id="574" name="Google Shape;574;p72"/>
          <p:cNvCxnSpPr/>
          <p:nvPr/>
        </p:nvCxnSpPr>
        <p:spPr>
          <a:xfrm>
            <a:off x="2771169" y="4936956"/>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575" name="Google Shape;575;p72"/>
          <p:cNvSpPr txBox="1"/>
          <p:nvPr/>
        </p:nvSpPr>
        <p:spPr>
          <a:xfrm>
            <a:off x="58100" y="515838"/>
            <a:ext cx="9027900" cy="1125600"/>
          </a:xfrm>
          <a:prstGeom prst="rect">
            <a:avLst/>
          </a:prstGeom>
          <a:blipFill rotWithShape="1">
            <a:blip r:embed="rId3">
              <a:alphaModFix/>
            </a:blip>
            <a:stretch>
              <a:fillRect b="0" l="-559" r="0" t="-221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IN" sz="1400" u="none" cap="none" strike="noStrike">
                <a:latin typeface="Arial"/>
                <a:ea typeface="Arial"/>
                <a:cs typeface="Arial"/>
                <a:sym typeface="Arial"/>
              </a:rPr>
              <a:t> </a:t>
            </a:r>
            <a:endParaRPr/>
          </a:p>
        </p:txBody>
      </p:sp>
      <p:sp>
        <p:nvSpPr>
          <p:cNvPr id="576" name="Google Shape;576;p72"/>
          <p:cNvSpPr txBox="1"/>
          <p:nvPr/>
        </p:nvSpPr>
        <p:spPr>
          <a:xfrm>
            <a:off x="58100" y="2071081"/>
            <a:ext cx="3376500" cy="315300"/>
          </a:xfrm>
          <a:prstGeom prst="rect">
            <a:avLst/>
          </a:prstGeom>
          <a:blipFill rotWithShape="1">
            <a:blip r:embed="rId4">
              <a:alphaModFix/>
            </a:blip>
            <a:stretch>
              <a:fillRect b="-15999" l="-749" r="0" t="-799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IN" sz="1400" u="none" cap="none" strike="noStrike">
                <a:latin typeface="Arial"/>
                <a:ea typeface="Arial"/>
                <a:cs typeface="Arial"/>
                <a:sym typeface="Arial"/>
              </a:rPr>
              <a:t> </a:t>
            </a:r>
            <a:endParaRPr/>
          </a:p>
        </p:txBody>
      </p:sp>
      <p:pic>
        <p:nvPicPr>
          <p:cNvPr id="577" name="Google Shape;577;p72"/>
          <p:cNvPicPr preferRelativeResize="0"/>
          <p:nvPr/>
        </p:nvPicPr>
        <p:blipFill rotWithShape="1">
          <a:blip r:embed="rId5">
            <a:alphaModFix/>
          </a:blip>
          <a:srcRect b="0" l="0" r="0" t="0"/>
          <a:stretch/>
        </p:blipFill>
        <p:spPr>
          <a:xfrm>
            <a:off x="121380" y="2386295"/>
            <a:ext cx="3842087" cy="232709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1"/>
                                        </p:tgtEl>
                                        <p:attrNameLst>
                                          <p:attrName>style.visibility</p:attrName>
                                        </p:attrNameLst>
                                      </p:cBhvr>
                                      <p:to>
                                        <p:strVal val="visible"/>
                                      </p:to>
                                    </p:set>
                                    <p:animEffect filter="fade" transition="in">
                                      <p:cBhvr>
                                        <p:cTn dur="1000"/>
                                        <p:tgtEl>
                                          <p:spTgt spid="5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6"/>
                                        </p:tgtEl>
                                        <p:attrNameLst>
                                          <p:attrName>style.visibility</p:attrName>
                                        </p:attrNameLst>
                                      </p:cBhvr>
                                      <p:to>
                                        <p:strVal val="visible"/>
                                      </p:to>
                                    </p:set>
                                    <p:animEffect filter="fade" transition="in">
                                      <p:cBhvr>
                                        <p:cTn dur="1000"/>
                                        <p:tgtEl>
                                          <p:spTgt spid="5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7"/>
                                        </p:tgtEl>
                                        <p:attrNameLst>
                                          <p:attrName>style.visibility</p:attrName>
                                        </p:attrNameLst>
                                      </p:cBhvr>
                                      <p:to>
                                        <p:strVal val="visible"/>
                                      </p:to>
                                    </p:set>
                                    <p:animEffect filter="fade" transition="in">
                                      <p:cBhvr>
                                        <p:cTn dur="1000"/>
                                        <p:tgtEl>
                                          <p:spTgt spid="5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3"/>
                                        </p:tgtEl>
                                        <p:attrNameLst>
                                          <p:attrName>style.visibility</p:attrName>
                                        </p:attrNameLst>
                                      </p:cBhvr>
                                      <p:to>
                                        <p:strVal val="visible"/>
                                      </p:to>
                                    </p:set>
                                    <p:animEffect filter="fade" transition="in">
                                      <p:cBhvr>
                                        <p:cTn dur="500"/>
                                        <p:tgtEl>
                                          <p:spTgt spid="573"/>
                                        </p:tgtEl>
                                      </p:cBhvr>
                                    </p:animEffect>
                                  </p:childTnLst>
                                </p:cTn>
                              </p:par>
                              <p:par>
                                <p:cTn fill="hold" nodeType="withEffect" presetClass="entr" presetID="10" presetSubtype="0">
                                  <p:stCondLst>
                                    <p:cond delay="0"/>
                                  </p:stCondLst>
                                  <p:childTnLst>
                                    <p:set>
                                      <p:cBhvr>
                                        <p:cTn dur="1" fill="hold">
                                          <p:stCondLst>
                                            <p:cond delay="0"/>
                                          </p:stCondLst>
                                        </p:cTn>
                                        <p:tgtEl>
                                          <p:spTgt spid="574"/>
                                        </p:tgtEl>
                                        <p:attrNameLst>
                                          <p:attrName>style.visibility</p:attrName>
                                        </p:attrNameLst>
                                      </p:cBhvr>
                                      <p:to>
                                        <p:strVal val="visible"/>
                                      </p:to>
                                    </p:set>
                                    <p:animEffect filter="fade" transition="in">
                                      <p:cBhvr>
                                        <p:cTn dur="500"/>
                                        <p:tgtEl>
                                          <p:spTgt spid="574"/>
                                        </p:tgtEl>
                                      </p:cBhvr>
                                    </p:animEffect>
                                  </p:childTnLst>
                                </p:cTn>
                              </p:par>
                              <p:par>
                                <p:cTn fill="hold" nodeType="withEffect" presetClass="entr" presetID="10" presetSubtype="0">
                                  <p:stCondLst>
                                    <p:cond delay="0"/>
                                  </p:stCondLst>
                                  <p:childTnLst>
                                    <p:set>
                                      <p:cBhvr>
                                        <p:cTn dur="1" fill="hold">
                                          <p:stCondLst>
                                            <p:cond delay="0"/>
                                          </p:stCondLst>
                                        </p:cTn>
                                        <p:tgtEl>
                                          <p:spTgt spid="572"/>
                                        </p:tgtEl>
                                        <p:attrNameLst>
                                          <p:attrName>style.visibility</p:attrName>
                                        </p:attrNameLst>
                                      </p:cBhvr>
                                      <p:to>
                                        <p:strVal val="visible"/>
                                      </p:to>
                                    </p:set>
                                    <p:animEffect filter="fade" transition="in">
                                      <p:cBhvr>
                                        <p:cTn dur="500"/>
                                        <p:tgtEl>
                                          <p:spTgt spid="5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73"/>
          <p:cNvSpPr txBox="1"/>
          <p:nvPr/>
        </p:nvSpPr>
        <p:spPr>
          <a:xfrm>
            <a:off x="0" y="0"/>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QUESTION </a:t>
            </a:r>
            <a:r>
              <a:rPr b="1" lang="en-IN" sz="1800">
                <a:solidFill>
                  <a:schemeClr val="lt1"/>
                </a:solidFill>
                <a:latin typeface="Times New Roman"/>
                <a:ea typeface="Times New Roman"/>
                <a:cs typeface="Times New Roman"/>
                <a:sym typeface="Times New Roman"/>
              </a:rPr>
              <a:t>2</a:t>
            </a:r>
            <a:r>
              <a:rPr b="1" i="0" lang="en-IN" sz="1800" u="none" cap="none" strike="noStrike">
                <a:solidFill>
                  <a:schemeClr val="lt1"/>
                </a:solidFill>
                <a:latin typeface="Times New Roman"/>
                <a:ea typeface="Times New Roman"/>
                <a:cs typeface="Times New Roman"/>
                <a:sym typeface="Times New Roman"/>
              </a:rPr>
              <a:t>0</a:t>
            </a:r>
            <a:endParaRPr b="1" i="0" sz="1800" u="none" cap="none" strike="noStrike">
              <a:solidFill>
                <a:schemeClr val="lt1"/>
              </a:solidFill>
              <a:latin typeface="Times New Roman"/>
              <a:ea typeface="Times New Roman"/>
              <a:cs typeface="Times New Roman"/>
              <a:sym typeface="Times New Roman"/>
            </a:endParaRPr>
          </a:p>
        </p:txBody>
      </p:sp>
      <p:sp>
        <p:nvSpPr>
          <p:cNvPr id="584" name="Google Shape;584;p73"/>
          <p:cNvSpPr txBox="1"/>
          <p:nvPr/>
        </p:nvSpPr>
        <p:spPr>
          <a:xfrm>
            <a:off x="42643" y="1851516"/>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SOLUTION </a:t>
            </a:r>
            <a:r>
              <a:rPr b="1" lang="en-IN" sz="1800">
                <a:solidFill>
                  <a:schemeClr val="lt1"/>
                </a:solidFill>
                <a:latin typeface="Times New Roman"/>
                <a:ea typeface="Times New Roman"/>
                <a:cs typeface="Times New Roman"/>
                <a:sym typeface="Times New Roman"/>
              </a:rPr>
              <a:t>2</a:t>
            </a:r>
            <a:r>
              <a:rPr b="1" i="0" lang="en-IN" sz="1800" u="none" cap="none" strike="noStrike">
                <a:solidFill>
                  <a:schemeClr val="lt1"/>
                </a:solidFill>
                <a:latin typeface="Times New Roman"/>
                <a:ea typeface="Times New Roman"/>
                <a:cs typeface="Times New Roman"/>
                <a:sym typeface="Times New Roman"/>
              </a:rPr>
              <a:t>0</a:t>
            </a:r>
            <a:endParaRPr b="1" i="0" sz="1800" u="none" cap="none" strike="noStrike">
              <a:solidFill>
                <a:schemeClr val="lt1"/>
              </a:solidFill>
              <a:latin typeface="Times New Roman"/>
              <a:ea typeface="Times New Roman"/>
              <a:cs typeface="Times New Roman"/>
              <a:sym typeface="Times New Roman"/>
            </a:endParaRPr>
          </a:p>
        </p:txBody>
      </p:sp>
      <p:sp>
        <p:nvSpPr>
          <p:cNvPr id="585" name="Google Shape;585;p73"/>
          <p:cNvSpPr txBox="1"/>
          <p:nvPr/>
        </p:nvSpPr>
        <p:spPr>
          <a:xfrm>
            <a:off x="-1" y="476384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CORRECT ANSWER </a:t>
            </a:r>
            <a:r>
              <a:rPr b="1" lang="en-IN" sz="1800">
                <a:solidFill>
                  <a:schemeClr val="lt1"/>
                </a:solidFill>
                <a:latin typeface="Times New Roman"/>
                <a:ea typeface="Times New Roman"/>
                <a:cs typeface="Times New Roman"/>
                <a:sym typeface="Times New Roman"/>
              </a:rPr>
              <a:t>2</a:t>
            </a:r>
            <a:r>
              <a:rPr b="1" i="0" lang="en-IN" sz="1800" u="none" cap="none" strike="noStrike">
                <a:solidFill>
                  <a:schemeClr val="lt1"/>
                </a:solidFill>
                <a:latin typeface="Times New Roman"/>
                <a:ea typeface="Times New Roman"/>
                <a:cs typeface="Times New Roman"/>
                <a:sym typeface="Times New Roman"/>
              </a:rPr>
              <a:t>0</a:t>
            </a:r>
            <a:endParaRPr b="1" i="0" sz="1800" u="none" cap="none" strike="noStrike">
              <a:solidFill>
                <a:schemeClr val="lt1"/>
              </a:solidFill>
              <a:latin typeface="Times New Roman"/>
              <a:ea typeface="Times New Roman"/>
              <a:cs typeface="Times New Roman"/>
              <a:sym typeface="Times New Roman"/>
            </a:endParaRPr>
          </a:p>
        </p:txBody>
      </p:sp>
      <p:sp>
        <p:nvSpPr>
          <p:cNvPr id="586" name="Google Shape;586;p73"/>
          <p:cNvSpPr txBox="1"/>
          <p:nvPr/>
        </p:nvSpPr>
        <p:spPr>
          <a:xfrm>
            <a:off x="3127729" y="4771822"/>
            <a:ext cx="6111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1</a:t>
            </a:r>
            <a:endParaRPr b="1" i="0" sz="1800" u="none" cap="none" strike="noStrike">
              <a:solidFill>
                <a:schemeClr val="lt1"/>
              </a:solidFill>
              <a:latin typeface="Times New Roman"/>
              <a:ea typeface="Times New Roman"/>
              <a:cs typeface="Times New Roman"/>
              <a:sym typeface="Times New Roman"/>
            </a:endParaRPr>
          </a:p>
        </p:txBody>
      </p:sp>
      <p:cxnSp>
        <p:nvCxnSpPr>
          <p:cNvPr id="587" name="Google Shape;587;p73"/>
          <p:cNvCxnSpPr/>
          <p:nvPr/>
        </p:nvCxnSpPr>
        <p:spPr>
          <a:xfrm>
            <a:off x="2798643" y="4944931"/>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588" name="Google Shape;588;p73"/>
          <p:cNvSpPr txBox="1"/>
          <p:nvPr/>
        </p:nvSpPr>
        <p:spPr>
          <a:xfrm>
            <a:off x="42643" y="173124"/>
            <a:ext cx="8844300" cy="1667100"/>
          </a:xfrm>
          <a:prstGeom prst="rect">
            <a:avLst/>
          </a:prstGeom>
          <a:blipFill rotWithShape="1">
            <a:blip r:embed="rId3">
              <a:alphaModFix/>
            </a:blip>
            <a:stretch>
              <a:fillRect b="-3029" l="-289" r="-279"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IN" sz="1400" u="none" cap="none" strike="noStrike">
                <a:latin typeface="Arial"/>
                <a:ea typeface="Arial"/>
                <a:cs typeface="Arial"/>
                <a:sym typeface="Arial"/>
              </a:rPr>
              <a:t> </a:t>
            </a:r>
            <a:endParaRPr/>
          </a:p>
        </p:txBody>
      </p:sp>
      <p:pic>
        <p:nvPicPr>
          <p:cNvPr id="589" name="Google Shape;589;p73"/>
          <p:cNvPicPr preferRelativeResize="0"/>
          <p:nvPr/>
        </p:nvPicPr>
        <p:blipFill rotWithShape="1">
          <a:blip r:embed="rId4">
            <a:alphaModFix/>
          </a:blip>
          <a:srcRect b="0" l="0" r="0" t="0"/>
          <a:stretch/>
        </p:blipFill>
        <p:spPr>
          <a:xfrm>
            <a:off x="2582090" y="1840247"/>
            <a:ext cx="3979819" cy="787496"/>
          </a:xfrm>
          <a:prstGeom prst="rect">
            <a:avLst/>
          </a:prstGeom>
          <a:noFill/>
          <a:ln>
            <a:noFill/>
          </a:ln>
        </p:spPr>
      </p:pic>
      <p:pic>
        <p:nvPicPr>
          <p:cNvPr id="590" name="Google Shape;590;p73"/>
          <p:cNvPicPr preferRelativeResize="0"/>
          <p:nvPr/>
        </p:nvPicPr>
        <p:blipFill rotWithShape="1">
          <a:blip r:embed="rId5">
            <a:alphaModFix/>
          </a:blip>
          <a:srcRect b="0" l="0" r="0" t="0"/>
          <a:stretch/>
        </p:blipFill>
        <p:spPr>
          <a:xfrm>
            <a:off x="84977" y="2712969"/>
            <a:ext cx="4892345" cy="1801984"/>
          </a:xfrm>
          <a:prstGeom prst="rect">
            <a:avLst/>
          </a:prstGeom>
          <a:noFill/>
          <a:ln>
            <a:noFill/>
          </a:ln>
        </p:spPr>
      </p:pic>
      <p:pic>
        <p:nvPicPr>
          <p:cNvPr id="591" name="Google Shape;591;p73"/>
          <p:cNvPicPr preferRelativeResize="0"/>
          <p:nvPr/>
        </p:nvPicPr>
        <p:blipFill rotWithShape="1">
          <a:blip r:embed="rId6">
            <a:alphaModFix/>
          </a:blip>
          <a:srcRect b="0" l="0" r="0" t="0"/>
          <a:stretch/>
        </p:blipFill>
        <p:spPr>
          <a:xfrm>
            <a:off x="5255190" y="2986213"/>
            <a:ext cx="3888811" cy="129627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4"/>
                                        </p:tgtEl>
                                        <p:attrNameLst>
                                          <p:attrName>style.visibility</p:attrName>
                                        </p:attrNameLst>
                                      </p:cBhvr>
                                      <p:to>
                                        <p:strVal val="visible"/>
                                      </p:to>
                                    </p:set>
                                    <p:animEffect filter="fade" transition="in">
                                      <p:cBhvr>
                                        <p:cTn dur="1000"/>
                                        <p:tgtEl>
                                          <p:spTgt spid="5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9"/>
                                        </p:tgtEl>
                                        <p:attrNameLst>
                                          <p:attrName>style.visibility</p:attrName>
                                        </p:attrNameLst>
                                      </p:cBhvr>
                                      <p:to>
                                        <p:strVal val="visible"/>
                                      </p:to>
                                    </p:set>
                                    <p:animEffect filter="fade" transition="in">
                                      <p:cBhvr>
                                        <p:cTn dur="1000"/>
                                        <p:tgtEl>
                                          <p:spTgt spid="5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0"/>
                                        </p:tgtEl>
                                        <p:attrNameLst>
                                          <p:attrName>style.visibility</p:attrName>
                                        </p:attrNameLst>
                                      </p:cBhvr>
                                      <p:to>
                                        <p:strVal val="visible"/>
                                      </p:to>
                                    </p:set>
                                    <p:animEffect filter="fade" transition="in">
                                      <p:cBhvr>
                                        <p:cTn dur="1000"/>
                                        <p:tgtEl>
                                          <p:spTgt spid="5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1"/>
                                        </p:tgtEl>
                                        <p:attrNameLst>
                                          <p:attrName>style.visibility</p:attrName>
                                        </p:attrNameLst>
                                      </p:cBhvr>
                                      <p:to>
                                        <p:strVal val="visible"/>
                                      </p:to>
                                    </p:set>
                                    <p:animEffect filter="fade" transition="in">
                                      <p:cBhvr>
                                        <p:cTn dur="1000"/>
                                        <p:tgtEl>
                                          <p:spTgt spid="5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6"/>
                                        </p:tgtEl>
                                        <p:attrNameLst>
                                          <p:attrName>style.visibility</p:attrName>
                                        </p:attrNameLst>
                                      </p:cBhvr>
                                      <p:to>
                                        <p:strVal val="visible"/>
                                      </p:to>
                                    </p:set>
                                    <p:animEffect filter="fade" transition="in">
                                      <p:cBhvr>
                                        <p:cTn dur="500"/>
                                        <p:tgtEl>
                                          <p:spTgt spid="586"/>
                                        </p:tgtEl>
                                      </p:cBhvr>
                                    </p:animEffect>
                                  </p:childTnLst>
                                </p:cTn>
                              </p:par>
                              <p:par>
                                <p:cTn fill="hold" nodeType="withEffect" presetClass="entr" presetID="10" presetSubtype="0">
                                  <p:stCondLst>
                                    <p:cond delay="0"/>
                                  </p:stCondLst>
                                  <p:childTnLst>
                                    <p:set>
                                      <p:cBhvr>
                                        <p:cTn dur="1" fill="hold">
                                          <p:stCondLst>
                                            <p:cond delay="0"/>
                                          </p:stCondLst>
                                        </p:cTn>
                                        <p:tgtEl>
                                          <p:spTgt spid="587"/>
                                        </p:tgtEl>
                                        <p:attrNameLst>
                                          <p:attrName>style.visibility</p:attrName>
                                        </p:attrNameLst>
                                      </p:cBhvr>
                                      <p:to>
                                        <p:strVal val="visible"/>
                                      </p:to>
                                    </p:set>
                                    <p:animEffect filter="fade" transition="in">
                                      <p:cBhvr>
                                        <p:cTn dur="500"/>
                                        <p:tgtEl>
                                          <p:spTgt spid="587"/>
                                        </p:tgtEl>
                                      </p:cBhvr>
                                    </p:animEffect>
                                  </p:childTnLst>
                                </p:cTn>
                              </p:par>
                              <p:par>
                                <p:cTn fill="hold" nodeType="withEffect" presetClass="entr" presetID="10" presetSubtype="0">
                                  <p:stCondLst>
                                    <p:cond delay="0"/>
                                  </p:stCondLst>
                                  <p:childTnLst>
                                    <p:set>
                                      <p:cBhvr>
                                        <p:cTn dur="1" fill="hold">
                                          <p:stCondLst>
                                            <p:cond delay="0"/>
                                          </p:stCondLst>
                                        </p:cTn>
                                        <p:tgtEl>
                                          <p:spTgt spid="585"/>
                                        </p:tgtEl>
                                        <p:attrNameLst>
                                          <p:attrName>style.visibility</p:attrName>
                                        </p:attrNameLst>
                                      </p:cBhvr>
                                      <p:to>
                                        <p:strVal val="visible"/>
                                      </p:to>
                                    </p:set>
                                    <p:animEffect filter="fade" transition="in">
                                      <p:cBhvr>
                                        <p:cTn dur="500"/>
                                        <p:tgtEl>
                                          <p:spTgt spid="5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74"/>
          <p:cNvSpPr txBox="1"/>
          <p:nvPr/>
        </p:nvSpPr>
        <p:spPr>
          <a:xfrm>
            <a:off x="0" y="18977"/>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QUESTION 21</a:t>
            </a:r>
            <a:endParaRPr b="1" i="0" sz="1800" u="none" cap="none" strike="noStrike">
              <a:solidFill>
                <a:schemeClr val="lt1"/>
              </a:solidFill>
              <a:latin typeface="Times New Roman"/>
              <a:ea typeface="Times New Roman"/>
              <a:cs typeface="Times New Roman"/>
              <a:sym typeface="Times New Roman"/>
            </a:endParaRPr>
          </a:p>
        </p:txBody>
      </p:sp>
      <p:sp>
        <p:nvSpPr>
          <p:cNvPr id="598" name="Google Shape;598;p74"/>
          <p:cNvSpPr txBox="1"/>
          <p:nvPr/>
        </p:nvSpPr>
        <p:spPr>
          <a:xfrm>
            <a:off x="0" y="2111741"/>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SOLUTION 21</a:t>
            </a:r>
            <a:endParaRPr b="1" i="0" sz="1800" u="none" cap="none" strike="noStrike">
              <a:solidFill>
                <a:schemeClr val="lt1"/>
              </a:solidFill>
              <a:latin typeface="Times New Roman"/>
              <a:ea typeface="Times New Roman"/>
              <a:cs typeface="Times New Roman"/>
              <a:sym typeface="Times New Roman"/>
            </a:endParaRPr>
          </a:p>
        </p:txBody>
      </p:sp>
      <p:sp>
        <p:nvSpPr>
          <p:cNvPr id="599" name="Google Shape;599;p74"/>
          <p:cNvSpPr txBox="1"/>
          <p:nvPr/>
        </p:nvSpPr>
        <p:spPr>
          <a:xfrm>
            <a:off x="0" y="4763850"/>
            <a:ext cx="2733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CORRECT ANSWER 21</a:t>
            </a:r>
            <a:endParaRPr b="1" i="0" sz="1800" u="none" cap="none" strike="noStrike">
              <a:solidFill>
                <a:schemeClr val="lt1"/>
              </a:solidFill>
              <a:latin typeface="Times New Roman"/>
              <a:ea typeface="Times New Roman"/>
              <a:cs typeface="Times New Roman"/>
              <a:sym typeface="Times New Roman"/>
            </a:endParaRPr>
          </a:p>
        </p:txBody>
      </p:sp>
      <p:sp>
        <p:nvSpPr>
          <p:cNvPr id="600" name="Google Shape;600;p74"/>
          <p:cNvSpPr txBox="1"/>
          <p:nvPr/>
        </p:nvSpPr>
        <p:spPr>
          <a:xfrm>
            <a:off x="3017816" y="4763840"/>
            <a:ext cx="10977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a:t>
            </a:r>
            <a:endParaRPr b="1" i="0" sz="1800" u="none" cap="none" strike="noStrike">
              <a:solidFill>
                <a:schemeClr val="lt1"/>
              </a:solidFill>
              <a:latin typeface="Times New Roman"/>
              <a:ea typeface="Times New Roman"/>
              <a:cs typeface="Times New Roman"/>
              <a:sym typeface="Times New Roman"/>
            </a:endParaRPr>
          </a:p>
        </p:txBody>
      </p:sp>
      <p:cxnSp>
        <p:nvCxnSpPr>
          <p:cNvPr id="601" name="Google Shape;601;p74"/>
          <p:cNvCxnSpPr/>
          <p:nvPr/>
        </p:nvCxnSpPr>
        <p:spPr>
          <a:xfrm>
            <a:off x="2766069" y="4936956"/>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602" name="Google Shape;602;p74"/>
          <p:cNvSpPr txBox="1"/>
          <p:nvPr/>
        </p:nvSpPr>
        <p:spPr>
          <a:xfrm>
            <a:off x="74506" y="365226"/>
            <a:ext cx="9069600" cy="1948500"/>
          </a:xfrm>
          <a:prstGeom prst="rect">
            <a:avLst/>
          </a:prstGeom>
          <a:blipFill rotWithShape="1">
            <a:blip r:embed="rId3">
              <a:alphaModFix/>
            </a:blip>
            <a:stretch>
              <a:fillRect b="0" l="-139" r="0" t="-63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IN" sz="1400" u="none" cap="none" strike="noStrike">
                <a:latin typeface="Arial"/>
                <a:ea typeface="Arial"/>
                <a:cs typeface="Arial"/>
                <a:sym typeface="Arial"/>
              </a:rPr>
              <a:t> </a:t>
            </a:r>
            <a:endParaRPr/>
          </a:p>
        </p:txBody>
      </p:sp>
      <p:sp>
        <p:nvSpPr>
          <p:cNvPr id="603" name="Google Shape;603;p74"/>
          <p:cNvSpPr txBox="1"/>
          <p:nvPr/>
        </p:nvSpPr>
        <p:spPr>
          <a:xfrm>
            <a:off x="55783" y="2553187"/>
            <a:ext cx="2504400" cy="315300"/>
          </a:xfrm>
          <a:prstGeom prst="rect">
            <a:avLst/>
          </a:prstGeom>
          <a:blipFill rotWithShape="1">
            <a:blip r:embed="rId4">
              <a:alphaModFix/>
            </a:blip>
            <a:stretch>
              <a:fillRect b="-23069" l="-2019" r="0" t="-1153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IN" sz="1400" u="none" cap="none" strike="noStrike">
                <a:latin typeface="Arial"/>
                <a:ea typeface="Arial"/>
                <a:cs typeface="Arial"/>
                <a:sym typeface="Arial"/>
              </a:rPr>
              <a:t> </a:t>
            </a:r>
            <a:endParaRPr/>
          </a:p>
        </p:txBody>
      </p:sp>
      <p:pic>
        <p:nvPicPr>
          <p:cNvPr id="604" name="Google Shape;604;p74"/>
          <p:cNvPicPr preferRelativeResize="0"/>
          <p:nvPr/>
        </p:nvPicPr>
        <p:blipFill rotWithShape="1">
          <a:blip r:embed="rId5">
            <a:alphaModFix/>
          </a:blip>
          <a:srcRect b="0" l="23937" r="0" t="0"/>
          <a:stretch/>
        </p:blipFill>
        <p:spPr>
          <a:xfrm>
            <a:off x="74506" y="2918672"/>
            <a:ext cx="2943311" cy="689731"/>
          </a:xfrm>
          <a:prstGeom prst="rect">
            <a:avLst/>
          </a:prstGeom>
          <a:noFill/>
          <a:ln>
            <a:noFill/>
          </a:ln>
        </p:spPr>
      </p:pic>
      <p:pic>
        <p:nvPicPr>
          <p:cNvPr id="605" name="Google Shape;605;p74"/>
          <p:cNvPicPr preferRelativeResize="0"/>
          <p:nvPr/>
        </p:nvPicPr>
        <p:blipFill rotWithShape="1">
          <a:blip r:embed="rId6">
            <a:alphaModFix/>
          </a:blip>
          <a:srcRect b="0" l="0" r="0" t="0"/>
          <a:stretch/>
        </p:blipFill>
        <p:spPr>
          <a:xfrm>
            <a:off x="3015523" y="2193142"/>
            <a:ext cx="2911794" cy="2570698"/>
          </a:xfrm>
          <a:prstGeom prst="rect">
            <a:avLst/>
          </a:prstGeom>
          <a:noFill/>
          <a:ln>
            <a:noFill/>
          </a:ln>
        </p:spPr>
      </p:pic>
      <p:pic>
        <p:nvPicPr>
          <p:cNvPr id="606" name="Google Shape;606;p74"/>
          <p:cNvPicPr preferRelativeResize="0"/>
          <p:nvPr/>
        </p:nvPicPr>
        <p:blipFill rotWithShape="1">
          <a:blip r:embed="rId7">
            <a:alphaModFix/>
          </a:blip>
          <a:srcRect b="0" l="0" r="0" t="0"/>
          <a:stretch/>
        </p:blipFill>
        <p:spPr>
          <a:xfrm>
            <a:off x="5739427" y="2143464"/>
            <a:ext cx="3404572" cy="194844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8"/>
                                        </p:tgtEl>
                                        <p:attrNameLst>
                                          <p:attrName>style.visibility</p:attrName>
                                        </p:attrNameLst>
                                      </p:cBhvr>
                                      <p:to>
                                        <p:strVal val="visible"/>
                                      </p:to>
                                    </p:set>
                                    <p:animEffect filter="fade" transition="in">
                                      <p:cBhvr>
                                        <p:cTn dur="1000"/>
                                        <p:tgtEl>
                                          <p:spTgt spid="5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3"/>
                                        </p:tgtEl>
                                        <p:attrNameLst>
                                          <p:attrName>style.visibility</p:attrName>
                                        </p:attrNameLst>
                                      </p:cBhvr>
                                      <p:to>
                                        <p:strVal val="visible"/>
                                      </p:to>
                                    </p:set>
                                    <p:animEffect filter="fade" transition="in">
                                      <p:cBhvr>
                                        <p:cTn dur="1000"/>
                                        <p:tgtEl>
                                          <p:spTgt spid="6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4"/>
                                        </p:tgtEl>
                                        <p:attrNameLst>
                                          <p:attrName>style.visibility</p:attrName>
                                        </p:attrNameLst>
                                      </p:cBhvr>
                                      <p:to>
                                        <p:strVal val="visible"/>
                                      </p:to>
                                    </p:set>
                                    <p:animEffect filter="fade" transition="in">
                                      <p:cBhvr>
                                        <p:cTn dur="1000"/>
                                        <p:tgtEl>
                                          <p:spTgt spid="6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5"/>
                                        </p:tgtEl>
                                        <p:attrNameLst>
                                          <p:attrName>style.visibility</p:attrName>
                                        </p:attrNameLst>
                                      </p:cBhvr>
                                      <p:to>
                                        <p:strVal val="visible"/>
                                      </p:to>
                                    </p:set>
                                    <p:animEffect filter="fade" transition="in">
                                      <p:cBhvr>
                                        <p:cTn dur="1000"/>
                                        <p:tgtEl>
                                          <p:spTgt spid="6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6"/>
                                        </p:tgtEl>
                                        <p:attrNameLst>
                                          <p:attrName>style.visibility</p:attrName>
                                        </p:attrNameLst>
                                      </p:cBhvr>
                                      <p:to>
                                        <p:strVal val="visible"/>
                                      </p:to>
                                    </p:set>
                                    <p:animEffect filter="fade" transition="in">
                                      <p:cBhvr>
                                        <p:cTn dur="1000"/>
                                        <p:tgtEl>
                                          <p:spTgt spid="6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9"/>
                                        </p:tgtEl>
                                        <p:attrNameLst>
                                          <p:attrName>style.visibility</p:attrName>
                                        </p:attrNameLst>
                                      </p:cBhvr>
                                      <p:to>
                                        <p:strVal val="visible"/>
                                      </p:to>
                                    </p:set>
                                    <p:animEffect filter="fade" transition="in">
                                      <p:cBhvr>
                                        <p:cTn dur="500"/>
                                        <p:tgtEl>
                                          <p:spTgt spid="599"/>
                                        </p:tgtEl>
                                      </p:cBhvr>
                                    </p:animEffect>
                                  </p:childTnLst>
                                </p:cTn>
                              </p:par>
                              <p:par>
                                <p:cTn fill="hold" nodeType="withEffect" presetClass="entr" presetID="10" presetSubtype="0">
                                  <p:stCondLst>
                                    <p:cond delay="0"/>
                                  </p:stCondLst>
                                  <p:childTnLst>
                                    <p:set>
                                      <p:cBhvr>
                                        <p:cTn dur="1" fill="hold">
                                          <p:stCondLst>
                                            <p:cond delay="0"/>
                                          </p:stCondLst>
                                        </p:cTn>
                                        <p:tgtEl>
                                          <p:spTgt spid="601"/>
                                        </p:tgtEl>
                                        <p:attrNameLst>
                                          <p:attrName>style.visibility</p:attrName>
                                        </p:attrNameLst>
                                      </p:cBhvr>
                                      <p:to>
                                        <p:strVal val="visible"/>
                                      </p:to>
                                    </p:set>
                                    <p:animEffect filter="fade" transition="in">
                                      <p:cBhvr>
                                        <p:cTn dur="500"/>
                                        <p:tgtEl>
                                          <p:spTgt spid="601"/>
                                        </p:tgtEl>
                                      </p:cBhvr>
                                    </p:animEffect>
                                  </p:childTnLst>
                                </p:cTn>
                              </p:par>
                              <p:par>
                                <p:cTn fill="hold" nodeType="withEffect" presetClass="entr" presetID="10" presetSubtype="0">
                                  <p:stCondLst>
                                    <p:cond delay="0"/>
                                  </p:stCondLst>
                                  <p:childTnLst>
                                    <p:set>
                                      <p:cBhvr>
                                        <p:cTn dur="1" fill="hold">
                                          <p:stCondLst>
                                            <p:cond delay="0"/>
                                          </p:stCondLst>
                                        </p:cTn>
                                        <p:tgtEl>
                                          <p:spTgt spid="600"/>
                                        </p:tgtEl>
                                        <p:attrNameLst>
                                          <p:attrName>style.visibility</p:attrName>
                                        </p:attrNameLst>
                                      </p:cBhvr>
                                      <p:to>
                                        <p:strVal val="visible"/>
                                      </p:to>
                                    </p:set>
                                    <p:animEffect filter="fade" transition="in">
                                      <p:cBhvr>
                                        <p:cTn dur="500"/>
                                        <p:tgtEl>
                                          <p:spTgt spid="6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75"/>
          <p:cNvSpPr txBox="1"/>
          <p:nvPr/>
        </p:nvSpPr>
        <p:spPr>
          <a:xfrm>
            <a:off x="-1" y="-3849"/>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QUESTION </a:t>
            </a:r>
            <a:r>
              <a:rPr b="1" lang="en-IN" sz="1800">
                <a:solidFill>
                  <a:schemeClr val="lt1"/>
                </a:solidFill>
                <a:latin typeface="Times New Roman"/>
                <a:ea typeface="Times New Roman"/>
                <a:cs typeface="Times New Roman"/>
                <a:sym typeface="Times New Roman"/>
              </a:rPr>
              <a:t>22</a:t>
            </a:r>
            <a:endParaRPr b="1" i="0" sz="1800" u="none" cap="none" strike="noStrike">
              <a:solidFill>
                <a:schemeClr val="lt1"/>
              </a:solidFill>
              <a:latin typeface="Times New Roman"/>
              <a:ea typeface="Times New Roman"/>
              <a:cs typeface="Times New Roman"/>
              <a:sym typeface="Times New Roman"/>
            </a:endParaRPr>
          </a:p>
        </p:txBody>
      </p:sp>
      <p:sp>
        <p:nvSpPr>
          <p:cNvPr id="613" name="Google Shape;613;p75"/>
          <p:cNvSpPr txBox="1"/>
          <p:nvPr/>
        </p:nvSpPr>
        <p:spPr>
          <a:xfrm>
            <a:off x="21439" y="1901569"/>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SOLUTION </a:t>
            </a:r>
            <a:r>
              <a:rPr b="1" lang="en-IN" sz="1800">
                <a:solidFill>
                  <a:schemeClr val="lt1"/>
                </a:solidFill>
                <a:latin typeface="Times New Roman"/>
                <a:ea typeface="Times New Roman"/>
                <a:cs typeface="Times New Roman"/>
                <a:sym typeface="Times New Roman"/>
              </a:rPr>
              <a:t>22</a:t>
            </a:r>
            <a:endParaRPr b="1" i="0" sz="1800" u="none" cap="none" strike="noStrike">
              <a:solidFill>
                <a:schemeClr val="lt1"/>
              </a:solidFill>
              <a:latin typeface="Times New Roman"/>
              <a:ea typeface="Times New Roman"/>
              <a:cs typeface="Times New Roman"/>
              <a:sym typeface="Times New Roman"/>
            </a:endParaRPr>
          </a:p>
        </p:txBody>
      </p:sp>
      <p:sp>
        <p:nvSpPr>
          <p:cNvPr id="614" name="Google Shape;614;p75"/>
          <p:cNvSpPr txBox="1"/>
          <p:nvPr/>
        </p:nvSpPr>
        <p:spPr>
          <a:xfrm>
            <a:off x="-1" y="476384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CORRECT ANSWER </a:t>
            </a:r>
            <a:r>
              <a:rPr b="1" lang="en-IN" sz="1800">
                <a:solidFill>
                  <a:schemeClr val="lt1"/>
                </a:solidFill>
                <a:latin typeface="Times New Roman"/>
                <a:ea typeface="Times New Roman"/>
                <a:cs typeface="Times New Roman"/>
                <a:sym typeface="Times New Roman"/>
              </a:rPr>
              <a:t>22</a:t>
            </a:r>
            <a:endParaRPr b="1" i="0" sz="1800" u="none" cap="none" strike="noStrike">
              <a:solidFill>
                <a:schemeClr val="lt1"/>
              </a:solidFill>
              <a:latin typeface="Times New Roman"/>
              <a:ea typeface="Times New Roman"/>
              <a:cs typeface="Times New Roman"/>
              <a:sym typeface="Times New Roman"/>
            </a:endParaRPr>
          </a:p>
        </p:txBody>
      </p:sp>
      <p:sp>
        <p:nvSpPr>
          <p:cNvPr id="615" name="Google Shape;615;p75"/>
          <p:cNvSpPr txBox="1"/>
          <p:nvPr/>
        </p:nvSpPr>
        <p:spPr>
          <a:xfrm>
            <a:off x="3127729" y="4771822"/>
            <a:ext cx="6351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a)</a:t>
            </a:r>
            <a:endParaRPr b="1" i="0" sz="1800" u="none" cap="none" strike="noStrike">
              <a:solidFill>
                <a:schemeClr val="lt1"/>
              </a:solidFill>
              <a:latin typeface="Times New Roman"/>
              <a:ea typeface="Times New Roman"/>
              <a:cs typeface="Times New Roman"/>
              <a:sym typeface="Times New Roman"/>
            </a:endParaRPr>
          </a:p>
        </p:txBody>
      </p:sp>
      <p:cxnSp>
        <p:nvCxnSpPr>
          <p:cNvPr id="616" name="Google Shape;616;p75"/>
          <p:cNvCxnSpPr/>
          <p:nvPr/>
        </p:nvCxnSpPr>
        <p:spPr>
          <a:xfrm>
            <a:off x="2798643" y="4944931"/>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617" name="Google Shape;617;p75"/>
          <p:cNvSpPr txBox="1"/>
          <p:nvPr/>
        </p:nvSpPr>
        <p:spPr>
          <a:xfrm>
            <a:off x="0" y="303797"/>
            <a:ext cx="8844300" cy="1503300"/>
          </a:xfrm>
          <a:prstGeom prst="rect">
            <a:avLst/>
          </a:prstGeom>
          <a:blipFill rotWithShape="1">
            <a:blip r:embed="rId3">
              <a:alphaModFix/>
            </a:blip>
            <a:stretch>
              <a:fillRect b="0" l="-429" r="-289" t="-167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IN" sz="1400" u="none" cap="none" strike="noStrike">
                <a:latin typeface="Arial"/>
                <a:ea typeface="Arial"/>
                <a:cs typeface="Arial"/>
                <a:sym typeface="Arial"/>
              </a:rPr>
              <a:t> </a:t>
            </a:r>
            <a:endParaRPr/>
          </a:p>
        </p:txBody>
      </p:sp>
      <p:pic>
        <p:nvPicPr>
          <p:cNvPr id="618" name="Google Shape;618;p75"/>
          <p:cNvPicPr preferRelativeResize="0"/>
          <p:nvPr/>
        </p:nvPicPr>
        <p:blipFill rotWithShape="1">
          <a:blip r:embed="rId4">
            <a:alphaModFix/>
          </a:blip>
          <a:srcRect b="0" l="0" r="0" t="0"/>
          <a:stretch/>
        </p:blipFill>
        <p:spPr>
          <a:xfrm>
            <a:off x="105557" y="2300587"/>
            <a:ext cx="5016703" cy="235904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3"/>
                                        </p:tgtEl>
                                        <p:attrNameLst>
                                          <p:attrName>style.visibility</p:attrName>
                                        </p:attrNameLst>
                                      </p:cBhvr>
                                      <p:to>
                                        <p:strVal val="visible"/>
                                      </p:to>
                                    </p:set>
                                    <p:animEffect filter="fade" transition="in">
                                      <p:cBhvr>
                                        <p:cTn dur="1000"/>
                                        <p:tgtEl>
                                          <p:spTgt spid="6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8"/>
                                        </p:tgtEl>
                                        <p:attrNameLst>
                                          <p:attrName>style.visibility</p:attrName>
                                        </p:attrNameLst>
                                      </p:cBhvr>
                                      <p:to>
                                        <p:strVal val="visible"/>
                                      </p:to>
                                    </p:set>
                                    <p:animEffect filter="fade" transition="in">
                                      <p:cBhvr>
                                        <p:cTn dur="1000"/>
                                        <p:tgtEl>
                                          <p:spTgt spid="6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5"/>
                                        </p:tgtEl>
                                        <p:attrNameLst>
                                          <p:attrName>style.visibility</p:attrName>
                                        </p:attrNameLst>
                                      </p:cBhvr>
                                      <p:to>
                                        <p:strVal val="visible"/>
                                      </p:to>
                                    </p:set>
                                    <p:animEffect filter="fade" transition="in">
                                      <p:cBhvr>
                                        <p:cTn dur="500"/>
                                        <p:tgtEl>
                                          <p:spTgt spid="615"/>
                                        </p:tgtEl>
                                      </p:cBhvr>
                                    </p:animEffect>
                                  </p:childTnLst>
                                </p:cTn>
                              </p:par>
                              <p:par>
                                <p:cTn fill="hold" nodeType="withEffect" presetClass="entr" presetID="10" presetSubtype="0">
                                  <p:stCondLst>
                                    <p:cond delay="0"/>
                                  </p:stCondLst>
                                  <p:childTnLst>
                                    <p:set>
                                      <p:cBhvr>
                                        <p:cTn dur="1" fill="hold">
                                          <p:stCondLst>
                                            <p:cond delay="0"/>
                                          </p:stCondLst>
                                        </p:cTn>
                                        <p:tgtEl>
                                          <p:spTgt spid="616"/>
                                        </p:tgtEl>
                                        <p:attrNameLst>
                                          <p:attrName>style.visibility</p:attrName>
                                        </p:attrNameLst>
                                      </p:cBhvr>
                                      <p:to>
                                        <p:strVal val="visible"/>
                                      </p:to>
                                    </p:set>
                                    <p:animEffect filter="fade" transition="in">
                                      <p:cBhvr>
                                        <p:cTn dur="500"/>
                                        <p:tgtEl>
                                          <p:spTgt spid="616"/>
                                        </p:tgtEl>
                                      </p:cBhvr>
                                    </p:animEffect>
                                  </p:childTnLst>
                                </p:cTn>
                              </p:par>
                              <p:par>
                                <p:cTn fill="hold" nodeType="withEffect" presetClass="entr" presetID="10" presetSubtype="0">
                                  <p:stCondLst>
                                    <p:cond delay="0"/>
                                  </p:stCondLst>
                                  <p:childTnLst>
                                    <p:set>
                                      <p:cBhvr>
                                        <p:cTn dur="1" fill="hold">
                                          <p:stCondLst>
                                            <p:cond delay="0"/>
                                          </p:stCondLst>
                                        </p:cTn>
                                        <p:tgtEl>
                                          <p:spTgt spid="614"/>
                                        </p:tgtEl>
                                        <p:attrNameLst>
                                          <p:attrName>style.visibility</p:attrName>
                                        </p:attrNameLst>
                                      </p:cBhvr>
                                      <p:to>
                                        <p:strVal val="visible"/>
                                      </p:to>
                                    </p:set>
                                    <p:animEffect filter="fade" transition="in">
                                      <p:cBhvr>
                                        <p:cTn dur="500"/>
                                        <p:tgtEl>
                                          <p:spTgt spid="6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76"/>
          <p:cNvSpPr txBox="1"/>
          <p:nvPr/>
        </p:nvSpPr>
        <p:spPr>
          <a:xfrm>
            <a:off x="0" y="0"/>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QUESTION </a:t>
            </a:r>
            <a:r>
              <a:rPr b="1" lang="en-IN" sz="1800">
                <a:solidFill>
                  <a:schemeClr val="lt1"/>
                </a:solidFill>
                <a:latin typeface="Times New Roman"/>
                <a:ea typeface="Times New Roman"/>
                <a:cs typeface="Times New Roman"/>
                <a:sym typeface="Times New Roman"/>
              </a:rPr>
              <a:t>23</a:t>
            </a:r>
            <a:endParaRPr b="1" i="0" sz="1800" u="none" cap="none" strike="noStrike">
              <a:solidFill>
                <a:schemeClr val="lt1"/>
              </a:solidFill>
              <a:latin typeface="Times New Roman"/>
              <a:ea typeface="Times New Roman"/>
              <a:cs typeface="Times New Roman"/>
              <a:sym typeface="Times New Roman"/>
            </a:endParaRPr>
          </a:p>
        </p:txBody>
      </p:sp>
      <p:sp>
        <p:nvSpPr>
          <p:cNvPr id="625" name="Google Shape;625;p76"/>
          <p:cNvSpPr txBox="1"/>
          <p:nvPr/>
        </p:nvSpPr>
        <p:spPr>
          <a:xfrm>
            <a:off x="60960" y="1796815"/>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SOLUTION </a:t>
            </a:r>
            <a:r>
              <a:rPr b="1" lang="en-IN" sz="1800">
                <a:solidFill>
                  <a:schemeClr val="lt1"/>
                </a:solidFill>
                <a:latin typeface="Times New Roman"/>
                <a:ea typeface="Times New Roman"/>
                <a:cs typeface="Times New Roman"/>
                <a:sym typeface="Times New Roman"/>
              </a:rPr>
              <a:t>23</a:t>
            </a:r>
            <a:endParaRPr b="1" i="0" sz="1800" u="none" cap="none" strike="noStrike">
              <a:solidFill>
                <a:schemeClr val="lt1"/>
              </a:solidFill>
              <a:latin typeface="Times New Roman"/>
              <a:ea typeface="Times New Roman"/>
              <a:cs typeface="Times New Roman"/>
              <a:sym typeface="Times New Roman"/>
            </a:endParaRPr>
          </a:p>
        </p:txBody>
      </p:sp>
      <p:sp>
        <p:nvSpPr>
          <p:cNvPr id="626" name="Google Shape;626;p76"/>
          <p:cNvSpPr txBox="1"/>
          <p:nvPr/>
        </p:nvSpPr>
        <p:spPr>
          <a:xfrm>
            <a:off x="0" y="476385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CORRECT ANSWER </a:t>
            </a:r>
            <a:r>
              <a:rPr b="1" lang="en-IN" sz="1800">
                <a:solidFill>
                  <a:schemeClr val="lt1"/>
                </a:solidFill>
                <a:latin typeface="Times New Roman"/>
                <a:ea typeface="Times New Roman"/>
                <a:cs typeface="Times New Roman"/>
                <a:sym typeface="Times New Roman"/>
              </a:rPr>
              <a:t>23</a:t>
            </a:r>
            <a:endParaRPr b="1" i="0" sz="1800" u="none" cap="none" strike="noStrike">
              <a:solidFill>
                <a:schemeClr val="lt1"/>
              </a:solidFill>
              <a:latin typeface="Times New Roman"/>
              <a:ea typeface="Times New Roman"/>
              <a:cs typeface="Times New Roman"/>
              <a:sym typeface="Times New Roman"/>
            </a:endParaRPr>
          </a:p>
        </p:txBody>
      </p:sp>
      <p:sp>
        <p:nvSpPr>
          <p:cNvPr id="627" name="Google Shape;627;p76"/>
          <p:cNvSpPr txBox="1"/>
          <p:nvPr/>
        </p:nvSpPr>
        <p:spPr>
          <a:xfrm>
            <a:off x="3017816" y="4763840"/>
            <a:ext cx="10977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b)</a:t>
            </a:r>
            <a:endParaRPr b="1" i="0" sz="1800" u="none" cap="none" strike="noStrike">
              <a:solidFill>
                <a:schemeClr val="lt1"/>
              </a:solidFill>
              <a:latin typeface="Times New Roman"/>
              <a:ea typeface="Times New Roman"/>
              <a:cs typeface="Times New Roman"/>
              <a:sym typeface="Times New Roman"/>
            </a:endParaRPr>
          </a:p>
        </p:txBody>
      </p:sp>
      <p:cxnSp>
        <p:nvCxnSpPr>
          <p:cNvPr id="628" name="Google Shape;628;p76"/>
          <p:cNvCxnSpPr/>
          <p:nvPr/>
        </p:nvCxnSpPr>
        <p:spPr>
          <a:xfrm>
            <a:off x="2688731" y="4944931"/>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629" name="Google Shape;629;p76"/>
          <p:cNvSpPr txBox="1"/>
          <p:nvPr/>
        </p:nvSpPr>
        <p:spPr>
          <a:xfrm>
            <a:off x="60960" y="346249"/>
            <a:ext cx="8833500" cy="1442100"/>
          </a:xfrm>
          <a:prstGeom prst="rect">
            <a:avLst/>
          </a:prstGeom>
          <a:blipFill rotWithShape="1">
            <a:blip r:embed="rId3">
              <a:alphaModFix/>
            </a:blip>
            <a:stretch>
              <a:fillRect b="-1759" l="-429" r="0" t="-174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IN" sz="1400" u="none" cap="none" strike="noStrike">
                <a:latin typeface="Arial"/>
                <a:ea typeface="Arial"/>
                <a:cs typeface="Arial"/>
                <a:sym typeface="Arial"/>
              </a:rPr>
              <a:t> </a:t>
            </a:r>
            <a:endParaRPr/>
          </a:p>
        </p:txBody>
      </p:sp>
      <p:pic>
        <p:nvPicPr>
          <p:cNvPr id="630" name="Google Shape;630;p76"/>
          <p:cNvPicPr preferRelativeResize="0"/>
          <p:nvPr/>
        </p:nvPicPr>
        <p:blipFill rotWithShape="1">
          <a:blip r:embed="rId4">
            <a:alphaModFix/>
          </a:blip>
          <a:srcRect b="0" l="0" r="0" t="0"/>
          <a:stretch/>
        </p:blipFill>
        <p:spPr>
          <a:xfrm>
            <a:off x="60197" y="2189276"/>
            <a:ext cx="2124128" cy="706324"/>
          </a:xfrm>
          <a:prstGeom prst="rect">
            <a:avLst/>
          </a:prstGeom>
          <a:noFill/>
          <a:ln>
            <a:noFill/>
          </a:ln>
        </p:spPr>
      </p:pic>
      <p:pic>
        <p:nvPicPr>
          <p:cNvPr id="631" name="Google Shape;631;p76"/>
          <p:cNvPicPr preferRelativeResize="0"/>
          <p:nvPr/>
        </p:nvPicPr>
        <p:blipFill rotWithShape="1">
          <a:blip r:embed="rId5">
            <a:alphaModFix/>
          </a:blip>
          <a:srcRect b="0" l="0" r="0" t="0"/>
          <a:stretch/>
        </p:blipFill>
        <p:spPr>
          <a:xfrm>
            <a:off x="2245894" y="2272449"/>
            <a:ext cx="3276328" cy="2188248"/>
          </a:xfrm>
          <a:prstGeom prst="rect">
            <a:avLst/>
          </a:prstGeom>
          <a:noFill/>
          <a:ln>
            <a:noFill/>
          </a:ln>
        </p:spPr>
      </p:pic>
      <p:pic>
        <p:nvPicPr>
          <p:cNvPr id="632" name="Google Shape;632;p76"/>
          <p:cNvPicPr preferRelativeResize="0"/>
          <p:nvPr/>
        </p:nvPicPr>
        <p:blipFill rotWithShape="1">
          <a:blip r:embed="rId6">
            <a:alphaModFix/>
          </a:blip>
          <a:srcRect b="0" l="0" r="0" t="0"/>
          <a:stretch/>
        </p:blipFill>
        <p:spPr>
          <a:xfrm>
            <a:off x="5583791" y="2261024"/>
            <a:ext cx="3499249" cy="262873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5"/>
                                        </p:tgtEl>
                                        <p:attrNameLst>
                                          <p:attrName>style.visibility</p:attrName>
                                        </p:attrNameLst>
                                      </p:cBhvr>
                                      <p:to>
                                        <p:strVal val="visible"/>
                                      </p:to>
                                    </p:set>
                                    <p:animEffect filter="fade" transition="in">
                                      <p:cBhvr>
                                        <p:cTn dur="1000"/>
                                        <p:tgtEl>
                                          <p:spTgt spid="6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0"/>
                                        </p:tgtEl>
                                        <p:attrNameLst>
                                          <p:attrName>style.visibility</p:attrName>
                                        </p:attrNameLst>
                                      </p:cBhvr>
                                      <p:to>
                                        <p:strVal val="visible"/>
                                      </p:to>
                                    </p:set>
                                    <p:animEffect filter="fade" transition="in">
                                      <p:cBhvr>
                                        <p:cTn dur="1000"/>
                                        <p:tgtEl>
                                          <p:spTgt spid="6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1"/>
                                        </p:tgtEl>
                                        <p:attrNameLst>
                                          <p:attrName>style.visibility</p:attrName>
                                        </p:attrNameLst>
                                      </p:cBhvr>
                                      <p:to>
                                        <p:strVal val="visible"/>
                                      </p:to>
                                    </p:set>
                                    <p:animEffect filter="fade" transition="in">
                                      <p:cBhvr>
                                        <p:cTn dur="1000"/>
                                        <p:tgtEl>
                                          <p:spTgt spid="6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2"/>
                                        </p:tgtEl>
                                        <p:attrNameLst>
                                          <p:attrName>style.visibility</p:attrName>
                                        </p:attrNameLst>
                                      </p:cBhvr>
                                      <p:to>
                                        <p:strVal val="visible"/>
                                      </p:to>
                                    </p:set>
                                    <p:animEffect filter="fade" transition="in">
                                      <p:cBhvr>
                                        <p:cTn dur="1000"/>
                                        <p:tgtEl>
                                          <p:spTgt spid="6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7"/>
                                        </p:tgtEl>
                                        <p:attrNameLst>
                                          <p:attrName>style.visibility</p:attrName>
                                        </p:attrNameLst>
                                      </p:cBhvr>
                                      <p:to>
                                        <p:strVal val="visible"/>
                                      </p:to>
                                    </p:set>
                                    <p:animEffect filter="fade" transition="in">
                                      <p:cBhvr>
                                        <p:cTn dur="500"/>
                                        <p:tgtEl>
                                          <p:spTgt spid="627"/>
                                        </p:tgtEl>
                                      </p:cBhvr>
                                    </p:animEffect>
                                  </p:childTnLst>
                                </p:cTn>
                              </p:par>
                              <p:par>
                                <p:cTn fill="hold" nodeType="withEffect" presetClass="entr" presetID="10" presetSubtype="0">
                                  <p:stCondLst>
                                    <p:cond delay="0"/>
                                  </p:stCondLst>
                                  <p:childTnLst>
                                    <p:set>
                                      <p:cBhvr>
                                        <p:cTn dur="1" fill="hold">
                                          <p:stCondLst>
                                            <p:cond delay="0"/>
                                          </p:stCondLst>
                                        </p:cTn>
                                        <p:tgtEl>
                                          <p:spTgt spid="628"/>
                                        </p:tgtEl>
                                        <p:attrNameLst>
                                          <p:attrName>style.visibility</p:attrName>
                                        </p:attrNameLst>
                                      </p:cBhvr>
                                      <p:to>
                                        <p:strVal val="visible"/>
                                      </p:to>
                                    </p:set>
                                    <p:animEffect filter="fade" transition="in">
                                      <p:cBhvr>
                                        <p:cTn dur="500"/>
                                        <p:tgtEl>
                                          <p:spTgt spid="628"/>
                                        </p:tgtEl>
                                      </p:cBhvr>
                                    </p:animEffect>
                                  </p:childTnLst>
                                </p:cTn>
                              </p:par>
                              <p:par>
                                <p:cTn fill="hold" nodeType="withEffect" presetClass="entr" presetID="10" presetSubtype="0">
                                  <p:stCondLst>
                                    <p:cond delay="0"/>
                                  </p:stCondLst>
                                  <p:childTnLst>
                                    <p:set>
                                      <p:cBhvr>
                                        <p:cTn dur="1" fill="hold">
                                          <p:stCondLst>
                                            <p:cond delay="0"/>
                                          </p:stCondLst>
                                        </p:cTn>
                                        <p:tgtEl>
                                          <p:spTgt spid="626"/>
                                        </p:tgtEl>
                                        <p:attrNameLst>
                                          <p:attrName>style.visibility</p:attrName>
                                        </p:attrNameLst>
                                      </p:cBhvr>
                                      <p:to>
                                        <p:strVal val="visible"/>
                                      </p:to>
                                    </p:set>
                                    <p:animEffect filter="fade" transition="in">
                                      <p:cBhvr>
                                        <p:cTn dur="500"/>
                                        <p:tgtEl>
                                          <p:spTgt spid="6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77"/>
          <p:cNvSpPr txBox="1"/>
          <p:nvPr/>
        </p:nvSpPr>
        <p:spPr>
          <a:xfrm>
            <a:off x="-1" y="12527"/>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QUESTION </a:t>
            </a:r>
            <a:r>
              <a:rPr b="1" lang="en-IN" sz="1800">
                <a:solidFill>
                  <a:schemeClr val="lt1"/>
                </a:solidFill>
                <a:latin typeface="Times New Roman"/>
                <a:ea typeface="Times New Roman"/>
                <a:cs typeface="Times New Roman"/>
                <a:sym typeface="Times New Roman"/>
              </a:rPr>
              <a:t>24</a:t>
            </a:r>
            <a:endParaRPr b="1" i="0" sz="1800" u="none" cap="none" strike="noStrike">
              <a:solidFill>
                <a:schemeClr val="lt1"/>
              </a:solidFill>
              <a:latin typeface="Times New Roman"/>
              <a:ea typeface="Times New Roman"/>
              <a:cs typeface="Times New Roman"/>
              <a:sym typeface="Times New Roman"/>
            </a:endParaRPr>
          </a:p>
        </p:txBody>
      </p:sp>
      <p:sp>
        <p:nvSpPr>
          <p:cNvPr id="639" name="Google Shape;639;p77"/>
          <p:cNvSpPr txBox="1"/>
          <p:nvPr/>
        </p:nvSpPr>
        <p:spPr>
          <a:xfrm>
            <a:off x="94548" y="1279627"/>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SOLUTION </a:t>
            </a:r>
            <a:r>
              <a:rPr b="1" lang="en-IN" sz="1800">
                <a:solidFill>
                  <a:schemeClr val="lt1"/>
                </a:solidFill>
                <a:latin typeface="Times New Roman"/>
                <a:ea typeface="Times New Roman"/>
                <a:cs typeface="Times New Roman"/>
                <a:sym typeface="Times New Roman"/>
              </a:rPr>
              <a:t>24</a:t>
            </a:r>
            <a:endParaRPr b="1" i="0" sz="1800" u="none" cap="none" strike="noStrike">
              <a:solidFill>
                <a:schemeClr val="lt1"/>
              </a:solidFill>
              <a:latin typeface="Times New Roman"/>
              <a:ea typeface="Times New Roman"/>
              <a:cs typeface="Times New Roman"/>
              <a:sym typeface="Times New Roman"/>
            </a:endParaRPr>
          </a:p>
        </p:txBody>
      </p:sp>
      <p:sp>
        <p:nvSpPr>
          <p:cNvPr id="640" name="Google Shape;640;p77"/>
          <p:cNvSpPr txBox="1"/>
          <p:nvPr/>
        </p:nvSpPr>
        <p:spPr>
          <a:xfrm>
            <a:off x="-1" y="4763840"/>
            <a:ext cx="2817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CORRECT ANSWER </a:t>
            </a:r>
            <a:r>
              <a:rPr b="1" lang="en-IN" sz="1800">
                <a:solidFill>
                  <a:schemeClr val="lt1"/>
                </a:solidFill>
                <a:latin typeface="Times New Roman"/>
                <a:ea typeface="Times New Roman"/>
                <a:cs typeface="Times New Roman"/>
                <a:sym typeface="Times New Roman"/>
              </a:rPr>
              <a:t>24</a:t>
            </a:r>
            <a:endParaRPr b="1" i="0" sz="1800" u="none" cap="none" strike="noStrike">
              <a:solidFill>
                <a:schemeClr val="lt1"/>
              </a:solidFill>
              <a:latin typeface="Times New Roman"/>
              <a:ea typeface="Times New Roman"/>
              <a:cs typeface="Times New Roman"/>
              <a:sym typeface="Times New Roman"/>
            </a:endParaRPr>
          </a:p>
        </p:txBody>
      </p:sp>
      <p:sp>
        <p:nvSpPr>
          <p:cNvPr id="641" name="Google Shape;641;p77"/>
          <p:cNvSpPr txBox="1"/>
          <p:nvPr/>
        </p:nvSpPr>
        <p:spPr>
          <a:xfrm>
            <a:off x="3301082" y="4771806"/>
            <a:ext cx="8307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4.20</a:t>
            </a:r>
            <a:endParaRPr b="1" i="0" sz="1800" u="none" cap="none" strike="noStrike">
              <a:solidFill>
                <a:schemeClr val="lt1"/>
              </a:solidFill>
              <a:latin typeface="Times New Roman"/>
              <a:ea typeface="Times New Roman"/>
              <a:cs typeface="Times New Roman"/>
              <a:sym typeface="Times New Roman"/>
            </a:endParaRPr>
          </a:p>
        </p:txBody>
      </p:sp>
      <p:cxnSp>
        <p:nvCxnSpPr>
          <p:cNvPr id="642" name="Google Shape;642;p77"/>
          <p:cNvCxnSpPr/>
          <p:nvPr/>
        </p:nvCxnSpPr>
        <p:spPr>
          <a:xfrm>
            <a:off x="2964542" y="4944930"/>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643" name="Google Shape;643;p77"/>
          <p:cNvSpPr txBox="1"/>
          <p:nvPr/>
        </p:nvSpPr>
        <p:spPr>
          <a:xfrm>
            <a:off x="-1" y="358776"/>
            <a:ext cx="9144000" cy="603900"/>
          </a:xfrm>
          <a:prstGeom prst="rect">
            <a:avLst/>
          </a:prstGeom>
          <a:blipFill rotWithShape="1">
            <a:blip r:embed="rId3">
              <a:alphaModFix/>
            </a:blip>
            <a:stretch>
              <a:fillRect b="-12498" l="-419" r="-969" t="-416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IN" sz="1400" u="none" cap="none" strike="noStrike">
                <a:latin typeface="Arial"/>
                <a:ea typeface="Arial"/>
                <a:cs typeface="Arial"/>
                <a:sym typeface="Arial"/>
              </a:rPr>
              <a:t> </a:t>
            </a:r>
            <a:endParaRPr/>
          </a:p>
        </p:txBody>
      </p:sp>
      <p:pic>
        <p:nvPicPr>
          <p:cNvPr id="644" name="Google Shape;644;p77"/>
          <p:cNvPicPr preferRelativeResize="0"/>
          <p:nvPr/>
        </p:nvPicPr>
        <p:blipFill rotWithShape="1">
          <a:blip r:embed="rId4">
            <a:alphaModFix/>
          </a:blip>
          <a:srcRect b="11847" l="0" r="14339" t="0"/>
          <a:stretch/>
        </p:blipFill>
        <p:spPr>
          <a:xfrm>
            <a:off x="156410" y="1661852"/>
            <a:ext cx="4833007" cy="1542547"/>
          </a:xfrm>
          <a:prstGeom prst="rect">
            <a:avLst/>
          </a:prstGeom>
          <a:noFill/>
          <a:ln>
            <a:noFill/>
          </a:ln>
        </p:spPr>
      </p:pic>
      <p:pic>
        <p:nvPicPr>
          <p:cNvPr id="645" name="Google Shape;645;p77"/>
          <p:cNvPicPr preferRelativeResize="0"/>
          <p:nvPr/>
        </p:nvPicPr>
        <p:blipFill rotWithShape="1">
          <a:blip r:embed="rId5">
            <a:alphaModFix/>
          </a:blip>
          <a:srcRect b="0" l="0" r="0" t="0"/>
          <a:stretch/>
        </p:blipFill>
        <p:spPr>
          <a:xfrm>
            <a:off x="4870174" y="1996657"/>
            <a:ext cx="4117416" cy="305844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9"/>
                                        </p:tgtEl>
                                        <p:attrNameLst>
                                          <p:attrName>style.visibility</p:attrName>
                                        </p:attrNameLst>
                                      </p:cBhvr>
                                      <p:to>
                                        <p:strVal val="visible"/>
                                      </p:to>
                                    </p:set>
                                    <p:animEffect filter="fade" transition="in">
                                      <p:cBhvr>
                                        <p:cTn dur="1000"/>
                                        <p:tgtEl>
                                          <p:spTgt spid="6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4"/>
                                        </p:tgtEl>
                                        <p:attrNameLst>
                                          <p:attrName>style.visibility</p:attrName>
                                        </p:attrNameLst>
                                      </p:cBhvr>
                                      <p:to>
                                        <p:strVal val="visible"/>
                                      </p:to>
                                    </p:set>
                                    <p:animEffect filter="fade" transition="in">
                                      <p:cBhvr>
                                        <p:cTn dur="1000"/>
                                        <p:tgtEl>
                                          <p:spTgt spid="6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5"/>
                                        </p:tgtEl>
                                        <p:attrNameLst>
                                          <p:attrName>style.visibility</p:attrName>
                                        </p:attrNameLst>
                                      </p:cBhvr>
                                      <p:to>
                                        <p:strVal val="visible"/>
                                      </p:to>
                                    </p:set>
                                    <p:animEffect filter="fade" transition="in">
                                      <p:cBhvr>
                                        <p:cTn dur="1000"/>
                                        <p:tgtEl>
                                          <p:spTgt spid="6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0"/>
                                        </p:tgtEl>
                                        <p:attrNameLst>
                                          <p:attrName>style.visibility</p:attrName>
                                        </p:attrNameLst>
                                      </p:cBhvr>
                                      <p:to>
                                        <p:strVal val="visible"/>
                                      </p:to>
                                    </p:set>
                                    <p:animEffect filter="fade" transition="in">
                                      <p:cBhvr>
                                        <p:cTn dur="500"/>
                                        <p:tgtEl>
                                          <p:spTgt spid="640"/>
                                        </p:tgtEl>
                                      </p:cBhvr>
                                    </p:animEffect>
                                  </p:childTnLst>
                                </p:cTn>
                              </p:par>
                              <p:par>
                                <p:cTn fill="hold" nodeType="withEffect" presetClass="entr" presetID="10" presetSubtype="0">
                                  <p:stCondLst>
                                    <p:cond delay="0"/>
                                  </p:stCondLst>
                                  <p:childTnLst>
                                    <p:set>
                                      <p:cBhvr>
                                        <p:cTn dur="1" fill="hold">
                                          <p:stCondLst>
                                            <p:cond delay="0"/>
                                          </p:stCondLst>
                                        </p:cTn>
                                        <p:tgtEl>
                                          <p:spTgt spid="642"/>
                                        </p:tgtEl>
                                        <p:attrNameLst>
                                          <p:attrName>style.visibility</p:attrName>
                                        </p:attrNameLst>
                                      </p:cBhvr>
                                      <p:to>
                                        <p:strVal val="visible"/>
                                      </p:to>
                                    </p:set>
                                    <p:animEffect filter="fade" transition="in">
                                      <p:cBhvr>
                                        <p:cTn dur="500"/>
                                        <p:tgtEl>
                                          <p:spTgt spid="642"/>
                                        </p:tgtEl>
                                      </p:cBhvr>
                                    </p:animEffect>
                                  </p:childTnLst>
                                </p:cTn>
                              </p:par>
                              <p:par>
                                <p:cTn fill="hold" nodeType="withEffect" presetClass="entr" presetID="10" presetSubtype="0">
                                  <p:stCondLst>
                                    <p:cond delay="0"/>
                                  </p:stCondLst>
                                  <p:childTnLst>
                                    <p:set>
                                      <p:cBhvr>
                                        <p:cTn dur="1" fill="hold">
                                          <p:stCondLst>
                                            <p:cond delay="0"/>
                                          </p:stCondLst>
                                        </p:cTn>
                                        <p:tgtEl>
                                          <p:spTgt spid="641"/>
                                        </p:tgtEl>
                                        <p:attrNameLst>
                                          <p:attrName>style.visibility</p:attrName>
                                        </p:attrNameLst>
                                      </p:cBhvr>
                                      <p:to>
                                        <p:strVal val="visible"/>
                                      </p:to>
                                    </p:set>
                                    <p:animEffect filter="fade" transition="in">
                                      <p:cBhvr>
                                        <p:cTn dur="500"/>
                                        <p:tgtEl>
                                          <p:spTgt spid="6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78"/>
          <p:cNvSpPr txBox="1"/>
          <p:nvPr/>
        </p:nvSpPr>
        <p:spPr>
          <a:xfrm>
            <a:off x="0" y="86312"/>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QUESTION </a:t>
            </a:r>
            <a:r>
              <a:rPr b="1" lang="en-IN" sz="1800">
                <a:solidFill>
                  <a:schemeClr val="lt1"/>
                </a:solidFill>
                <a:latin typeface="Times New Roman"/>
                <a:ea typeface="Times New Roman"/>
                <a:cs typeface="Times New Roman"/>
                <a:sym typeface="Times New Roman"/>
              </a:rPr>
              <a:t>25</a:t>
            </a:r>
            <a:endParaRPr b="1" i="0" sz="1800" u="none" cap="none" strike="noStrike">
              <a:solidFill>
                <a:schemeClr val="lt1"/>
              </a:solidFill>
              <a:latin typeface="Times New Roman"/>
              <a:ea typeface="Times New Roman"/>
              <a:cs typeface="Times New Roman"/>
              <a:sym typeface="Times New Roman"/>
            </a:endParaRPr>
          </a:p>
        </p:txBody>
      </p:sp>
      <p:sp>
        <p:nvSpPr>
          <p:cNvPr id="652" name="Google Shape;652;p78"/>
          <p:cNvSpPr txBox="1"/>
          <p:nvPr/>
        </p:nvSpPr>
        <p:spPr>
          <a:xfrm>
            <a:off x="42643" y="2203099"/>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SOLUTION </a:t>
            </a:r>
            <a:r>
              <a:rPr b="1" lang="en-IN" sz="1800">
                <a:solidFill>
                  <a:schemeClr val="lt1"/>
                </a:solidFill>
                <a:latin typeface="Times New Roman"/>
                <a:ea typeface="Times New Roman"/>
                <a:cs typeface="Times New Roman"/>
                <a:sym typeface="Times New Roman"/>
              </a:rPr>
              <a:t>25</a:t>
            </a:r>
            <a:endParaRPr b="1" i="0" sz="1800" u="none" cap="none" strike="noStrike">
              <a:solidFill>
                <a:schemeClr val="lt1"/>
              </a:solidFill>
              <a:latin typeface="Times New Roman"/>
              <a:ea typeface="Times New Roman"/>
              <a:cs typeface="Times New Roman"/>
              <a:sym typeface="Times New Roman"/>
            </a:endParaRPr>
          </a:p>
        </p:txBody>
      </p:sp>
      <p:sp>
        <p:nvSpPr>
          <p:cNvPr id="653" name="Google Shape;653;p78"/>
          <p:cNvSpPr txBox="1"/>
          <p:nvPr/>
        </p:nvSpPr>
        <p:spPr>
          <a:xfrm>
            <a:off x="-1" y="476384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CORRECT ANSWER 10</a:t>
            </a:r>
            <a:endParaRPr b="1" i="0" sz="1800" u="none" cap="none" strike="noStrike">
              <a:solidFill>
                <a:schemeClr val="lt1"/>
              </a:solidFill>
              <a:latin typeface="Times New Roman"/>
              <a:ea typeface="Times New Roman"/>
              <a:cs typeface="Times New Roman"/>
              <a:sym typeface="Times New Roman"/>
            </a:endParaRPr>
          </a:p>
        </p:txBody>
      </p:sp>
      <p:sp>
        <p:nvSpPr>
          <p:cNvPr id="654" name="Google Shape;654;p78"/>
          <p:cNvSpPr txBox="1"/>
          <p:nvPr/>
        </p:nvSpPr>
        <p:spPr>
          <a:xfrm>
            <a:off x="3127729" y="4771822"/>
            <a:ext cx="8454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a:t>
            </a:r>
            <a:endParaRPr b="1" i="0" sz="1800" u="none" cap="none" strike="noStrike">
              <a:solidFill>
                <a:schemeClr val="lt1"/>
              </a:solidFill>
              <a:latin typeface="Times New Roman"/>
              <a:ea typeface="Times New Roman"/>
              <a:cs typeface="Times New Roman"/>
              <a:sym typeface="Times New Roman"/>
            </a:endParaRPr>
          </a:p>
        </p:txBody>
      </p:sp>
      <p:cxnSp>
        <p:nvCxnSpPr>
          <p:cNvPr id="655" name="Google Shape;655;p78"/>
          <p:cNvCxnSpPr/>
          <p:nvPr/>
        </p:nvCxnSpPr>
        <p:spPr>
          <a:xfrm>
            <a:off x="2798643" y="4944931"/>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656" name="Google Shape;656;p78"/>
          <p:cNvSpPr txBox="1"/>
          <p:nvPr/>
        </p:nvSpPr>
        <p:spPr>
          <a:xfrm>
            <a:off x="42643" y="413110"/>
            <a:ext cx="8844300" cy="1486200"/>
          </a:xfrm>
          <a:prstGeom prst="rect">
            <a:avLst/>
          </a:prstGeom>
          <a:blipFill rotWithShape="1">
            <a:blip r:embed="rId3">
              <a:alphaModFix/>
            </a:blip>
            <a:stretch>
              <a:fillRect b="-5079" l="-429"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IN" sz="1400" u="none" cap="none" strike="noStrike">
                <a:latin typeface="Arial"/>
                <a:ea typeface="Arial"/>
                <a:cs typeface="Arial"/>
                <a:sym typeface="Arial"/>
              </a:rPr>
              <a:t> </a:t>
            </a:r>
            <a:endParaRPr/>
          </a:p>
        </p:txBody>
      </p:sp>
      <p:pic>
        <p:nvPicPr>
          <p:cNvPr id="657" name="Google Shape;657;p78"/>
          <p:cNvPicPr preferRelativeResize="0"/>
          <p:nvPr/>
        </p:nvPicPr>
        <p:blipFill rotWithShape="1">
          <a:blip r:embed="rId4">
            <a:alphaModFix/>
          </a:blip>
          <a:srcRect b="0" l="0" r="0" t="0"/>
          <a:stretch/>
        </p:blipFill>
        <p:spPr>
          <a:xfrm>
            <a:off x="218837" y="2594153"/>
            <a:ext cx="5378784" cy="1907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2"/>
                                        </p:tgtEl>
                                        <p:attrNameLst>
                                          <p:attrName>style.visibility</p:attrName>
                                        </p:attrNameLst>
                                      </p:cBhvr>
                                      <p:to>
                                        <p:strVal val="visible"/>
                                      </p:to>
                                    </p:set>
                                    <p:animEffect filter="fade" transition="in">
                                      <p:cBhvr>
                                        <p:cTn dur="1000"/>
                                        <p:tgtEl>
                                          <p:spTgt spid="6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7"/>
                                        </p:tgtEl>
                                        <p:attrNameLst>
                                          <p:attrName>style.visibility</p:attrName>
                                        </p:attrNameLst>
                                      </p:cBhvr>
                                      <p:to>
                                        <p:strVal val="visible"/>
                                      </p:to>
                                    </p:set>
                                    <p:animEffect filter="fade" transition="in">
                                      <p:cBhvr>
                                        <p:cTn dur="1000"/>
                                        <p:tgtEl>
                                          <p:spTgt spid="6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4"/>
                                        </p:tgtEl>
                                        <p:attrNameLst>
                                          <p:attrName>style.visibility</p:attrName>
                                        </p:attrNameLst>
                                      </p:cBhvr>
                                      <p:to>
                                        <p:strVal val="visible"/>
                                      </p:to>
                                    </p:set>
                                    <p:animEffect filter="fade" transition="in">
                                      <p:cBhvr>
                                        <p:cTn dur="500"/>
                                        <p:tgtEl>
                                          <p:spTgt spid="654"/>
                                        </p:tgtEl>
                                      </p:cBhvr>
                                    </p:animEffect>
                                  </p:childTnLst>
                                </p:cTn>
                              </p:par>
                              <p:par>
                                <p:cTn fill="hold" nodeType="withEffect" presetClass="entr" presetID="10" presetSubtype="0">
                                  <p:stCondLst>
                                    <p:cond delay="0"/>
                                  </p:stCondLst>
                                  <p:childTnLst>
                                    <p:set>
                                      <p:cBhvr>
                                        <p:cTn dur="1" fill="hold">
                                          <p:stCondLst>
                                            <p:cond delay="0"/>
                                          </p:stCondLst>
                                        </p:cTn>
                                        <p:tgtEl>
                                          <p:spTgt spid="655"/>
                                        </p:tgtEl>
                                        <p:attrNameLst>
                                          <p:attrName>style.visibility</p:attrName>
                                        </p:attrNameLst>
                                      </p:cBhvr>
                                      <p:to>
                                        <p:strVal val="visible"/>
                                      </p:to>
                                    </p:set>
                                    <p:animEffect filter="fade" transition="in">
                                      <p:cBhvr>
                                        <p:cTn dur="500"/>
                                        <p:tgtEl>
                                          <p:spTgt spid="655"/>
                                        </p:tgtEl>
                                      </p:cBhvr>
                                    </p:animEffect>
                                  </p:childTnLst>
                                </p:cTn>
                              </p:par>
                              <p:par>
                                <p:cTn fill="hold" nodeType="withEffect" presetClass="entr" presetID="10" presetSubtype="0">
                                  <p:stCondLst>
                                    <p:cond delay="0"/>
                                  </p:stCondLst>
                                  <p:childTnLst>
                                    <p:set>
                                      <p:cBhvr>
                                        <p:cTn dur="1" fill="hold">
                                          <p:stCondLst>
                                            <p:cond delay="0"/>
                                          </p:stCondLst>
                                        </p:cTn>
                                        <p:tgtEl>
                                          <p:spTgt spid="653"/>
                                        </p:tgtEl>
                                        <p:attrNameLst>
                                          <p:attrName>style.visibility</p:attrName>
                                        </p:attrNameLst>
                                      </p:cBhvr>
                                      <p:to>
                                        <p:strVal val="visible"/>
                                      </p:to>
                                    </p:set>
                                    <p:animEffect filter="fade" transition="in">
                                      <p:cBhvr>
                                        <p:cTn dur="500"/>
                                        <p:tgtEl>
                                          <p:spTgt spid="6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79"/>
          <p:cNvSpPr txBox="1"/>
          <p:nvPr/>
        </p:nvSpPr>
        <p:spPr>
          <a:xfrm>
            <a:off x="0" y="28778"/>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QUESTION </a:t>
            </a:r>
            <a:r>
              <a:rPr b="1" lang="en-IN" sz="1800">
                <a:solidFill>
                  <a:schemeClr val="lt1"/>
                </a:solidFill>
                <a:latin typeface="Times New Roman"/>
                <a:ea typeface="Times New Roman"/>
                <a:cs typeface="Times New Roman"/>
                <a:sym typeface="Times New Roman"/>
              </a:rPr>
              <a:t>26</a:t>
            </a:r>
            <a:endParaRPr b="1" i="0" sz="1800" u="none" cap="none" strike="noStrike">
              <a:solidFill>
                <a:schemeClr val="lt1"/>
              </a:solidFill>
              <a:latin typeface="Times New Roman"/>
              <a:ea typeface="Times New Roman"/>
              <a:cs typeface="Times New Roman"/>
              <a:sym typeface="Times New Roman"/>
            </a:endParaRPr>
          </a:p>
        </p:txBody>
      </p:sp>
      <p:sp>
        <p:nvSpPr>
          <p:cNvPr id="664" name="Google Shape;664;p79"/>
          <p:cNvSpPr txBox="1"/>
          <p:nvPr/>
        </p:nvSpPr>
        <p:spPr>
          <a:xfrm>
            <a:off x="3109019" y="1238416"/>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SOLUTION </a:t>
            </a:r>
            <a:r>
              <a:rPr b="1" lang="en-IN" sz="1800">
                <a:solidFill>
                  <a:schemeClr val="lt1"/>
                </a:solidFill>
                <a:latin typeface="Times New Roman"/>
                <a:ea typeface="Times New Roman"/>
                <a:cs typeface="Times New Roman"/>
                <a:sym typeface="Times New Roman"/>
              </a:rPr>
              <a:t>26</a:t>
            </a:r>
            <a:endParaRPr b="1" i="0" sz="1800" u="none" cap="none" strike="noStrike">
              <a:solidFill>
                <a:schemeClr val="lt1"/>
              </a:solidFill>
              <a:latin typeface="Times New Roman"/>
              <a:ea typeface="Times New Roman"/>
              <a:cs typeface="Times New Roman"/>
              <a:sym typeface="Times New Roman"/>
            </a:endParaRPr>
          </a:p>
        </p:txBody>
      </p:sp>
      <p:sp>
        <p:nvSpPr>
          <p:cNvPr id="665" name="Google Shape;665;p79"/>
          <p:cNvSpPr txBox="1"/>
          <p:nvPr/>
        </p:nvSpPr>
        <p:spPr>
          <a:xfrm>
            <a:off x="0" y="476385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CORRECT ANSWER </a:t>
            </a:r>
            <a:r>
              <a:rPr b="1" lang="en-IN" sz="1800">
                <a:solidFill>
                  <a:schemeClr val="lt1"/>
                </a:solidFill>
                <a:latin typeface="Times New Roman"/>
                <a:ea typeface="Times New Roman"/>
                <a:cs typeface="Times New Roman"/>
                <a:sym typeface="Times New Roman"/>
              </a:rPr>
              <a:t>26</a:t>
            </a:r>
            <a:endParaRPr b="1" i="0" sz="1800" u="none" cap="none" strike="noStrike">
              <a:solidFill>
                <a:schemeClr val="lt1"/>
              </a:solidFill>
              <a:latin typeface="Times New Roman"/>
              <a:ea typeface="Times New Roman"/>
              <a:cs typeface="Times New Roman"/>
              <a:sym typeface="Times New Roman"/>
            </a:endParaRPr>
          </a:p>
        </p:txBody>
      </p:sp>
      <p:sp>
        <p:nvSpPr>
          <p:cNvPr id="666" name="Google Shape;666;p79"/>
          <p:cNvSpPr txBox="1"/>
          <p:nvPr/>
        </p:nvSpPr>
        <p:spPr>
          <a:xfrm>
            <a:off x="3017817" y="4763840"/>
            <a:ext cx="6642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b)</a:t>
            </a:r>
            <a:endParaRPr b="1" i="0" sz="1800" u="none" cap="none" strike="noStrike">
              <a:solidFill>
                <a:schemeClr val="lt1"/>
              </a:solidFill>
              <a:latin typeface="Times New Roman"/>
              <a:ea typeface="Times New Roman"/>
              <a:cs typeface="Times New Roman"/>
              <a:sym typeface="Times New Roman"/>
            </a:endParaRPr>
          </a:p>
        </p:txBody>
      </p:sp>
      <p:cxnSp>
        <p:nvCxnSpPr>
          <p:cNvPr id="667" name="Google Shape;667;p79"/>
          <p:cNvCxnSpPr/>
          <p:nvPr/>
        </p:nvCxnSpPr>
        <p:spPr>
          <a:xfrm>
            <a:off x="2688731" y="4944931"/>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668" name="Google Shape;668;p79"/>
          <p:cNvSpPr txBox="1"/>
          <p:nvPr/>
        </p:nvSpPr>
        <p:spPr>
          <a:xfrm>
            <a:off x="37206" y="402990"/>
            <a:ext cx="9069600" cy="138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Given two features each of size 4 as f = [4, 1, 2, 4] and g = [9, 1, 2, 2]. Compute normalized cross correlation and cosine similarity, respectively.</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a) 7 and 5.38</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b) 0.632 and 0.849</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c) 2 and 4.38</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d) 8 and 4.38</a:t>
            </a:r>
            <a:endParaRPr/>
          </a:p>
        </p:txBody>
      </p:sp>
      <p:pic>
        <p:nvPicPr>
          <p:cNvPr id="669" name="Google Shape;669;p79"/>
          <p:cNvPicPr preferRelativeResize="0"/>
          <p:nvPr/>
        </p:nvPicPr>
        <p:blipFill rotWithShape="1">
          <a:blip r:embed="rId3">
            <a:alphaModFix/>
          </a:blip>
          <a:srcRect b="0" l="0" r="0" t="0"/>
          <a:stretch/>
        </p:blipFill>
        <p:spPr>
          <a:xfrm>
            <a:off x="-2836" y="2165754"/>
            <a:ext cx="4624933" cy="2593244"/>
          </a:xfrm>
          <a:prstGeom prst="rect">
            <a:avLst/>
          </a:prstGeom>
          <a:noFill/>
          <a:ln>
            <a:noFill/>
          </a:ln>
        </p:spPr>
      </p:pic>
      <p:pic>
        <p:nvPicPr>
          <p:cNvPr id="670" name="Google Shape;670;p79"/>
          <p:cNvPicPr preferRelativeResize="0"/>
          <p:nvPr/>
        </p:nvPicPr>
        <p:blipFill rotWithShape="1">
          <a:blip r:embed="rId4">
            <a:alphaModFix/>
          </a:blip>
          <a:srcRect b="0" l="0" r="0" t="0"/>
          <a:stretch/>
        </p:blipFill>
        <p:spPr>
          <a:xfrm>
            <a:off x="2907904" y="1816400"/>
            <a:ext cx="2325297" cy="284730"/>
          </a:xfrm>
          <a:prstGeom prst="rect">
            <a:avLst/>
          </a:prstGeom>
          <a:noFill/>
          <a:ln>
            <a:noFill/>
          </a:ln>
        </p:spPr>
      </p:pic>
      <p:pic>
        <p:nvPicPr>
          <p:cNvPr id="671" name="Google Shape;671;p79"/>
          <p:cNvPicPr preferRelativeResize="0"/>
          <p:nvPr/>
        </p:nvPicPr>
        <p:blipFill rotWithShape="1">
          <a:blip r:embed="rId5">
            <a:alphaModFix/>
          </a:blip>
          <a:srcRect b="0" l="0" r="0" t="0"/>
          <a:stretch/>
        </p:blipFill>
        <p:spPr>
          <a:xfrm>
            <a:off x="4829828" y="2218351"/>
            <a:ext cx="4314172" cy="164803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4"/>
                                        </p:tgtEl>
                                        <p:attrNameLst>
                                          <p:attrName>style.visibility</p:attrName>
                                        </p:attrNameLst>
                                      </p:cBhvr>
                                      <p:to>
                                        <p:strVal val="visible"/>
                                      </p:to>
                                    </p:set>
                                    <p:animEffect filter="fade" transition="in">
                                      <p:cBhvr>
                                        <p:cTn dur="1000"/>
                                        <p:tgtEl>
                                          <p:spTgt spid="6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0"/>
                                        </p:tgtEl>
                                        <p:attrNameLst>
                                          <p:attrName>style.visibility</p:attrName>
                                        </p:attrNameLst>
                                      </p:cBhvr>
                                      <p:to>
                                        <p:strVal val="visible"/>
                                      </p:to>
                                    </p:set>
                                    <p:animEffect filter="fade" transition="in">
                                      <p:cBhvr>
                                        <p:cTn dur="1000"/>
                                        <p:tgtEl>
                                          <p:spTgt spid="6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9"/>
                                        </p:tgtEl>
                                        <p:attrNameLst>
                                          <p:attrName>style.visibility</p:attrName>
                                        </p:attrNameLst>
                                      </p:cBhvr>
                                      <p:to>
                                        <p:strVal val="visible"/>
                                      </p:to>
                                    </p:set>
                                    <p:animEffect filter="fade" transition="in">
                                      <p:cBhvr>
                                        <p:cTn dur="1000"/>
                                        <p:tgtEl>
                                          <p:spTgt spid="6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1"/>
                                        </p:tgtEl>
                                        <p:attrNameLst>
                                          <p:attrName>style.visibility</p:attrName>
                                        </p:attrNameLst>
                                      </p:cBhvr>
                                      <p:to>
                                        <p:strVal val="visible"/>
                                      </p:to>
                                    </p:set>
                                    <p:animEffect filter="fade" transition="in">
                                      <p:cBhvr>
                                        <p:cTn dur="1000"/>
                                        <p:tgtEl>
                                          <p:spTgt spid="6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6"/>
                                        </p:tgtEl>
                                        <p:attrNameLst>
                                          <p:attrName>style.visibility</p:attrName>
                                        </p:attrNameLst>
                                      </p:cBhvr>
                                      <p:to>
                                        <p:strVal val="visible"/>
                                      </p:to>
                                    </p:set>
                                    <p:animEffect filter="fade" transition="in">
                                      <p:cBhvr>
                                        <p:cTn dur="500"/>
                                        <p:tgtEl>
                                          <p:spTgt spid="666"/>
                                        </p:tgtEl>
                                      </p:cBhvr>
                                    </p:animEffect>
                                  </p:childTnLst>
                                </p:cTn>
                              </p:par>
                              <p:par>
                                <p:cTn fill="hold" nodeType="withEffect" presetClass="entr" presetID="10" presetSubtype="0">
                                  <p:stCondLst>
                                    <p:cond delay="0"/>
                                  </p:stCondLst>
                                  <p:childTnLst>
                                    <p:set>
                                      <p:cBhvr>
                                        <p:cTn dur="1" fill="hold">
                                          <p:stCondLst>
                                            <p:cond delay="0"/>
                                          </p:stCondLst>
                                        </p:cTn>
                                        <p:tgtEl>
                                          <p:spTgt spid="667"/>
                                        </p:tgtEl>
                                        <p:attrNameLst>
                                          <p:attrName>style.visibility</p:attrName>
                                        </p:attrNameLst>
                                      </p:cBhvr>
                                      <p:to>
                                        <p:strVal val="visible"/>
                                      </p:to>
                                    </p:set>
                                    <p:animEffect filter="fade" transition="in">
                                      <p:cBhvr>
                                        <p:cTn dur="500"/>
                                        <p:tgtEl>
                                          <p:spTgt spid="667"/>
                                        </p:tgtEl>
                                      </p:cBhvr>
                                    </p:animEffect>
                                  </p:childTnLst>
                                </p:cTn>
                              </p:par>
                              <p:par>
                                <p:cTn fill="hold" nodeType="withEffect" presetClass="entr" presetID="10" presetSubtype="0">
                                  <p:stCondLst>
                                    <p:cond delay="0"/>
                                  </p:stCondLst>
                                  <p:childTnLst>
                                    <p:set>
                                      <p:cBhvr>
                                        <p:cTn dur="1" fill="hold">
                                          <p:stCondLst>
                                            <p:cond delay="0"/>
                                          </p:stCondLst>
                                        </p:cTn>
                                        <p:tgtEl>
                                          <p:spTgt spid="665"/>
                                        </p:tgtEl>
                                        <p:attrNameLst>
                                          <p:attrName>style.visibility</p:attrName>
                                        </p:attrNameLst>
                                      </p:cBhvr>
                                      <p:to>
                                        <p:strVal val="visible"/>
                                      </p:to>
                                    </p:set>
                                    <p:animEffect filter="fade" transition="in">
                                      <p:cBhvr>
                                        <p:cTn dur="500"/>
                                        <p:tgtEl>
                                          <p:spTgt spid="6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80"/>
          <p:cNvSpPr txBox="1"/>
          <p:nvPr/>
        </p:nvSpPr>
        <p:spPr>
          <a:xfrm>
            <a:off x="0" y="0"/>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QUESTION </a:t>
            </a:r>
            <a:r>
              <a:rPr b="1" lang="en-IN" sz="1800">
                <a:solidFill>
                  <a:schemeClr val="lt1"/>
                </a:solidFill>
                <a:latin typeface="Times New Roman"/>
                <a:ea typeface="Times New Roman"/>
                <a:cs typeface="Times New Roman"/>
                <a:sym typeface="Times New Roman"/>
              </a:rPr>
              <a:t>27</a:t>
            </a:r>
            <a:endParaRPr b="1" i="0" sz="1800" u="none" cap="none" strike="noStrike">
              <a:solidFill>
                <a:schemeClr val="lt1"/>
              </a:solidFill>
              <a:latin typeface="Times New Roman"/>
              <a:ea typeface="Times New Roman"/>
              <a:cs typeface="Times New Roman"/>
              <a:sym typeface="Times New Roman"/>
            </a:endParaRPr>
          </a:p>
        </p:txBody>
      </p:sp>
      <p:sp>
        <p:nvSpPr>
          <p:cNvPr id="678" name="Google Shape;678;p80"/>
          <p:cNvSpPr txBox="1"/>
          <p:nvPr/>
        </p:nvSpPr>
        <p:spPr>
          <a:xfrm>
            <a:off x="0" y="372190"/>
            <a:ext cx="8833500" cy="13623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Find KL distance between A and B with probability distribution (0.2, 0.4, 0.15, 0.1, 0.05) and (0.3, 0.35, 0.05, 0.2, 0.15) respectively.</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a) 0.0129</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b) −0.158</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c) −0.084</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d) None of the above</a:t>
            </a:r>
            <a:endParaRPr b="0" i="0" sz="1400" u="none" cap="none" strike="noStrike">
              <a:solidFill>
                <a:schemeClr val="dk1"/>
              </a:solidFill>
              <a:latin typeface="Times New Roman"/>
              <a:ea typeface="Times New Roman"/>
              <a:cs typeface="Times New Roman"/>
              <a:sym typeface="Times New Roman"/>
            </a:endParaRPr>
          </a:p>
        </p:txBody>
      </p:sp>
      <p:sp>
        <p:nvSpPr>
          <p:cNvPr id="679" name="Google Shape;679;p80"/>
          <p:cNvSpPr txBox="1"/>
          <p:nvPr/>
        </p:nvSpPr>
        <p:spPr>
          <a:xfrm>
            <a:off x="29532" y="1734071"/>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SOLUTION </a:t>
            </a:r>
            <a:r>
              <a:rPr b="1" lang="en-IN" sz="1800">
                <a:solidFill>
                  <a:schemeClr val="lt1"/>
                </a:solidFill>
                <a:latin typeface="Times New Roman"/>
                <a:ea typeface="Times New Roman"/>
                <a:cs typeface="Times New Roman"/>
                <a:sym typeface="Times New Roman"/>
              </a:rPr>
              <a:t>27</a:t>
            </a:r>
            <a:endParaRPr b="1" i="0" sz="1800" u="none" cap="none" strike="noStrike">
              <a:solidFill>
                <a:schemeClr val="lt1"/>
              </a:solidFill>
              <a:latin typeface="Times New Roman"/>
              <a:ea typeface="Times New Roman"/>
              <a:cs typeface="Times New Roman"/>
              <a:sym typeface="Times New Roman"/>
            </a:endParaRPr>
          </a:p>
        </p:txBody>
      </p:sp>
      <p:sp>
        <p:nvSpPr>
          <p:cNvPr id="680" name="Google Shape;680;p80"/>
          <p:cNvSpPr txBox="1"/>
          <p:nvPr/>
        </p:nvSpPr>
        <p:spPr>
          <a:xfrm>
            <a:off x="0" y="476385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CORRECT ANSWER </a:t>
            </a:r>
            <a:r>
              <a:rPr b="1" lang="en-IN" sz="1800">
                <a:solidFill>
                  <a:schemeClr val="lt1"/>
                </a:solidFill>
                <a:latin typeface="Times New Roman"/>
                <a:ea typeface="Times New Roman"/>
                <a:cs typeface="Times New Roman"/>
                <a:sym typeface="Times New Roman"/>
              </a:rPr>
              <a:t>27</a:t>
            </a:r>
            <a:endParaRPr b="1" i="0" sz="1800" u="none" cap="none" strike="noStrike">
              <a:solidFill>
                <a:schemeClr val="lt1"/>
              </a:solidFill>
              <a:latin typeface="Times New Roman"/>
              <a:ea typeface="Times New Roman"/>
              <a:cs typeface="Times New Roman"/>
              <a:sym typeface="Times New Roman"/>
            </a:endParaRPr>
          </a:p>
        </p:txBody>
      </p:sp>
      <p:sp>
        <p:nvSpPr>
          <p:cNvPr id="681" name="Google Shape;681;p80"/>
          <p:cNvSpPr txBox="1"/>
          <p:nvPr/>
        </p:nvSpPr>
        <p:spPr>
          <a:xfrm>
            <a:off x="3017816" y="4763840"/>
            <a:ext cx="10977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a)</a:t>
            </a:r>
            <a:endParaRPr b="1" i="0" sz="1800" u="none" cap="none" strike="noStrike">
              <a:solidFill>
                <a:schemeClr val="lt1"/>
              </a:solidFill>
              <a:latin typeface="Times New Roman"/>
              <a:ea typeface="Times New Roman"/>
              <a:cs typeface="Times New Roman"/>
              <a:sym typeface="Times New Roman"/>
            </a:endParaRPr>
          </a:p>
        </p:txBody>
      </p:sp>
      <p:cxnSp>
        <p:nvCxnSpPr>
          <p:cNvPr id="682" name="Google Shape;682;p80"/>
          <p:cNvCxnSpPr/>
          <p:nvPr/>
        </p:nvCxnSpPr>
        <p:spPr>
          <a:xfrm>
            <a:off x="2688731" y="4944931"/>
            <a:ext cx="219300" cy="0"/>
          </a:xfrm>
          <a:prstGeom prst="straightConnector1">
            <a:avLst/>
          </a:prstGeom>
          <a:noFill/>
          <a:ln cap="flat" cmpd="sng" w="19050">
            <a:solidFill>
              <a:schemeClr val="accent6"/>
            </a:solidFill>
            <a:prstDash val="solid"/>
            <a:miter lim="800000"/>
            <a:headEnd len="sm" w="sm" type="none"/>
            <a:tailEnd len="med" w="med" type="triangle"/>
          </a:ln>
        </p:spPr>
      </p:cxnSp>
      <p:pic>
        <p:nvPicPr>
          <p:cNvPr id="683" name="Google Shape;683;p80"/>
          <p:cNvPicPr preferRelativeResize="0"/>
          <p:nvPr/>
        </p:nvPicPr>
        <p:blipFill rotWithShape="1">
          <a:blip r:embed="rId3">
            <a:alphaModFix/>
          </a:blip>
          <a:srcRect b="0" l="0" r="0" t="0"/>
          <a:stretch/>
        </p:blipFill>
        <p:spPr>
          <a:xfrm>
            <a:off x="29532" y="2109005"/>
            <a:ext cx="4542469" cy="1239542"/>
          </a:xfrm>
          <a:prstGeom prst="rect">
            <a:avLst/>
          </a:prstGeom>
          <a:noFill/>
          <a:ln>
            <a:noFill/>
          </a:ln>
        </p:spPr>
      </p:pic>
      <p:pic>
        <p:nvPicPr>
          <p:cNvPr id="684" name="Google Shape;684;p80"/>
          <p:cNvPicPr preferRelativeResize="0"/>
          <p:nvPr/>
        </p:nvPicPr>
        <p:blipFill rotWithShape="1">
          <a:blip r:embed="rId4">
            <a:alphaModFix/>
          </a:blip>
          <a:srcRect b="0" l="0" r="0" t="0"/>
          <a:stretch/>
        </p:blipFill>
        <p:spPr>
          <a:xfrm>
            <a:off x="4572000" y="2971899"/>
            <a:ext cx="4474897" cy="207719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9"/>
                                        </p:tgtEl>
                                        <p:attrNameLst>
                                          <p:attrName>style.visibility</p:attrName>
                                        </p:attrNameLst>
                                      </p:cBhvr>
                                      <p:to>
                                        <p:strVal val="visible"/>
                                      </p:to>
                                    </p:set>
                                    <p:animEffect filter="fade" transition="in">
                                      <p:cBhvr>
                                        <p:cTn dur="1000"/>
                                        <p:tgtEl>
                                          <p:spTgt spid="6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3"/>
                                        </p:tgtEl>
                                        <p:attrNameLst>
                                          <p:attrName>style.visibility</p:attrName>
                                        </p:attrNameLst>
                                      </p:cBhvr>
                                      <p:to>
                                        <p:strVal val="visible"/>
                                      </p:to>
                                    </p:set>
                                    <p:animEffect filter="fade" transition="in">
                                      <p:cBhvr>
                                        <p:cTn dur="1000"/>
                                        <p:tgtEl>
                                          <p:spTgt spid="6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4"/>
                                        </p:tgtEl>
                                        <p:attrNameLst>
                                          <p:attrName>style.visibility</p:attrName>
                                        </p:attrNameLst>
                                      </p:cBhvr>
                                      <p:to>
                                        <p:strVal val="visible"/>
                                      </p:to>
                                    </p:set>
                                    <p:animEffect filter="fade" transition="in">
                                      <p:cBhvr>
                                        <p:cTn dur="1000"/>
                                        <p:tgtEl>
                                          <p:spTgt spid="6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1"/>
                                        </p:tgtEl>
                                        <p:attrNameLst>
                                          <p:attrName>style.visibility</p:attrName>
                                        </p:attrNameLst>
                                      </p:cBhvr>
                                      <p:to>
                                        <p:strVal val="visible"/>
                                      </p:to>
                                    </p:set>
                                    <p:animEffect filter="fade" transition="in">
                                      <p:cBhvr>
                                        <p:cTn dur="500"/>
                                        <p:tgtEl>
                                          <p:spTgt spid="681"/>
                                        </p:tgtEl>
                                      </p:cBhvr>
                                    </p:animEffect>
                                  </p:childTnLst>
                                </p:cTn>
                              </p:par>
                              <p:par>
                                <p:cTn fill="hold" nodeType="withEffect" presetClass="entr" presetID="10" presetSubtype="0">
                                  <p:stCondLst>
                                    <p:cond delay="0"/>
                                  </p:stCondLst>
                                  <p:childTnLst>
                                    <p:set>
                                      <p:cBhvr>
                                        <p:cTn dur="1" fill="hold">
                                          <p:stCondLst>
                                            <p:cond delay="0"/>
                                          </p:stCondLst>
                                        </p:cTn>
                                        <p:tgtEl>
                                          <p:spTgt spid="682"/>
                                        </p:tgtEl>
                                        <p:attrNameLst>
                                          <p:attrName>style.visibility</p:attrName>
                                        </p:attrNameLst>
                                      </p:cBhvr>
                                      <p:to>
                                        <p:strVal val="visible"/>
                                      </p:to>
                                    </p:set>
                                    <p:animEffect filter="fade" transition="in">
                                      <p:cBhvr>
                                        <p:cTn dur="500"/>
                                        <p:tgtEl>
                                          <p:spTgt spid="682"/>
                                        </p:tgtEl>
                                      </p:cBhvr>
                                    </p:animEffect>
                                  </p:childTnLst>
                                </p:cTn>
                              </p:par>
                              <p:par>
                                <p:cTn fill="hold" nodeType="withEffect" presetClass="entr" presetID="10" presetSubtype="0">
                                  <p:stCondLst>
                                    <p:cond delay="0"/>
                                  </p:stCondLst>
                                  <p:childTnLst>
                                    <p:set>
                                      <p:cBhvr>
                                        <p:cTn dur="1" fill="hold">
                                          <p:stCondLst>
                                            <p:cond delay="0"/>
                                          </p:stCondLst>
                                        </p:cTn>
                                        <p:tgtEl>
                                          <p:spTgt spid="680"/>
                                        </p:tgtEl>
                                        <p:attrNameLst>
                                          <p:attrName>style.visibility</p:attrName>
                                        </p:attrNameLst>
                                      </p:cBhvr>
                                      <p:to>
                                        <p:strVal val="visible"/>
                                      </p:to>
                                    </p:set>
                                    <p:animEffect filter="fade" transition="in">
                                      <p:cBhvr>
                                        <p:cTn dur="500"/>
                                        <p:tgtEl>
                                          <p:spTgt spid="6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p81"/>
          <p:cNvSpPr txBox="1"/>
          <p:nvPr/>
        </p:nvSpPr>
        <p:spPr>
          <a:xfrm>
            <a:off x="0" y="33442"/>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QUESTION </a:t>
            </a:r>
            <a:r>
              <a:rPr b="1" lang="en-IN" sz="1800">
                <a:solidFill>
                  <a:schemeClr val="lt1"/>
                </a:solidFill>
                <a:latin typeface="Times New Roman"/>
                <a:ea typeface="Times New Roman"/>
                <a:cs typeface="Times New Roman"/>
                <a:sym typeface="Times New Roman"/>
              </a:rPr>
              <a:t>28</a:t>
            </a:r>
            <a:endParaRPr b="1" i="0" sz="1800" u="none" cap="none" strike="noStrike">
              <a:solidFill>
                <a:schemeClr val="lt1"/>
              </a:solidFill>
              <a:latin typeface="Times New Roman"/>
              <a:ea typeface="Times New Roman"/>
              <a:cs typeface="Times New Roman"/>
              <a:sym typeface="Times New Roman"/>
            </a:endParaRPr>
          </a:p>
        </p:txBody>
      </p:sp>
      <p:sp>
        <p:nvSpPr>
          <p:cNvPr id="691" name="Google Shape;691;p81"/>
          <p:cNvSpPr txBox="1"/>
          <p:nvPr/>
        </p:nvSpPr>
        <p:spPr>
          <a:xfrm>
            <a:off x="3827891" y="748775"/>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SOLUTION </a:t>
            </a:r>
            <a:r>
              <a:rPr b="1" lang="en-IN" sz="1800">
                <a:solidFill>
                  <a:schemeClr val="lt1"/>
                </a:solidFill>
                <a:latin typeface="Times New Roman"/>
                <a:ea typeface="Times New Roman"/>
                <a:cs typeface="Times New Roman"/>
                <a:sym typeface="Times New Roman"/>
              </a:rPr>
              <a:t>28</a:t>
            </a:r>
            <a:endParaRPr b="1" i="0" sz="1800" u="none" cap="none" strike="noStrike">
              <a:solidFill>
                <a:schemeClr val="lt1"/>
              </a:solidFill>
              <a:latin typeface="Times New Roman"/>
              <a:ea typeface="Times New Roman"/>
              <a:cs typeface="Times New Roman"/>
              <a:sym typeface="Times New Roman"/>
            </a:endParaRPr>
          </a:p>
        </p:txBody>
      </p:sp>
      <p:sp>
        <p:nvSpPr>
          <p:cNvPr id="692" name="Google Shape;692;p81"/>
          <p:cNvSpPr txBox="1"/>
          <p:nvPr/>
        </p:nvSpPr>
        <p:spPr>
          <a:xfrm>
            <a:off x="-1" y="476384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CORRECT ANSWER </a:t>
            </a:r>
            <a:r>
              <a:rPr b="1" lang="en-IN" sz="1800">
                <a:solidFill>
                  <a:schemeClr val="lt1"/>
                </a:solidFill>
                <a:latin typeface="Times New Roman"/>
                <a:ea typeface="Times New Roman"/>
                <a:cs typeface="Times New Roman"/>
                <a:sym typeface="Times New Roman"/>
              </a:rPr>
              <a:t>28</a:t>
            </a:r>
            <a:endParaRPr b="1" i="0" sz="1800" u="none" cap="none" strike="noStrike">
              <a:solidFill>
                <a:schemeClr val="lt1"/>
              </a:solidFill>
              <a:latin typeface="Times New Roman"/>
              <a:ea typeface="Times New Roman"/>
              <a:cs typeface="Times New Roman"/>
              <a:sym typeface="Times New Roman"/>
            </a:endParaRPr>
          </a:p>
        </p:txBody>
      </p:sp>
      <p:sp>
        <p:nvSpPr>
          <p:cNvPr id="693" name="Google Shape;693;p81"/>
          <p:cNvSpPr txBox="1"/>
          <p:nvPr/>
        </p:nvSpPr>
        <p:spPr>
          <a:xfrm>
            <a:off x="3127729" y="4771822"/>
            <a:ext cx="8454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a:t>
            </a:r>
            <a:endParaRPr b="1" i="0" sz="1800" u="none" cap="none" strike="noStrike">
              <a:solidFill>
                <a:schemeClr val="lt1"/>
              </a:solidFill>
              <a:latin typeface="Times New Roman"/>
              <a:ea typeface="Times New Roman"/>
              <a:cs typeface="Times New Roman"/>
              <a:sym typeface="Times New Roman"/>
            </a:endParaRPr>
          </a:p>
        </p:txBody>
      </p:sp>
      <p:cxnSp>
        <p:nvCxnSpPr>
          <p:cNvPr id="694" name="Google Shape;694;p81"/>
          <p:cNvCxnSpPr/>
          <p:nvPr/>
        </p:nvCxnSpPr>
        <p:spPr>
          <a:xfrm>
            <a:off x="2798643" y="4944931"/>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695" name="Google Shape;695;p81"/>
          <p:cNvSpPr txBox="1"/>
          <p:nvPr/>
        </p:nvSpPr>
        <p:spPr>
          <a:xfrm>
            <a:off x="57003" y="440327"/>
            <a:ext cx="8844300" cy="13854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IN" sz="1400" u="none" cap="none" strike="noStrike">
                <a:solidFill>
                  <a:srgbClr val="000000"/>
                </a:solidFill>
                <a:latin typeface="Times New Roman"/>
                <a:ea typeface="Times New Roman"/>
                <a:cs typeface="Times New Roman"/>
                <a:sym typeface="Times New Roman"/>
              </a:rPr>
              <a:t>Using the method of least squares, find an equation of the form y = ax + b that fits the data given as (x, y) coordinates. [(0, 1), (1, 5), (2, 10), (3, 11), (4, 13)]</a:t>
            </a:r>
            <a:endParaRPr/>
          </a:p>
          <a:p>
            <a:pPr indent="0" lvl="0" marL="0" marR="0" rtl="0" algn="just">
              <a:lnSpc>
                <a:spcPct val="100000"/>
              </a:lnSpc>
              <a:spcBef>
                <a:spcPts val="0"/>
              </a:spcBef>
              <a:spcAft>
                <a:spcPts val="0"/>
              </a:spcAft>
              <a:buNone/>
            </a:pPr>
            <a:r>
              <a:rPr b="0" i="0" lang="en-IN" sz="1400" u="none" cap="none" strike="noStrike">
                <a:solidFill>
                  <a:srgbClr val="000000"/>
                </a:solidFill>
                <a:latin typeface="Times New Roman"/>
                <a:ea typeface="Times New Roman"/>
                <a:cs typeface="Times New Roman"/>
                <a:sym typeface="Times New Roman"/>
              </a:rPr>
              <a:t>a) y = 8x − 8</a:t>
            </a:r>
            <a:endParaRPr/>
          </a:p>
          <a:p>
            <a:pPr indent="0" lvl="0" marL="0" marR="0" rtl="0" algn="just">
              <a:lnSpc>
                <a:spcPct val="100000"/>
              </a:lnSpc>
              <a:spcBef>
                <a:spcPts val="0"/>
              </a:spcBef>
              <a:spcAft>
                <a:spcPts val="0"/>
              </a:spcAft>
              <a:buNone/>
            </a:pPr>
            <a:r>
              <a:rPr b="0" i="0" lang="en-IN" sz="1400" u="none" cap="none" strike="noStrike">
                <a:solidFill>
                  <a:srgbClr val="000000"/>
                </a:solidFill>
                <a:latin typeface="Times New Roman"/>
                <a:ea typeface="Times New Roman"/>
                <a:cs typeface="Times New Roman"/>
                <a:sym typeface="Times New Roman"/>
              </a:rPr>
              <a:t>b) y = 3x + 12</a:t>
            </a:r>
            <a:endParaRPr/>
          </a:p>
          <a:p>
            <a:pPr indent="0" lvl="0" marL="0" marR="0" rtl="0" algn="just">
              <a:lnSpc>
                <a:spcPct val="100000"/>
              </a:lnSpc>
              <a:spcBef>
                <a:spcPts val="0"/>
              </a:spcBef>
              <a:spcAft>
                <a:spcPts val="0"/>
              </a:spcAft>
              <a:buNone/>
            </a:pPr>
            <a:r>
              <a:rPr b="0" i="0" lang="en-IN" sz="1400" u="none" cap="none" strike="noStrike">
                <a:solidFill>
                  <a:srgbClr val="000000"/>
                </a:solidFill>
                <a:latin typeface="Times New Roman"/>
                <a:ea typeface="Times New Roman"/>
                <a:cs typeface="Times New Roman"/>
                <a:sym typeface="Times New Roman"/>
              </a:rPr>
              <a:t>c) y = 3x + 2</a:t>
            </a:r>
            <a:endParaRPr/>
          </a:p>
          <a:p>
            <a:pPr indent="0" lvl="0" marL="0" marR="0" rtl="0" algn="just">
              <a:lnSpc>
                <a:spcPct val="100000"/>
              </a:lnSpc>
              <a:spcBef>
                <a:spcPts val="0"/>
              </a:spcBef>
              <a:spcAft>
                <a:spcPts val="0"/>
              </a:spcAft>
              <a:buNone/>
            </a:pPr>
            <a:r>
              <a:rPr b="0" i="0" lang="en-IN" sz="1400" u="none" cap="none" strike="noStrike">
                <a:solidFill>
                  <a:srgbClr val="000000"/>
                </a:solidFill>
                <a:latin typeface="Times New Roman"/>
                <a:ea typeface="Times New Roman"/>
                <a:cs typeface="Times New Roman"/>
                <a:sym typeface="Times New Roman"/>
              </a:rPr>
              <a:t>d) y = 3x − 2</a:t>
            </a:r>
            <a:endParaRPr/>
          </a:p>
        </p:txBody>
      </p:sp>
      <p:grpSp>
        <p:nvGrpSpPr>
          <p:cNvPr id="696" name="Google Shape;696;p81"/>
          <p:cNvGrpSpPr/>
          <p:nvPr/>
        </p:nvGrpSpPr>
        <p:grpSpPr>
          <a:xfrm>
            <a:off x="2688730" y="1201917"/>
            <a:ext cx="4686117" cy="894151"/>
            <a:chOff x="57003" y="2240114"/>
            <a:chExt cx="4686117" cy="894151"/>
          </a:xfrm>
        </p:grpSpPr>
        <p:pic>
          <p:nvPicPr>
            <p:cNvPr id="697" name="Google Shape;697;p81"/>
            <p:cNvPicPr preferRelativeResize="0"/>
            <p:nvPr/>
          </p:nvPicPr>
          <p:blipFill rotWithShape="1">
            <a:blip r:embed="rId3">
              <a:alphaModFix/>
            </a:blip>
            <a:srcRect b="0" l="0" r="0" t="0"/>
            <a:stretch/>
          </p:blipFill>
          <p:spPr>
            <a:xfrm>
              <a:off x="57003" y="2240114"/>
              <a:ext cx="4686117" cy="719915"/>
            </a:xfrm>
            <a:prstGeom prst="rect">
              <a:avLst/>
            </a:prstGeom>
            <a:noFill/>
            <a:ln>
              <a:noFill/>
            </a:ln>
          </p:spPr>
        </p:pic>
        <p:pic>
          <p:nvPicPr>
            <p:cNvPr id="698" name="Google Shape;698;p81"/>
            <p:cNvPicPr preferRelativeResize="0"/>
            <p:nvPr/>
          </p:nvPicPr>
          <p:blipFill rotWithShape="1">
            <a:blip r:embed="rId4">
              <a:alphaModFix/>
            </a:blip>
            <a:srcRect b="0" l="0" r="0" t="0"/>
            <a:stretch/>
          </p:blipFill>
          <p:spPr>
            <a:xfrm>
              <a:off x="57003" y="2851433"/>
              <a:ext cx="1391830" cy="282832"/>
            </a:xfrm>
            <a:prstGeom prst="rect">
              <a:avLst/>
            </a:prstGeom>
            <a:noFill/>
            <a:ln>
              <a:noFill/>
            </a:ln>
          </p:spPr>
        </p:pic>
      </p:grpSp>
      <p:pic>
        <p:nvPicPr>
          <p:cNvPr id="699" name="Google Shape;699;p81"/>
          <p:cNvPicPr preferRelativeResize="0"/>
          <p:nvPr/>
        </p:nvPicPr>
        <p:blipFill rotWithShape="1">
          <a:blip r:embed="rId5">
            <a:alphaModFix/>
          </a:blip>
          <a:srcRect b="0" l="0" r="0" t="0"/>
          <a:stretch/>
        </p:blipFill>
        <p:spPr>
          <a:xfrm>
            <a:off x="57003" y="2417255"/>
            <a:ext cx="4897033" cy="2046021"/>
          </a:xfrm>
          <a:prstGeom prst="rect">
            <a:avLst/>
          </a:prstGeom>
          <a:noFill/>
          <a:ln>
            <a:noFill/>
          </a:ln>
        </p:spPr>
      </p:pic>
      <p:pic>
        <p:nvPicPr>
          <p:cNvPr id="700" name="Google Shape;700;p81"/>
          <p:cNvPicPr preferRelativeResize="0"/>
          <p:nvPr/>
        </p:nvPicPr>
        <p:blipFill rotWithShape="1">
          <a:blip r:embed="rId6">
            <a:alphaModFix/>
          </a:blip>
          <a:srcRect b="0" l="0" r="0" t="0"/>
          <a:stretch/>
        </p:blipFill>
        <p:spPr>
          <a:xfrm>
            <a:off x="5096878" y="2417255"/>
            <a:ext cx="3990118" cy="231426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1"/>
                                        </p:tgtEl>
                                        <p:attrNameLst>
                                          <p:attrName>style.visibility</p:attrName>
                                        </p:attrNameLst>
                                      </p:cBhvr>
                                      <p:to>
                                        <p:strVal val="visible"/>
                                      </p:to>
                                    </p:set>
                                    <p:animEffect filter="fade" transition="in">
                                      <p:cBhvr>
                                        <p:cTn dur="1000"/>
                                        <p:tgtEl>
                                          <p:spTgt spid="6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6"/>
                                        </p:tgtEl>
                                        <p:attrNameLst>
                                          <p:attrName>style.visibility</p:attrName>
                                        </p:attrNameLst>
                                      </p:cBhvr>
                                      <p:to>
                                        <p:strVal val="visible"/>
                                      </p:to>
                                    </p:set>
                                    <p:animEffect filter="fade" transition="in">
                                      <p:cBhvr>
                                        <p:cTn dur="1000"/>
                                        <p:tgtEl>
                                          <p:spTgt spid="6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9"/>
                                        </p:tgtEl>
                                        <p:attrNameLst>
                                          <p:attrName>style.visibility</p:attrName>
                                        </p:attrNameLst>
                                      </p:cBhvr>
                                      <p:to>
                                        <p:strVal val="visible"/>
                                      </p:to>
                                    </p:set>
                                    <p:animEffect filter="fade" transition="in">
                                      <p:cBhvr>
                                        <p:cTn dur="1000"/>
                                        <p:tgtEl>
                                          <p:spTgt spid="6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0"/>
                                        </p:tgtEl>
                                        <p:attrNameLst>
                                          <p:attrName>style.visibility</p:attrName>
                                        </p:attrNameLst>
                                      </p:cBhvr>
                                      <p:to>
                                        <p:strVal val="visible"/>
                                      </p:to>
                                    </p:set>
                                    <p:animEffect filter="fade" transition="in">
                                      <p:cBhvr>
                                        <p:cTn dur="1000"/>
                                        <p:tgtEl>
                                          <p:spTgt spid="7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3"/>
                                        </p:tgtEl>
                                        <p:attrNameLst>
                                          <p:attrName>style.visibility</p:attrName>
                                        </p:attrNameLst>
                                      </p:cBhvr>
                                      <p:to>
                                        <p:strVal val="visible"/>
                                      </p:to>
                                    </p:set>
                                    <p:animEffect filter="fade" transition="in">
                                      <p:cBhvr>
                                        <p:cTn dur="500"/>
                                        <p:tgtEl>
                                          <p:spTgt spid="693"/>
                                        </p:tgtEl>
                                      </p:cBhvr>
                                    </p:animEffect>
                                  </p:childTnLst>
                                </p:cTn>
                              </p:par>
                              <p:par>
                                <p:cTn fill="hold" nodeType="withEffect" presetClass="entr" presetID="10" presetSubtype="0">
                                  <p:stCondLst>
                                    <p:cond delay="0"/>
                                  </p:stCondLst>
                                  <p:childTnLst>
                                    <p:set>
                                      <p:cBhvr>
                                        <p:cTn dur="1" fill="hold">
                                          <p:stCondLst>
                                            <p:cond delay="0"/>
                                          </p:stCondLst>
                                        </p:cTn>
                                        <p:tgtEl>
                                          <p:spTgt spid="694"/>
                                        </p:tgtEl>
                                        <p:attrNameLst>
                                          <p:attrName>style.visibility</p:attrName>
                                        </p:attrNameLst>
                                      </p:cBhvr>
                                      <p:to>
                                        <p:strVal val="visible"/>
                                      </p:to>
                                    </p:set>
                                    <p:animEffect filter="fade" transition="in">
                                      <p:cBhvr>
                                        <p:cTn dur="500"/>
                                        <p:tgtEl>
                                          <p:spTgt spid="694"/>
                                        </p:tgtEl>
                                      </p:cBhvr>
                                    </p:animEffect>
                                  </p:childTnLst>
                                </p:cTn>
                              </p:par>
                              <p:par>
                                <p:cTn fill="hold" nodeType="withEffect" presetClass="entr" presetID="10" presetSubtype="0">
                                  <p:stCondLst>
                                    <p:cond delay="0"/>
                                  </p:stCondLst>
                                  <p:childTnLst>
                                    <p:set>
                                      <p:cBhvr>
                                        <p:cTn dur="1" fill="hold">
                                          <p:stCondLst>
                                            <p:cond delay="0"/>
                                          </p:stCondLst>
                                        </p:cTn>
                                        <p:tgtEl>
                                          <p:spTgt spid="692"/>
                                        </p:tgtEl>
                                        <p:attrNameLst>
                                          <p:attrName>style.visibility</p:attrName>
                                        </p:attrNameLst>
                                      </p:cBhvr>
                                      <p:to>
                                        <p:strVal val="visible"/>
                                      </p:to>
                                    </p:set>
                                    <p:animEffect filter="fade" transition="in">
                                      <p:cBhvr>
                                        <p:cTn dur="500"/>
                                        <p:tgtEl>
                                          <p:spTgt spid="6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82"/>
          <p:cNvSpPr txBox="1"/>
          <p:nvPr/>
        </p:nvSpPr>
        <p:spPr>
          <a:xfrm>
            <a:off x="958905" y="933541"/>
            <a:ext cx="7068300" cy="2241900"/>
          </a:xfrm>
          <a:prstGeom prst="rect">
            <a:avLst/>
          </a:prstGeom>
          <a:blipFill rotWithShape="1">
            <a:blip r:embed="rId3">
              <a:alphaModFix/>
            </a:blip>
            <a:stretch>
              <a:fillRect b="-3929" l="-899"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IN" sz="1400" u="none" cap="none" strike="noStrike">
                <a:latin typeface="Arial"/>
                <a:ea typeface="Arial"/>
                <a:cs typeface="Arial"/>
                <a:sym typeface="Arial"/>
              </a:rPr>
              <a:t> </a:t>
            </a:r>
            <a:endParaRPr/>
          </a:p>
        </p:txBody>
      </p:sp>
      <p:sp>
        <p:nvSpPr>
          <p:cNvPr id="706" name="Google Shape;706;p82"/>
          <p:cNvSpPr txBox="1"/>
          <p:nvPr/>
        </p:nvSpPr>
        <p:spPr>
          <a:xfrm>
            <a:off x="6499800" y="3662000"/>
            <a:ext cx="9285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100">
              <a:solidFill>
                <a:schemeClr val="dk1"/>
              </a:solidFill>
              <a:latin typeface="Calibri"/>
              <a:ea typeface="Calibri"/>
              <a:cs typeface="Calibri"/>
              <a:sym typeface="Calibri"/>
            </a:endParaRPr>
          </a:p>
        </p:txBody>
      </p:sp>
      <p:sp>
        <p:nvSpPr>
          <p:cNvPr id="707" name="Google Shape;707;p82"/>
          <p:cNvSpPr txBox="1"/>
          <p:nvPr/>
        </p:nvSpPr>
        <p:spPr>
          <a:xfrm>
            <a:off x="6754300" y="2695450"/>
            <a:ext cx="1272900" cy="480000"/>
          </a:xfrm>
          <a:prstGeom prst="rect">
            <a:avLst/>
          </a:prstGeom>
          <a:solidFill>
            <a:schemeClr val="lt1"/>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IN" sz="2000">
                <a:solidFill>
                  <a:schemeClr val="dk1"/>
                </a:solidFill>
                <a:latin typeface="Times New Roman"/>
                <a:ea typeface="Times New Roman"/>
                <a:cs typeface="Times New Roman"/>
                <a:sym typeface="Times New Roman"/>
              </a:rPr>
              <a:t>29 and 30</a:t>
            </a:r>
            <a:endParaRPr b="1" sz="20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5"/>
                                        </p:tgtEl>
                                        <p:attrNameLst>
                                          <p:attrName>style.visibility</p:attrName>
                                        </p:attrNameLst>
                                      </p:cBhvr>
                                      <p:to>
                                        <p:strVal val="visible"/>
                                      </p:to>
                                    </p:set>
                                    <p:animEffect filter="fade" transition="in">
                                      <p:cBhvr>
                                        <p:cTn dur="500"/>
                                        <p:tgtEl>
                                          <p:spTgt spid="7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83"/>
          <p:cNvSpPr txBox="1"/>
          <p:nvPr/>
        </p:nvSpPr>
        <p:spPr>
          <a:xfrm>
            <a:off x="0" y="28778"/>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QUESTION </a:t>
            </a:r>
            <a:r>
              <a:rPr b="1" lang="en-IN" sz="1800">
                <a:solidFill>
                  <a:schemeClr val="lt1"/>
                </a:solidFill>
                <a:latin typeface="Times New Roman"/>
                <a:ea typeface="Times New Roman"/>
                <a:cs typeface="Times New Roman"/>
                <a:sym typeface="Times New Roman"/>
              </a:rPr>
              <a:t>29</a:t>
            </a:r>
            <a:endParaRPr b="1" i="0" sz="1800" u="none" cap="none" strike="noStrike">
              <a:solidFill>
                <a:schemeClr val="lt1"/>
              </a:solidFill>
              <a:latin typeface="Times New Roman"/>
              <a:ea typeface="Times New Roman"/>
              <a:cs typeface="Times New Roman"/>
              <a:sym typeface="Times New Roman"/>
            </a:endParaRPr>
          </a:p>
        </p:txBody>
      </p:sp>
      <p:sp>
        <p:nvSpPr>
          <p:cNvPr id="714" name="Google Shape;714;p83"/>
          <p:cNvSpPr txBox="1"/>
          <p:nvPr/>
        </p:nvSpPr>
        <p:spPr>
          <a:xfrm>
            <a:off x="63532" y="1349296"/>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SOLUTION </a:t>
            </a:r>
            <a:r>
              <a:rPr b="1" lang="en-IN" sz="1800">
                <a:solidFill>
                  <a:schemeClr val="lt1"/>
                </a:solidFill>
                <a:latin typeface="Times New Roman"/>
                <a:ea typeface="Times New Roman"/>
                <a:cs typeface="Times New Roman"/>
                <a:sym typeface="Times New Roman"/>
              </a:rPr>
              <a:t>29</a:t>
            </a:r>
            <a:endParaRPr b="1" i="0" sz="1800" u="none" cap="none" strike="noStrike">
              <a:solidFill>
                <a:schemeClr val="lt1"/>
              </a:solidFill>
              <a:latin typeface="Times New Roman"/>
              <a:ea typeface="Times New Roman"/>
              <a:cs typeface="Times New Roman"/>
              <a:sym typeface="Times New Roman"/>
            </a:endParaRPr>
          </a:p>
        </p:txBody>
      </p:sp>
      <p:sp>
        <p:nvSpPr>
          <p:cNvPr id="715" name="Google Shape;715;p83"/>
          <p:cNvSpPr txBox="1"/>
          <p:nvPr/>
        </p:nvSpPr>
        <p:spPr>
          <a:xfrm>
            <a:off x="0" y="476385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CORRECT ANSWER </a:t>
            </a:r>
            <a:r>
              <a:rPr b="1" lang="en-IN" sz="1800">
                <a:solidFill>
                  <a:schemeClr val="lt1"/>
                </a:solidFill>
                <a:latin typeface="Times New Roman"/>
                <a:ea typeface="Times New Roman"/>
                <a:cs typeface="Times New Roman"/>
                <a:sym typeface="Times New Roman"/>
              </a:rPr>
              <a:t>29</a:t>
            </a:r>
            <a:endParaRPr b="1" i="0" sz="1800" u="none" cap="none" strike="noStrike">
              <a:solidFill>
                <a:schemeClr val="lt1"/>
              </a:solidFill>
              <a:latin typeface="Times New Roman"/>
              <a:ea typeface="Times New Roman"/>
              <a:cs typeface="Times New Roman"/>
              <a:sym typeface="Times New Roman"/>
            </a:endParaRPr>
          </a:p>
        </p:txBody>
      </p:sp>
      <p:sp>
        <p:nvSpPr>
          <p:cNvPr id="716" name="Google Shape;716;p83"/>
          <p:cNvSpPr txBox="1"/>
          <p:nvPr/>
        </p:nvSpPr>
        <p:spPr>
          <a:xfrm>
            <a:off x="3017817" y="4763840"/>
            <a:ext cx="6642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a)</a:t>
            </a:r>
            <a:endParaRPr b="1" i="0" sz="1800" u="none" cap="none" strike="noStrike">
              <a:solidFill>
                <a:schemeClr val="lt1"/>
              </a:solidFill>
              <a:latin typeface="Times New Roman"/>
              <a:ea typeface="Times New Roman"/>
              <a:cs typeface="Times New Roman"/>
              <a:sym typeface="Times New Roman"/>
            </a:endParaRPr>
          </a:p>
        </p:txBody>
      </p:sp>
      <p:cxnSp>
        <p:nvCxnSpPr>
          <p:cNvPr id="717" name="Google Shape;717;p83"/>
          <p:cNvCxnSpPr/>
          <p:nvPr/>
        </p:nvCxnSpPr>
        <p:spPr>
          <a:xfrm>
            <a:off x="2688731" y="4944931"/>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718" name="Google Shape;718;p83"/>
          <p:cNvSpPr txBox="1"/>
          <p:nvPr/>
        </p:nvSpPr>
        <p:spPr>
          <a:xfrm>
            <a:off x="63532" y="356213"/>
            <a:ext cx="9069600" cy="882000"/>
          </a:xfrm>
          <a:prstGeom prst="rect">
            <a:avLst/>
          </a:prstGeom>
          <a:blipFill rotWithShape="1">
            <a:blip r:embed="rId3">
              <a:alphaModFix/>
            </a:blip>
            <a:stretch>
              <a:fillRect b="0" l="-139"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IN" sz="1400" u="none" cap="none" strike="noStrike">
                <a:latin typeface="Arial"/>
                <a:ea typeface="Arial"/>
                <a:cs typeface="Arial"/>
                <a:sym typeface="Arial"/>
              </a:rPr>
              <a:t> </a:t>
            </a:r>
            <a:endParaRPr/>
          </a:p>
        </p:txBody>
      </p:sp>
      <p:sp>
        <p:nvSpPr>
          <p:cNvPr id="719" name="Google Shape;719;p83"/>
          <p:cNvSpPr txBox="1"/>
          <p:nvPr/>
        </p:nvSpPr>
        <p:spPr>
          <a:xfrm>
            <a:off x="525363" y="3065024"/>
            <a:ext cx="2163300" cy="741600"/>
          </a:xfrm>
          <a:prstGeom prst="rect">
            <a:avLst/>
          </a:prstGeom>
          <a:blipFill rotWithShape="1">
            <a:blip r:embed="rId4">
              <a:alphaModFix/>
            </a:blip>
            <a:stretch>
              <a:fillRect b="-1689"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IN" sz="1400" u="none" cap="none" strike="noStrike">
                <a:latin typeface="Arial"/>
                <a:ea typeface="Arial"/>
                <a:cs typeface="Arial"/>
                <a:sym typeface="Arial"/>
              </a:rPr>
              <a:t> </a:t>
            </a:r>
            <a:endParaRPr/>
          </a:p>
        </p:txBody>
      </p:sp>
      <p:grpSp>
        <p:nvGrpSpPr>
          <p:cNvPr id="720" name="Google Shape;720;p83"/>
          <p:cNvGrpSpPr/>
          <p:nvPr/>
        </p:nvGrpSpPr>
        <p:grpSpPr>
          <a:xfrm>
            <a:off x="368456" y="1840372"/>
            <a:ext cx="5078895" cy="1030794"/>
            <a:chOff x="0" y="1844858"/>
            <a:chExt cx="5078895" cy="1030794"/>
          </a:xfrm>
        </p:grpSpPr>
        <p:pic>
          <p:nvPicPr>
            <p:cNvPr id="721" name="Google Shape;721;p83"/>
            <p:cNvPicPr preferRelativeResize="0"/>
            <p:nvPr/>
          </p:nvPicPr>
          <p:blipFill rotWithShape="1">
            <a:blip r:embed="rId5">
              <a:alphaModFix/>
            </a:blip>
            <a:srcRect b="0" l="0" r="0" t="0"/>
            <a:stretch/>
          </p:blipFill>
          <p:spPr>
            <a:xfrm>
              <a:off x="0" y="1844858"/>
              <a:ext cx="4818314" cy="767188"/>
            </a:xfrm>
            <a:prstGeom prst="rect">
              <a:avLst/>
            </a:prstGeom>
            <a:noFill/>
            <a:ln>
              <a:noFill/>
            </a:ln>
          </p:spPr>
        </p:pic>
        <p:pic>
          <p:nvPicPr>
            <p:cNvPr id="722" name="Google Shape;722;p83"/>
            <p:cNvPicPr preferRelativeResize="0"/>
            <p:nvPr/>
          </p:nvPicPr>
          <p:blipFill rotWithShape="1">
            <a:blip r:embed="rId6">
              <a:alphaModFix/>
            </a:blip>
            <a:srcRect b="27716" l="0" r="0" t="14275"/>
            <a:stretch/>
          </p:blipFill>
          <p:spPr>
            <a:xfrm>
              <a:off x="41497" y="2612046"/>
              <a:ext cx="5037398" cy="263606"/>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4"/>
                                        </p:tgtEl>
                                        <p:attrNameLst>
                                          <p:attrName>style.visibility</p:attrName>
                                        </p:attrNameLst>
                                      </p:cBhvr>
                                      <p:to>
                                        <p:strVal val="visible"/>
                                      </p:to>
                                    </p:set>
                                    <p:animEffect filter="fade" transition="in">
                                      <p:cBhvr>
                                        <p:cTn dur="1000"/>
                                        <p:tgtEl>
                                          <p:spTgt spid="7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0"/>
                                        </p:tgtEl>
                                        <p:attrNameLst>
                                          <p:attrName>style.visibility</p:attrName>
                                        </p:attrNameLst>
                                      </p:cBhvr>
                                      <p:to>
                                        <p:strVal val="visible"/>
                                      </p:to>
                                    </p:set>
                                    <p:animEffect filter="fade" transition="in">
                                      <p:cBhvr>
                                        <p:cTn dur="1000"/>
                                        <p:tgtEl>
                                          <p:spTgt spid="720"/>
                                        </p:tgtEl>
                                      </p:cBhvr>
                                    </p:animEffect>
                                  </p:childTnLst>
                                </p:cTn>
                              </p:par>
                              <p:par>
                                <p:cTn fill="hold" nodeType="withEffect" presetClass="entr" presetID="10" presetSubtype="0">
                                  <p:stCondLst>
                                    <p:cond delay="0"/>
                                  </p:stCondLst>
                                  <p:childTnLst>
                                    <p:set>
                                      <p:cBhvr>
                                        <p:cTn dur="1" fill="hold">
                                          <p:stCondLst>
                                            <p:cond delay="0"/>
                                          </p:stCondLst>
                                        </p:cTn>
                                        <p:tgtEl>
                                          <p:spTgt spid="719"/>
                                        </p:tgtEl>
                                        <p:attrNameLst>
                                          <p:attrName>style.visibility</p:attrName>
                                        </p:attrNameLst>
                                      </p:cBhvr>
                                      <p:to>
                                        <p:strVal val="visible"/>
                                      </p:to>
                                    </p:set>
                                    <p:animEffect filter="fade" transition="in">
                                      <p:cBhvr>
                                        <p:cTn dur="1000"/>
                                        <p:tgtEl>
                                          <p:spTgt spid="7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6"/>
                                        </p:tgtEl>
                                        <p:attrNameLst>
                                          <p:attrName>style.visibility</p:attrName>
                                        </p:attrNameLst>
                                      </p:cBhvr>
                                      <p:to>
                                        <p:strVal val="visible"/>
                                      </p:to>
                                    </p:set>
                                    <p:animEffect filter="fade" transition="in">
                                      <p:cBhvr>
                                        <p:cTn dur="500"/>
                                        <p:tgtEl>
                                          <p:spTgt spid="716"/>
                                        </p:tgtEl>
                                      </p:cBhvr>
                                    </p:animEffect>
                                  </p:childTnLst>
                                </p:cTn>
                              </p:par>
                              <p:par>
                                <p:cTn fill="hold" nodeType="withEffect" presetClass="entr" presetID="10" presetSubtype="0">
                                  <p:stCondLst>
                                    <p:cond delay="0"/>
                                  </p:stCondLst>
                                  <p:childTnLst>
                                    <p:set>
                                      <p:cBhvr>
                                        <p:cTn dur="1" fill="hold">
                                          <p:stCondLst>
                                            <p:cond delay="0"/>
                                          </p:stCondLst>
                                        </p:cTn>
                                        <p:tgtEl>
                                          <p:spTgt spid="717"/>
                                        </p:tgtEl>
                                        <p:attrNameLst>
                                          <p:attrName>style.visibility</p:attrName>
                                        </p:attrNameLst>
                                      </p:cBhvr>
                                      <p:to>
                                        <p:strVal val="visible"/>
                                      </p:to>
                                    </p:set>
                                    <p:animEffect filter="fade" transition="in">
                                      <p:cBhvr>
                                        <p:cTn dur="500"/>
                                        <p:tgtEl>
                                          <p:spTgt spid="717"/>
                                        </p:tgtEl>
                                      </p:cBhvr>
                                    </p:animEffect>
                                  </p:childTnLst>
                                </p:cTn>
                              </p:par>
                              <p:par>
                                <p:cTn fill="hold" nodeType="withEffect" presetClass="entr" presetID="10" presetSubtype="0">
                                  <p:stCondLst>
                                    <p:cond delay="0"/>
                                  </p:stCondLst>
                                  <p:childTnLst>
                                    <p:set>
                                      <p:cBhvr>
                                        <p:cTn dur="1" fill="hold">
                                          <p:stCondLst>
                                            <p:cond delay="0"/>
                                          </p:stCondLst>
                                        </p:cTn>
                                        <p:tgtEl>
                                          <p:spTgt spid="715"/>
                                        </p:tgtEl>
                                        <p:attrNameLst>
                                          <p:attrName>style.visibility</p:attrName>
                                        </p:attrNameLst>
                                      </p:cBhvr>
                                      <p:to>
                                        <p:strVal val="visible"/>
                                      </p:to>
                                    </p:set>
                                    <p:animEffect filter="fade" transition="in">
                                      <p:cBhvr>
                                        <p:cTn dur="500"/>
                                        <p:tgtEl>
                                          <p:spTgt spid="7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84"/>
          <p:cNvSpPr txBox="1"/>
          <p:nvPr/>
        </p:nvSpPr>
        <p:spPr>
          <a:xfrm>
            <a:off x="0" y="86312"/>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QUESTION </a:t>
            </a:r>
            <a:r>
              <a:rPr b="1" lang="en-IN" sz="1800">
                <a:solidFill>
                  <a:schemeClr val="lt1"/>
                </a:solidFill>
                <a:latin typeface="Times New Roman"/>
                <a:ea typeface="Times New Roman"/>
                <a:cs typeface="Times New Roman"/>
                <a:sym typeface="Times New Roman"/>
              </a:rPr>
              <a:t>30</a:t>
            </a:r>
            <a:endParaRPr b="1" i="0" sz="1800" u="none" cap="none" strike="noStrike">
              <a:solidFill>
                <a:schemeClr val="lt1"/>
              </a:solidFill>
              <a:latin typeface="Times New Roman"/>
              <a:ea typeface="Times New Roman"/>
              <a:cs typeface="Times New Roman"/>
              <a:sym typeface="Times New Roman"/>
            </a:endParaRPr>
          </a:p>
        </p:txBody>
      </p:sp>
      <p:sp>
        <p:nvSpPr>
          <p:cNvPr id="729" name="Google Shape;729;p84"/>
          <p:cNvSpPr txBox="1"/>
          <p:nvPr/>
        </p:nvSpPr>
        <p:spPr>
          <a:xfrm>
            <a:off x="-1" y="451791"/>
            <a:ext cx="8796000" cy="1931700"/>
          </a:xfrm>
          <a:prstGeom prst="rect">
            <a:avLst/>
          </a:prstGeom>
          <a:blipFill rotWithShape="1">
            <a:blip r:embed="rId3">
              <a:alphaModFix/>
            </a:blip>
            <a:stretch>
              <a:fillRect b="-2609" l="-579" r="-429" t="-130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IN" sz="1400" u="none" cap="none" strike="noStrike">
                <a:latin typeface="Arial"/>
                <a:ea typeface="Arial"/>
                <a:cs typeface="Arial"/>
                <a:sym typeface="Arial"/>
              </a:rPr>
              <a:t> </a:t>
            </a:r>
            <a:endParaRPr/>
          </a:p>
        </p:txBody>
      </p:sp>
      <p:sp>
        <p:nvSpPr>
          <p:cNvPr id="730" name="Google Shape;730;p84"/>
          <p:cNvSpPr txBox="1"/>
          <p:nvPr/>
        </p:nvSpPr>
        <p:spPr>
          <a:xfrm>
            <a:off x="465220" y="2812958"/>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SOLUTION </a:t>
            </a:r>
            <a:r>
              <a:rPr b="1" lang="en-IN" sz="1800">
                <a:solidFill>
                  <a:schemeClr val="lt1"/>
                </a:solidFill>
                <a:latin typeface="Times New Roman"/>
                <a:ea typeface="Times New Roman"/>
                <a:cs typeface="Times New Roman"/>
                <a:sym typeface="Times New Roman"/>
              </a:rPr>
              <a:t>30</a:t>
            </a:r>
            <a:endParaRPr b="1" i="0" sz="1800" u="none" cap="none" strike="noStrike">
              <a:solidFill>
                <a:schemeClr val="lt1"/>
              </a:solidFill>
              <a:latin typeface="Times New Roman"/>
              <a:ea typeface="Times New Roman"/>
              <a:cs typeface="Times New Roman"/>
              <a:sym typeface="Times New Roman"/>
            </a:endParaRPr>
          </a:p>
        </p:txBody>
      </p:sp>
      <p:sp>
        <p:nvSpPr>
          <p:cNvPr id="731" name="Google Shape;731;p84"/>
          <p:cNvSpPr txBox="1"/>
          <p:nvPr/>
        </p:nvSpPr>
        <p:spPr>
          <a:xfrm>
            <a:off x="0" y="476385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CORRECT ANSWER </a:t>
            </a:r>
            <a:r>
              <a:rPr b="1" lang="en-IN" sz="1800">
                <a:solidFill>
                  <a:schemeClr val="lt1"/>
                </a:solidFill>
                <a:latin typeface="Times New Roman"/>
                <a:ea typeface="Times New Roman"/>
                <a:cs typeface="Times New Roman"/>
                <a:sym typeface="Times New Roman"/>
              </a:rPr>
              <a:t>30</a:t>
            </a:r>
            <a:endParaRPr b="1" i="0" sz="1800" u="none" cap="none" strike="noStrike">
              <a:solidFill>
                <a:schemeClr val="lt1"/>
              </a:solidFill>
              <a:latin typeface="Times New Roman"/>
              <a:ea typeface="Times New Roman"/>
              <a:cs typeface="Times New Roman"/>
              <a:sym typeface="Times New Roman"/>
            </a:endParaRPr>
          </a:p>
        </p:txBody>
      </p:sp>
      <p:sp>
        <p:nvSpPr>
          <p:cNvPr id="732" name="Google Shape;732;p84"/>
          <p:cNvSpPr txBox="1"/>
          <p:nvPr/>
        </p:nvSpPr>
        <p:spPr>
          <a:xfrm>
            <a:off x="3017817" y="4763840"/>
            <a:ext cx="6882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IN" sz="1800" u="none" cap="none" strike="noStrike">
                <a:solidFill>
                  <a:schemeClr val="lt1"/>
                </a:solidFill>
                <a:latin typeface="Times New Roman"/>
                <a:ea typeface="Times New Roman"/>
                <a:cs typeface="Times New Roman"/>
                <a:sym typeface="Times New Roman"/>
              </a:rPr>
              <a:t>b)</a:t>
            </a:r>
            <a:endParaRPr/>
          </a:p>
        </p:txBody>
      </p:sp>
      <p:cxnSp>
        <p:nvCxnSpPr>
          <p:cNvPr id="733" name="Google Shape;733;p84"/>
          <p:cNvCxnSpPr/>
          <p:nvPr/>
        </p:nvCxnSpPr>
        <p:spPr>
          <a:xfrm>
            <a:off x="2743569" y="4936956"/>
            <a:ext cx="219300" cy="0"/>
          </a:xfrm>
          <a:prstGeom prst="straightConnector1">
            <a:avLst/>
          </a:prstGeom>
          <a:noFill/>
          <a:ln cap="flat" cmpd="sng" w="19050">
            <a:solidFill>
              <a:schemeClr val="accent6"/>
            </a:solidFill>
            <a:prstDash val="solid"/>
            <a:miter lim="800000"/>
            <a:headEnd len="sm" w="sm" type="none"/>
            <a:tailEnd len="med" w="med" type="triangle"/>
          </a:ln>
        </p:spPr>
      </p:cxnSp>
      <p:pic>
        <p:nvPicPr>
          <p:cNvPr id="734" name="Google Shape;734;p84"/>
          <p:cNvPicPr preferRelativeResize="0"/>
          <p:nvPr/>
        </p:nvPicPr>
        <p:blipFill rotWithShape="1">
          <a:blip r:embed="rId4">
            <a:alphaModFix/>
          </a:blip>
          <a:srcRect b="0" l="0" r="0" t="0"/>
          <a:stretch/>
        </p:blipFill>
        <p:spPr>
          <a:xfrm>
            <a:off x="3152701" y="1108951"/>
            <a:ext cx="3600450" cy="647700"/>
          </a:xfrm>
          <a:prstGeom prst="rect">
            <a:avLst/>
          </a:prstGeom>
          <a:noFill/>
          <a:ln>
            <a:noFill/>
          </a:ln>
        </p:spPr>
      </p:pic>
      <p:grpSp>
        <p:nvGrpSpPr>
          <p:cNvPr id="735" name="Google Shape;735;p84"/>
          <p:cNvGrpSpPr/>
          <p:nvPr/>
        </p:nvGrpSpPr>
        <p:grpSpPr>
          <a:xfrm>
            <a:off x="2907904" y="1888313"/>
            <a:ext cx="5675854" cy="2791266"/>
            <a:chOff x="3068862" y="1915899"/>
            <a:chExt cx="5675854" cy="2791266"/>
          </a:xfrm>
        </p:grpSpPr>
        <p:pic>
          <p:nvPicPr>
            <p:cNvPr id="736" name="Google Shape;736;p84"/>
            <p:cNvPicPr preferRelativeResize="0"/>
            <p:nvPr/>
          </p:nvPicPr>
          <p:blipFill rotWithShape="1">
            <a:blip r:embed="rId5">
              <a:alphaModFix/>
            </a:blip>
            <a:srcRect b="0" l="0" r="0" t="0"/>
            <a:stretch/>
          </p:blipFill>
          <p:spPr>
            <a:xfrm>
              <a:off x="3458478" y="1915899"/>
              <a:ext cx="1821742" cy="274707"/>
            </a:xfrm>
            <a:prstGeom prst="rect">
              <a:avLst/>
            </a:prstGeom>
            <a:noFill/>
            <a:ln>
              <a:noFill/>
            </a:ln>
          </p:spPr>
        </p:pic>
        <p:pic>
          <p:nvPicPr>
            <p:cNvPr id="737" name="Google Shape;737;p84"/>
            <p:cNvPicPr preferRelativeResize="0"/>
            <p:nvPr/>
          </p:nvPicPr>
          <p:blipFill rotWithShape="1">
            <a:blip r:embed="rId6">
              <a:alphaModFix/>
            </a:blip>
            <a:srcRect b="0" l="0" r="0" t="0"/>
            <a:stretch/>
          </p:blipFill>
          <p:spPr>
            <a:xfrm>
              <a:off x="3068862" y="2186166"/>
              <a:ext cx="5675854" cy="2520999"/>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0"/>
                                        </p:tgtEl>
                                        <p:attrNameLst>
                                          <p:attrName>style.visibility</p:attrName>
                                        </p:attrNameLst>
                                      </p:cBhvr>
                                      <p:to>
                                        <p:strVal val="visible"/>
                                      </p:to>
                                    </p:set>
                                    <p:animEffect filter="fade" transition="in">
                                      <p:cBhvr>
                                        <p:cTn dur="1000"/>
                                        <p:tgtEl>
                                          <p:spTgt spid="7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4"/>
                                        </p:tgtEl>
                                        <p:attrNameLst>
                                          <p:attrName>style.visibility</p:attrName>
                                        </p:attrNameLst>
                                      </p:cBhvr>
                                      <p:to>
                                        <p:strVal val="visible"/>
                                      </p:to>
                                    </p:set>
                                    <p:animEffect filter="fade" transition="in">
                                      <p:cBhvr>
                                        <p:cTn dur="1000"/>
                                        <p:tgtEl>
                                          <p:spTgt spid="7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5"/>
                                        </p:tgtEl>
                                        <p:attrNameLst>
                                          <p:attrName>style.visibility</p:attrName>
                                        </p:attrNameLst>
                                      </p:cBhvr>
                                      <p:to>
                                        <p:strVal val="visible"/>
                                      </p:to>
                                    </p:set>
                                    <p:animEffect filter="fade" transition="in">
                                      <p:cBhvr>
                                        <p:cTn dur="1000"/>
                                        <p:tgtEl>
                                          <p:spTgt spid="7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2"/>
                                        </p:tgtEl>
                                        <p:attrNameLst>
                                          <p:attrName>style.visibility</p:attrName>
                                        </p:attrNameLst>
                                      </p:cBhvr>
                                      <p:to>
                                        <p:strVal val="visible"/>
                                      </p:to>
                                    </p:set>
                                    <p:animEffect filter="fade" transition="in">
                                      <p:cBhvr>
                                        <p:cTn dur="500"/>
                                        <p:tgtEl>
                                          <p:spTgt spid="732"/>
                                        </p:tgtEl>
                                      </p:cBhvr>
                                    </p:animEffect>
                                  </p:childTnLst>
                                </p:cTn>
                              </p:par>
                              <p:par>
                                <p:cTn fill="hold" nodeType="withEffect" presetClass="entr" presetID="10" presetSubtype="0">
                                  <p:stCondLst>
                                    <p:cond delay="0"/>
                                  </p:stCondLst>
                                  <p:childTnLst>
                                    <p:set>
                                      <p:cBhvr>
                                        <p:cTn dur="1" fill="hold">
                                          <p:stCondLst>
                                            <p:cond delay="0"/>
                                          </p:stCondLst>
                                        </p:cTn>
                                        <p:tgtEl>
                                          <p:spTgt spid="733"/>
                                        </p:tgtEl>
                                        <p:attrNameLst>
                                          <p:attrName>style.visibility</p:attrName>
                                        </p:attrNameLst>
                                      </p:cBhvr>
                                      <p:to>
                                        <p:strVal val="visible"/>
                                      </p:to>
                                    </p:set>
                                    <p:animEffect filter="fade" transition="in">
                                      <p:cBhvr>
                                        <p:cTn dur="500"/>
                                        <p:tgtEl>
                                          <p:spTgt spid="733"/>
                                        </p:tgtEl>
                                      </p:cBhvr>
                                    </p:animEffect>
                                  </p:childTnLst>
                                </p:cTn>
                              </p:par>
                              <p:par>
                                <p:cTn fill="hold" nodeType="withEffect" presetClass="entr" presetID="10" presetSubtype="0">
                                  <p:stCondLst>
                                    <p:cond delay="0"/>
                                  </p:stCondLst>
                                  <p:childTnLst>
                                    <p:set>
                                      <p:cBhvr>
                                        <p:cTn dur="1" fill="hold">
                                          <p:stCondLst>
                                            <p:cond delay="0"/>
                                          </p:stCondLst>
                                        </p:cTn>
                                        <p:tgtEl>
                                          <p:spTgt spid="731"/>
                                        </p:tgtEl>
                                        <p:attrNameLst>
                                          <p:attrName>style.visibility</p:attrName>
                                        </p:attrNameLst>
                                      </p:cBhvr>
                                      <p:to>
                                        <p:strVal val="visible"/>
                                      </p:to>
                                    </p:set>
                                    <p:animEffect filter="fade" transition="in">
                                      <p:cBhvr>
                                        <p:cTn dur="500"/>
                                        <p:tgtEl>
                                          <p:spTgt spid="7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grpSp>
        <p:nvGrpSpPr>
          <p:cNvPr id="742" name="Google Shape;742;p85"/>
          <p:cNvGrpSpPr/>
          <p:nvPr/>
        </p:nvGrpSpPr>
        <p:grpSpPr>
          <a:xfrm>
            <a:off x="420786" y="694360"/>
            <a:ext cx="8302540" cy="3470277"/>
            <a:chOff x="420786" y="694360"/>
            <a:chExt cx="8302540" cy="3470277"/>
          </a:xfrm>
        </p:grpSpPr>
        <p:pic>
          <p:nvPicPr>
            <p:cNvPr id="743" name="Google Shape;743;p85"/>
            <p:cNvPicPr preferRelativeResize="0"/>
            <p:nvPr/>
          </p:nvPicPr>
          <p:blipFill rotWithShape="1">
            <a:blip r:embed="rId3">
              <a:alphaModFix/>
            </a:blip>
            <a:srcRect b="0" l="0" r="0" t="0"/>
            <a:stretch/>
          </p:blipFill>
          <p:spPr>
            <a:xfrm>
              <a:off x="420786" y="694360"/>
              <a:ext cx="4525502" cy="3470277"/>
            </a:xfrm>
            <a:prstGeom prst="rect">
              <a:avLst/>
            </a:prstGeom>
            <a:noFill/>
            <a:ln>
              <a:noFill/>
            </a:ln>
          </p:spPr>
        </p:pic>
        <p:sp>
          <p:nvSpPr>
            <p:cNvPr id="744" name="Google Shape;744;p85"/>
            <p:cNvSpPr txBox="1"/>
            <p:nvPr/>
          </p:nvSpPr>
          <p:spPr>
            <a:xfrm>
              <a:off x="4952326" y="2175980"/>
              <a:ext cx="3771000" cy="6465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en-IN" sz="1800" u="none" cap="none" strike="noStrike">
                  <a:solidFill>
                    <a:srgbClr val="000000"/>
                  </a:solidFill>
                  <a:latin typeface="Times New Roman"/>
                  <a:ea typeface="Times New Roman"/>
                  <a:cs typeface="Times New Roman"/>
                  <a:sym typeface="Times New Roman"/>
                </a:rPr>
                <a:t>Based on the given information, solve questions </a:t>
              </a:r>
              <a:r>
                <a:rPr b="1" lang="en-IN" sz="1800">
                  <a:latin typeface="Times New Roman"/>
                  <a:ea typeface="Times New Roman"/>
                  <a:cs typeface="Times New Roman"/>
                  <a:sym typeface="Times New Roman"/>
                </a:rPr>
                <a:t>31</a:t>
              </a:r>
              <a:r>
                <a:rPr b="1" i="0" lang="en-IN" sz="1800" u="none" cap="none" strike="noStrike">
                  <a:solidFill>
                    <a:srgbClr val="000000"/>
                  </a:solidFill>
                  <a:latin typeface="Times New Roman"/>
                  <a:ea typeface="Times New Roman"/>
                  <a:cs typeface="Times New Roman"/>
                  <a:sym typeface="Times New Roman"/>
                </a:rPr>
                <a:t> and </a:t>
              </a:r>
              <a:r>
                <a:rPr b="1" lang="en-IN" sz="1800">
                  <a:latin typeface="Times New Roman"/>
                  <a:ea typeface="Times New Roman"/>
                  <a:cs typeface="Times New Roman"/>
                  <a:sym typeface="Times New Roman"/>
                </a:rPr>
                <a:t>32</a:t>
              </a:r>
              <a:r>
                <a:rPr b="1" i="0" lang="en-IN" sz="1800" u="none" cap="none" strike="noStrike">
                  <a:solidFill>
                    <a:srgbClr val="000000"/>
                  </a:solidFill>
                  <a:latin typeface="Times New Roman"/>
                  <a:ea typeface="Times New Roman"/>
                  <a:cs typeface="Times New Roman"/>
                  <a:sym typeface="Times New Roman"/>
                </a:rPr>
                <a:t>.</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2"/>
                                        </p:tgtEl>
                                        <p:attrNameLst>
                                          <p:attrName>style.visibility</p:attrName>
                                        </p:attrNameLst>
                                      </p:cBhvr>
                                      <p:to>
                                        <p:strVal val="visible"/>
                                      </p:to>
                                    </p:set>
                                    <p:animEffect filter="fade" transition="in">
                                      <p:cBhvr>
                                        <p:cTn dur="500"/>
                                        <p:tgtEl>
                                          <p:spTgt spid="7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86"/>
          <p:cNvSpPr txBox="1"/>
          <p:nvPr/>
        </p:nvSpPr>
        <p:spPr>
          <a:xfrm>
            <a:off x="0" y="86312"/>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QUESTION </a:t>
            </a:r>
            <a:r>
              <a:rPr b="1" lang="en-IN" sz="1800">
                <a:solidFill>
                  <a:schemeClr val="lt1"/>
                </a:solidFill>
                <a:latin typeface="Times New Roman"/>
                <a:ea typeface="Times New Roman"/>
                <a:cs typeface="Times New Roman"/>
                <a:sym typeface="Times New Roman"/>
              </a:rPr>
              <a:t>31</a:t>
            </a:r>
            <a:endParaRPr b="1" i="0" sz="1800" u="none" cap="none" strike="noStrike">
              <a:solidFill>
                <a:schemeClr val="lt1"/>
              </a:solidFill>
              <a:latin typeface="Times New Roman"/>
              <a:ea typeface="Times New Roman"/>
              <a:cs typeface="Times New Roman"/>
              <a:sym typeface="Times New Roman"/>
            </a:endParaRPr>
          </a:p>
        </p:txBody>
      </p:sp>
      <p:sp>
        <p:nvSpPr>
          <p:cNvPr id="751" name="Google Shape;751;p86"/>
          <p:cNvSpPr txBox="1"/>
          <p:nvPr/>
        </p:nvSpPr>
        <p:spPr>
          <a:xfrm>
            <a:off x="72103" y="887434"/>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SOLUTION </a:t>
            </a:r>
            <a:r>
              <a:rPr b="1" lang="en-IN" sz="1800">
                <a:solidFill>
                  <a:schemeClr val="lt1"/>
                </a:solidFill>
                <a:latin typeface="Times New Roman"/>
                <a:ea typeface="Times New Roman"/>
                <a:cs typeface="Times New Roman"/>
                <a:sym typeface="Times New Roman"/>
              </a:rPr>
              <a:t>31</a:t>
            </a:r>
            <a:endParaRPr b="1" i="0" sz="1800" u="none" cap="none" strike="noStrike">
              <a:solidFill>
                <a:schemeClr val="lt1"/>
              </a:solidFill>
              <a:latin typeface="Times New Roman"/>
              <a:ea typeface="Times New Roman"/>
              <a:cs typeface="Times New Roman"/>
              <a:sym typeface="Times New Roman"/>
            </a:endParaRPr>
          </a:p>
        </p:txBody>
      </p:sp>
      <p:sp>
        <p:nvSpPr>
          <p:cNvPr id="752" name="Google Shape;752;p86"/>
          <p:cNvSpPr txBox="1"/>
          <p:nvPr/>
        </p:nvSpPr>
        <p:spPr>
          <a:xfrm>
            <a:off x="0" y="476385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CORRECT ANSWER </a:t>
            </a:r>
            <a:r>
              <a:rPr b="1" lang="en-IN" sz="1800">
                <a:solidFill>
                  <a:schemeClr val="lt1"/>
                </a:solidFill>
                <a:latin typeface="Times New Roman"/>
                <a:ea typeface="Times New Roman"/>
                <a:cs typeface="Times New Roman"/>
                <a:sym typeface="Times New Roman"/>
              </a:rPr>
              <a:t>31</a:t>
            </a:r>
            <a:endParaRPr b="1" i="0" sz="1800" u="none" cap="none" strike="noStrike">
              <a:solidFill>
                <a:schemeClr val="lt1"/>
              </a:solidFill>
              <a:latin typeface="Times New Roman"/>
              <a:ea typeface="Times New Roman"/>
              <a:cs typeface="Times New Roman"/>
              <a:sym typeface="Times New Roman"/>
            </a:endParaRPr>
          </a:p>
        </p:txBody>
      </p:sp>
      <p:sp>
        <p:nvSpPr>
          <p:cNvPr id="753" name="Google Shape;753;p86"/>
          <p:cNvSpPr txBox="1"/>
          <p:nvPr/>
        </p:nvSpPr>
        <p:spPr>
          <a:xfrm>
            <a:off x="3017815" y="4763840"/>
            <a:ext cx="7287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59.5</a:t>
            </a:r>
            <a:endParaRPr b="1" i="0" sz="1800" u="none" cap="none" strike="noStrike">
              <a:solidFill>
                <a:schemeClr val="lt1"/>
              </a:solidFill>
              <a:latin typeface="Times New Roman"/>
              <a:ea typeface="Times New Roman"/>
              <a:cs typeface="Times New Roman"/>
              <a:sym typeface="Times New Roman"/>
            </a:endParaRPr>
          </a:p>
        </p:txBody>
      </p:sp>
      <p:cxnSp>
        <p:nvCxnSpPr>
          <p:cNvPr id="754" name="Google Shape;754;p86"/>
          <p:cNvCxnSpPr/>
          <p:nvPr/>
        </p:nvCxnSpPr>
        <p:spPr>
          <a:xfrm>
            <a:off x="2743569" y="4936956"/>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755" name="Google Shape;755;p86"/>
          <p:cNvSpPr txBox="1"/>
          <p:nvPr/>
        </p:nvSpPr>
        <p:spPr>
          <a:xfrm>
            <a:off x="97105" y="453873"/>
            <a:ext cx="8885100" cy="369300"/>
          </a:xfrm>
          <a:prstGeom prst="rect">
            <a:avLst/>
          </a:prstGeom>
          <a:blipFill rotWithShape="1">
            <a:blip r:embed="rId3">
              <a:alphaModFix/>
            </a:blip>
            <a:stretch>
              <a:fillRect b="-23329" l="-569" r="0" t="-666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IN" sz="1400" u="none" cap="none" strike="noStrike">
                <a:latin typeface="Arial"/>
                <a:ea typeface="Arial"/>
                <a:cs typeface="Arial"/>
                <a:sym typeface="Arial"/>
              </a:rPr>
              <a:t> </a:t>
            </a:r>
            <a:endParaRPr/>
          </a:p>
        </p:txBody>
      </p:sp>
      <p:pic>
        <p:nvPicPr>
          <p:cNvPr id="756" name="Google Shape;756;p86"/>
          <p:cNvPicPr preferRelativeResize="0"/>
          <p:nvPr/>
        </p:nvPicPr>
        <p:blipFill rotWithShape="1">
          <a:blip r:embed="rId4">
            <a:alphaModFix/>
          </a:blip>
          <a:srcRect b="0" l="0" r="0" t="0"/>
          <a:stretch/>
        </p:blipFill>
        <p:spPr>
          <a:xfrm>
            <a:off x="72102" y="1179354"/>
            <a:ext cx="5711657" cy="1591484"/>
          </a:xfrm>
          <a:prstGeom prst="rect">
            <a:avLst/>
          </a:prstGeom>
          <a:noFill/>
          <a:ln>
            <a:noFill/>
          </a:ln>
        </p:spPr>
      </p:pic>
      <p:pic>
        <p:nvPicPr>
          <p:cNvPr id="757" name="Google Shape;757;p86"/>
          <p:cNvPicPr preferRelativeResize="0"/>
          <p:nvPr/>
        </p:nvPicPr>
        <p:blipFill rotWithShape="1">
          <a:blip r:embed="rId5">
            <a:alphaModFix/>
          </a:blip>
          <a:srcRect b="0" l="0" r="0" t="0"/>
          <a:stretch/>
        </p:blipFill>
        <p:spPr>
          <a:xfrm>
            <a:off x="3746612" y="2723975"/>
            <a:ext cx="5325282" cy="227151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1"/>
                                        </p:tgtEl>
                                        <p:attrNameLst>
                                          <p:attrName>style.visibility</p:attrName>
                                        </p:attrNameLst>
                                      </p:cBhvr>
                                      <p:to>
                                        <p:strVal val="visible"/>
                                      </p:to>
                                    </p:set>
                                    <p:animEffect filter="fade" transition="in">
                                      <p:cBhvr>
                                        <p:cTn dur="1000"/>
                                        <p:tgtEl>
                                          <p:spTgt spid="7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6"/>
                                        </p:tgtEl>
                                        <p:attrNameLst>
                                          <p:attrName>style.visibility</p:attrName>
                                        </p:attrNameLst>
                                      </p:cBhvr>
                                      <p:to>
                                        <p:strVal val="visible"/>
                                      </p:to>
                                    </p:set>
                                    <p:animEffect filter="fade" transition="in">
                                      <p:cBhvr>
                                        <p:cTn dur="1000"/>
                                        <p:tgtEl>
                                          <p:spTgt spid="7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7"/>
                                        </p:tgtEl>
                                        <p:attrNameLst>
                                          <p:attrName>style.visibility</p:attrName>
                                        </p:attrNameLst>
                                      </p:cBhvr>
                                      <p:to>
                                        <p:strVal val="visible"/>
                                      </p:to>
                                    </p:set>
                                    <p:animEffect filter="fade" transition="in">
                                      <p:cBhvr>
                                        <p:cTn dur="1000"/>
                                        <p:tgtEl>
                                          <p:spTgt spid="7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2"/>
                                        </p:tgtEl>
                                        <p:attrNameLst>
                                          <p:attrName>style.visibility</p:attrName>
                                        </p:attrNameLst>
                                      </p:cBhvr>
                                      <p:to>
                                        <p:strVal val="visible"/>
                                      </p:to>
                                    </p:set>
                                    <p:animEffect filter="fade" transition="in">
                                      <p:cBhvr>
                                        <p:cTn dur="500"/>
                                        <p:tgtEl>
                                          <p:spTgt spid="752"/>
                                        </p:tgtEl>
                                      </p:cBhvr>
                                    </p:animEffect>
                                  </p:childTnLst>
                                </p:cTn>
                              </p:par>
                              <p:par>
                                <p:cTn fill="hold" nodeType="withEffect" presetClass="entr" presetID="10" presetSubtype="0">
                                  <p:stCondLst>
                                    <p:cond delay="0"/>
                                  </p:stCondLst>
                                  <p:childTnLst>
                                    <p:set>
                                      <p:cBhvr>
                                        <p:cTn dur="1" fill="hold">
                                          <p:stCondLst>
                                            <p:cond delay="0"/>
                                          </p:stCondLst>
                                        </p:cTn>
                                        <p:tgtEl>
                                          <p:spTgt spid="754"/>
                                        </p:tgtEl>
                                        <p:attrNameLst>
                                          <p:attrName>style.visibility</p:attrName>
                                        </p:attrNameLst>
                                      </p:cBhvr>
                                      <p:to>
                                        <p:strVal val="visible"/>
                                      </p:to>
                                    </p:set>
                                    <p:animEffect filter="fade" transition="in">
                                      <p:cBhvr>
                                        <p:cTn dur="500"/>
                                        <p:tgtEl>
                                          <p:spTgt spid="754"/>
                                        </p:tgtEl>
                                      </p:cBhvr>
                                    </p:animEffect>
                                  </p:childTnLst>
                                </p:cTn>
                              </p:par>
                              <p:par>
                                <p:cTn fill="hold" nodeType="withEffect" presetClass="entr" presetID="10" presetSubtype="0">
                                  <p:stCondLst>
                                    <p:cond delay="0"/>
                                  </p:stCondLst>
                                  <p:childTnLst>
                                    <p:set>
                                      <p:cBhvr>
                                        <p:cTn dur="1" fill="hold">
                                          <p:stCondLst>
                                            <p:cond delay="0"/>
                                          </p:stCondLst>
                                        </p:cTn>
                                        <p:tgtEl>
                                          <p:spTgt spid="753"/>
                                        </p:tgtEl>
                                        <p:attrNameLst>
                                          <p:attrName>style.visibility</p:attrName>
                                        </p:attrNameLst>
                                      </p:cBhvr>
                                      <p:to>
                                        <p:strVal val="visible"/>
                                      </p:to>
                                    </p:set>
                                    <p:animEffect filter="fade" transition="in">
                                      <p:cBhvr>
                                        <p:cTn dur="500"/>
                                        <p:tgtEl>
                                          <p:spTgt spid="7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87"/>
          <p:cNvSpPr txBox="1"/>
          <p:nvPr/>
        </p:nvSpPr>
        <p:spPr>
          <a:xfrm>
            <a:off x="0" y="1919"/>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QUESTION </a:t>
            </a:r>
            <a:r>
              <a:rPr b="1" lang="en-IN" sz="1800">
                <a:solidFill>
                  <a:schemeClr val="lt1"/>
                </a:solidFill>
                <a:latin typeface="Times New Roman"/>
                <a:ea typeface="Times New Roman"/>
                <a:cs typeface="Times New Roman"/>
                <a:sym typeface="Times New Roman"/>
              </a:rPr>
              <a:t>32</a:t>
            </a:r>
            <a:endParaRPr b="1" i="0" sz="1800" u="none" cap="none" strike="noStrike">
              <a:solidFill>
                <a:schemeClr val="lt1"/>
              </a:solidFill>
              <a:latin typeface="Times New Roman"/>
              <a:ea typeface="Times New Roman"/>
              <a:cs typeface="Times New Roman"/>
              <a:sym typeface="Times New Roman"/>
            </a:endParaRPr>
          </a:p>
        </p:txBody>
      </p:sp>
      <p:sp>
        <p:nvSpPr>
          <p:cNvPr id="764" name="Google Shape;764;p87"/>
          <p:cNvSpPr txBox="1"/>
          <p:nvPr/>
        </p:nvSpPr>
        <p:spPr>
          <a:xfrm>
            <a:off x="0" y="736206"/>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SOLUTION </a:t>
            </a:r>
            <a:r>
              <a:rPr b="1" lang="en-IN" sz="1800">
                <a:solidFill>
                  <a:schemeClr val="lt1"/>
                </a:solidFill>
                <a:latin typeface="Times New Roman"/>
                <a:ea typeface="Times New Roman"/>
                <a:cs typeface="Times New Roman"/>
                <a:sym typeface="Times New Roman"/>
              </a:rPr>
              <a:t>32</a:t>
            </a:r>
            <a:endParaRPr b="1" i="0" sz="1800" u="none" cap="none" strike="noStrike">
              <a:solidFill>
                <a:schemeClr val="lt1"/>
              </a:solidFill>
              <a:latin typeface="Times New Roman"/>
              <a:ea typeface="Times New Roman"/>
              <a:cs typeface="Times New Roman"/>
              <a:sym typeface="Times New Roman"/>
            </a:endParaRPr>
          </a:p>
        </p:txBody>
      </p:sp>
      <p:sp>
        <p:nvSpPr>
          <p:cNvPr id="765" name="Google Shape;765;p87"/>
          <p:cNvSpPr txBox="1"/>
          <p:nvPr/>
        </p:nvSpPr>
        <p:spPr>
          <a:xfrm>
            <a:off x="0" y="476385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CORRECT ANSWER </a:t>
            </a:r>
            <a:r>
              <a:rPr b="1" lang="en-IN" sz="1800">
                <a:solidFill>
                  <a:schemeClr val="lt1"/>
                </a:solidFill>
                <a:latin typeface="Times New Roman"/>
                <a:ea typeface="Times New Roman"/>
                <a:cs typeface="Times New Roman"/>
                <a:sym typeface="Times New Roman"/>
              </a:rPr>
              <a:t>32</a:t>
            </a:r>
            <a:endParaRPr b="1" i="0" sz="1800" u="none" cap="none" strike="noStrike">
              <a:solidFill>
                <a:schemeClr val="lt1"/>
              </a:solidFill>
              <a:latin typeface="Times New Roman"/>
              <a:ea typeface="Times New Roman"/>
              <a:cs typeface="Times New Roman"/>
              <a:sym typeface="Times New Roman"/>
            </a:endParaRPr>
          </a:p>
        </p:txBody>
      </p:sp>
      <p:sp>
        <p:nvSpPr>
          <p:cNvPr id="766" name="Google Shape;766;p87"/>
          <p:cNvSpPr txBox="1"/>
          <p:nvPr/>
        </p:nvSpPr>
        <p:spPr>
          <a:xfrm>
            <a:off x="3017817" y="4763840"/>
            <a:ext cx="6963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IN" sz="1800" u="none" cap="none" strike="noStrike">
                <a:solidFill>
                  <a:schemeClr val="lt1"/>
                </a:solidFill>
                <a:latin typeface="Times New Roman"/>
                <a:ea typeface="Times New Roman"/>
                <a:cs typeface="Times New Roman"/>
                <a:sym typeface="Times New Roman"/>
              </a:rPr>
              <a:t>83</a:t>
            </a:r>
            <a:endParaRPr/>
          </a:p>
        </p:txBody>
      </p:sp>
      <p:cxnSp>
        <p:nvCxnSpPr>
          <p:cNvPr id="767" name="Google Shape;767;p87"/>
          <p:cNvCxnSpPr/>
          <p:nvPr/>
        </p:nvCxnSpPr>
        <p:spPr>
          <a:xfrm>
            <a:off x="2743569" y="4936956"/>
            <a:ext cx="219300" cy="0"/>
          </a:xfrm>
          <a:prstGeom prst="straightConnector1">
            <a:avLst/>
          </a:prstGeom>
          <a:noFill/>
          <a:ln cap="flat" cmpd="sng" w="19050">
            <a:solidFill>
              <a:schemeClr val="accent6"/>
            </a:solidFill>
            <a:prstDash val="solid"/>
            <a:miter lim="800000"/>
            <a:headEnd len="sm" w="sm" type="none"/>
            <a:tailEnd len="med" w="med" type="triangle"/>
          </a:ln>
        </p:spPr>
      </p:cxnSp>
      <p:pic>
        <p:nvPicPr>
          <p:cNvPr id="768" name="Google Shape;768;p87"/>
          <p:cNvPicPr preferRelativeResize="0"/>
          <p:nvPr/>
        </p:nvPicPr>
        <p:blipFill rotWithShape="1">
          <a:blip r:embed="rId3">
            <a:alphaModFix/>
          </a:blip>
          <a:srcRect b="0" l="0" r="0" t="0"/>
          <a:stretch/>
        </p:blipFill>
        <p:spPr>
          <a:xfrm>
            <a:off x="0" y="0"/>
            <a:ext cx="9525" cy="9525"/>
          </a:xfrm>
          <a:prstGeom prst="rect">
            <a:avLst/>
          </a:prstGeom>
          <a:noFill/>
          <a:ln>
            <a:noFill/>
          </a:ln>
        </p:spPr>
      </p:pic>
      <p:pic>
        <p:nvPicPr>
          <p:cNvPr id="769" name="Google Shape;769;p87"/>
          <p:cNvPicPr preferRelativeResize="0"/>
          <p:nvPr/>
        </p:nvPicPr>
        <p:blipFill rotWithShape="1">
          <a:blip r:embed="rId3">
            <a:alphaModFix/>
          </a:blip>
          <a:srcRect b="0" l="0" r="0" t="0"/>
          <a:stretch/>
        </p:blipFill>
        <p:spPr>
          <a:xfrm>
            <a:off x="0" y="0"/>
            <a:ext cx="9525" cy="9525"/>
          </a:xfrm>
          <a:prstGeom prst="rect">
            <a:avLst/>
          </a:prstGeom>
          <a:noFill/>
          <a:ln>
            <a:noFill/>
          </a:ln>
        </p:spPr>
      </p:pic>
      <p:pic>
        <p:nvPicPr>
          <p:cNvPr id="770" name="Google Shape;770;p87"/>
          <p:cNvPicPr preferRelativeResize="0"/>
          <p:nvPr/>
        </p:nvPicPr>
        <p:blipFill rotWithShape="1">
          <a:blip r:embed="rId3">
            <a:alphaModFix/>
          </a:blip>
          <a:srcRect b="0" l="0" r="0" t="0"/>
          <a:stretch/>
        </p:blipFill>
        <p:spPr>
          <a:xfrm>
            <a:off x="0" y="0"/>
            <a:ext cx="9525" cy="9525"/>
          </a:xfrm>
          <a:prstGeom prst="rect">
            <a:avLst/>
          </a:prstGeom>
          <a:noFill/>
          <a:ln>
            <a:noFill/>
          </a:ln>
        </p:spPr>
      </p:pic>
      <p:sp>
        <p:nvSpPr>
          <p:cNvPr id="771" name="Google Shape;771;p87"/>
          <p:cNvSpPr txBox="1"/>
          <p:nvPr/>
        </p:nvSpPr>
        <p:spPr>
          <a:xfrm>
            <a:off x="9525" y="348673"/>
            <a:ext cx="8993700" cy="338700"/>
          </a:xfrm>
          <a:prstGeom prst="rect">
            <a:avLst/>
          </a:prstGeom>
          <a:blipFill rotWithShape="1">
            <a:blip r:embed="rId4">
              <a:alphaModFix/>
            </a:blip>
            <a:stretch>
              <a:fillRect b="-21428" l="-279" r="0" t="-713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IN" sz="1400" u="none" cap="none" strike="noStrike">
                <a:latin typeface="Arial"/>
                <a:ea typeface="Arial"/>
                <a:cs typeface="Arial"/>
                <a:sym typeface="Arial"/>
              </a:rPr>
              <a:t> </a:t>
            </a:r>
            <a:endParaRPr/>
          </a:p>
        </p:txBody>
      </p:sp>
      <p:sp>
        <p:nvSpPr>
          <p:cNvPr id="772" name="Google Shape;772;p87"/>
          <p:cNvSpPr txBox="1"/>
          <p:nvPr/>
        </p:nvSpPr>
        <p:spPr>
          <a:xfrm>
            <a:off x="29701" y="1131434"/>
            <a:ext cx="2768700" cy="47400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IN" sz="1400" u="none" cap="none" strike="noStrike">
                <a:latin typeface="Arial"/>
                <a:ea typeface="Arial"/>
                <a:cs typeface="Arial"/>
                <a:sym typeface="Arial"/>
              </a:rPr>
              <a:t> </a:t>
            </a:r>
            <a:endParaRPr/>
          </a:p>
        </p:txBody>
      </p:sp>
      <p:pic>
        <p:nvPicPr>
          <p:cNvPr id="773" name="Google Shape;773;p87"/>
          <p:cNvPicPr preferRelativeResize="0"/>
          <p:nvPr/>
        </p:nvPicPr>
        <p:blipFill rotWithShape="1">
          <a:blip r:embed="rId6">
            <a:alphaModFix/>
          </a:blip>
          <a:srcRect b="0" l="0" r="0" t="0"/>
          <a:stretch/>
        </p:blipFill>
        <p:spPr>
          <a:xfrm>
            <a:off x="29702" y="1758437"/>
            <a:ext cx="3886313" cy="1216926"/>
          </a:xfrm>
          <a:prstGeom prst="rect">
            <a:avLst/>
          </a:prstGeom>
          <a:noFill/>
          <a:ln>
            <a:noFill/>
          </a:ln>
        </p:spPr>
      </p:pic>
      <p:pic>
        <p:nvPicPr>
          <p:cNvPr id="774" name="Google Shape;774;p87"/>
          <p:cNvPicPr preferRelativeResize="0"/>
          <p:nvPr/>
        </p:nvPicPr>
        <p:blipFill rotWithShape="1">
          <a:blip r:embed="rId7">
            <a:alphaModFix/>
          </a:blip>
          <a:srcRect b="0" l="0" r="0" t="0"/>
          <a:stretch/>
        </p:blipFill>
        <p:spPr>
          <a:xfrm>
            <a:off x="137498" y="3260285"/>
            <a:ext cx="4741349" cy="904199"/>
          </a:xfrm>
          <a:prstGeom prst="rect">
            <a:avLst/>
          </a:prstGeom>
          <a:noFill/>
          <a:ln>
            <a:noFill/>
          </a:ln>
        </p:spPr>
      </p:pic>
      <p:pic>
        <p:nvPicPr>
          <p:cNvPr id="775" name="Google Shape;775;p87"/>
          <p:cNvPicPr preferRelativeResize="0"/>
          <p:nvPr/>
        </p:nvPicPr>
        <p:blipFill rotWithShape="1">
          <a:blip r:embed="rId8">
            <a:alphaModFix/>
          </a:blip>
          <a:srcRect b="0" l="0" r="0" t="0"/>
          <a:stretch/>
        </p:blipFill>
        <p:spPr>
          <a:xfrm>
            <a:off x="4819151" y="1124383"/>
            <a:ext cx="4184157" cy="36704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4"/>
                                        </p:tgtEl>
                                        <p:attrNameLst>
                                          <p:attrName>style.visibility</p:attrName>
                                        </p:attrNameLst>
                                      </p:cBhvr>
                                      <p:to>
                                        <p:strVal val="visible"/>
                                      </p:to>
                                    </p:set>
                                    <p:animEffect filter="fade" transition="in">
                                      <p:cBhvr>
                                        <p:cTn dur="1000"/>
                                        <p:tgtEl>
                                          <p:spTgt spid="7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2"/>
                                        </p:tgtEl>
                                        <p:attrNameLst>
                                          <p:attrName>style.visibility</p:attrName>
                                        </p:attrNameLst>
                                      </p:cBhvr>
                                      <p:to>
                                        <p:strVal val="visible"/>
                                      </p:to>
                                    </p:set>
                                    <p:animEffect filter="fade" transition="in">
                                      <p:cBhvr>
                                        <p:cTn dur="1000"/>
                                        <p:tgtEl>
                                          <p:spTgt spid="7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3"/>
                                        </p:tgtEl>
                                        <p:attrNameLst>
                                          <p:attrName>style.visibility</p:attrName>
                                        </p:attrNameLst>
                                      </p:cBhvr>
                                      <p:to>
                                        <p:strVal val="visible"/>
                                      </p:to>
                                    </p:set>
                                    <p:animEffect filter="fade" transition="in">
                                      <p:cBhvr>
                                        <p:cTn dur="1000"/>
                                        <p:tgtEl>
                                          <p:spTgt spid="7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4"/>
                                        </p:tgtEl>
                                        <p:attrNameLst>
                                          <p:attrName>style.visibility</p:attrName>
                                        </p:attrNameLst>
                                      </p:cBhvr>
                                      <p:to>
                                        <p:strVal val="visible"/>
                                      </p:to>
                                    </p:set>
                                    <p:animEffect filter="fade" transition="in">
                                      <p:cBhvr>
                                        <p:cTn dur="1000"/>
                                        <p:tgtEl>
                                          <p:spTgt spid="7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5"/>
                                        </p:tgtEl>
                                        <p:attrNameLst>
                                          <p:attrName>style.visibility</p:attrName>
                                        </p:attrNameLst>
                                      </p:cBhvr>
                                      <p:to>
                                        <p:strVal val="visible"/>
                                      </p:to>
                                    </p:set>
                                    <p:animEffect filter="fade" transition="in">
                                      <p:cBhvr>
                                        <p:cTn dur="1000"/>
                                        <p:tgtEl>
                                          <p:spTgt spid="7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6"/>
                                        </p:tgtEl>
                                        <p:attrNameLst>
                                          <p:attrName>style.visibility</p:attrName>
                                        </p:attrNameLst>
                                      </p:cBhvr>
                                      <p:to>
                                        <p:strVal val="visible"/>
                                      </p:to>
                                    </p:set>
                                    <p:animEffect filter="fade" transition="in">
                                      <p:cBhvr>
                                        <p:cTn dur="500"/>
                                        <p:tgtEl>
                                          <p:spTgt spid="766"/>
                                        </p:tgtEl>
                                      </p:cBhvr>
                                    </p:animEffect>
                                  </p:childTnLst>
                                </p:cTn>
                              </p:par>
                              <p:par>
                                <p:cTn fill="hold" nodeType="withEffect" presetClass="entr" presetID="10" presetSubtype="0">
                                  <p:stCondLst>
                                    <p:cond delay="0"/>
                                  </p:stCondLst>
                                  <p:childTnLst>
                                    <p:set>
                                      <p:cBhvr>
                                        <p:cTn dur="1" fill="hold">
                                          <p:stCondLst>
                                            <p:cond delay="0"/>
                                          </p:stCondLst>
                                        </p:cTn>
                                        <p:tgtEl>
                                          <p:spTgt spid="767"/>
                                        </p:tgtEl>
                                        <p:attrNameLst>
                                          <p:attrName>style.visibility</p:attrName>
                                        </p:attrNameLst>
                                      </p:cBhvr>
                                      <p:to>
                                        <p:strVal val="visible"/>
                                      </p:to>
                                    </p:set>
                                    <p:animEffect filter="fade" transition="in">
                                      <p:cBhvr>
                                        <p:cTn dur="500"/>
                                        <p:tgtEl>
                                          <p:spTgt spid="767"/>
                                        </p:tgtEl>
                                      </p:cBhvr>
                                    </p:animEffect>
                                  </p:childTnLst>
                                </p:cTn>
                              </p:par>
                              <p:par>
                                <p:cTn fill="hold" nodeType="withEffect" presetClass="entr" presetID="10" presetSubtype="0">
                                  <p:stCondLst>
                                    <p:cond delay="0"/>
                                  </p:stCondLst>
                                  <p:childTnLst>
                                    <p:set>
                                      <p:cBhvr>
                                        <p:cTn dur="1" fill="hold">
                                          <p:stCondLst>
                                            <p:cond delay="0"/>
                                          </p:stCondLst>
                                        </p:cTn>
                                        <p:tgtEl>
                                          <p:spTgt spid="765"/>
                                        </p:tgtEl>
                                        <p:attrNameLst>
                                          <p:attrName>style.visibility</p:attrName>
                                        </p:attrNameLst>
                                      </p:cBhvr>
                                      <p:to>
                                        <p:strVal val="visible"/>
                                      </p:to>
                                    </p:set>
                                    <p:animEffect filter="fade" transition="in">
                                      <p:cBhvr>
                                        <p:cTn dur="500"/>
                                        <p:tgtEl>
                                          <p:spTgt spid="7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88"/>
          <p:cNvSpPr txBox="1"/>
          <p:nvPr/>
        </p:nvSpPr>
        <p:spPr>
          <a:xfrm>
            <a:off x="0" y="86312"/>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QUESTION 33</a:t>
            </a:r>
            <a:endParaRPr b="1" i="0" sz="1800" u="none" cap="none" strike="noStrike">
              <a:solidFill>
                <a:schemeClr val="lt1"/>
              </a:solidFill>
              <a:latin typeface="Times New Roman"/>
              <a:ea typeface="Times New Roman"/>
              <a:cs typeface="Times New Roman"/>
              <a:sym typeface="Times New Roman"/>
            </a:endParaRPr>
          </a:p>
        </p:txBody>
      </p:sp>
      <p:sp>
        <p:nvSpPr>
          <p:cNvPr id="782" name="Google Shape;782;p88"/>
          <p:cNvSpPr txBox="1"/>
          <p:nvPr/>
        </p:nvSpPr>
        <p:spPr>
          <a:xfrm>
            <a:off x="0" y="432561"/>
            <a:ext cx="9034800" cy="13623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Consider the coefficients of first fundamental form are given by E = 5, F = 1, G = 3 and the coefficients of second fundamental form as e = 3, f = 7, g = 3. Compute the Gaussian curvature K.</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a) −23/7</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b) −20/7</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c) −8/8</a:t>
            </a:r>
            <a:endParaRPr/>
          </a:p>
          <a:p>
            <a:pPr indent="0" lvl="0" marL="0" marR="0" rtl="0" algn="l">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d) 23/4</a:t>
            </a:r>
            <a:endParaRPr/>
          </a:p>
        </p:txBody>
      </p:sp>
      <p:sp>
        <p:nvSpPr>
          <p:cNvPr id="783" name="Google Shape;783;p88"/>
          <p:cNvSpPr txBox="1"/>
          <p:nvPr/>
        </p:nvSpPr>
        <p:spPr>
          <a:xfrm>
            <a:off x="961534" y="940376"/>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SOLUTION 33</a:t>
            </a:r>
            <a:endParaRPr b="1" i="0" sz="1800" u="none" cap="none" strike="noStrike">
              <a:solidFill>
                <a:schemeClr val="lt1"/>
              </a:solidFill>
              <a:latin typeface="Times New Roman"/>
              <a:ea typeface="Times New Roman"/>
              <a:cs typeface="Times New Roman"/>
              <a:sym typeface="Times New Roman"/>
            </a:endParaRPr>
          </a:p>
        </p:txBody>
      </p:sp>
      <p:sp>
        <p:nvSpPr>
          <p:cNvPr id="784" name="Google Shape;784;p88"/>
          <p:cNvSpPr txBox="1"/>
          <p:nvPr/>
        </p:nvSpPr>
        <p:spPr>
          <a:xfrm>
            <a:off x="0" y="4763850"/>
            <a:ext cx="26397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CORRECT ANSWER 33</a:t>
            </a:r>
            <a:endParaRPr b="1" i="0" sz="1800" u="none" cap="none" strike="noStrike">
              <a:solidFill>
                <a:schemeClr val="lt1"/>
              </a:solidFill>
              <a:latin typeface="Times New Roman"/>
              <a:ea typeface="Times New Roman"/>
              <a:cs typeface="Times New Roman"/>
              <a:sym typeface="Times New Roman"/>
            </a:endParaRPr>
          </a:p>
        </p:txBody>
      </p:sp>
      <p:sp>
        <p:nvSpPr>
          <p:cNvPr id="785" name="Google Shape;785;p88"/>
          <p:cNvSpPr txBox="1"/>
          <p:nvPr/>
        </p:nvSpPr>
        <p:spPr>
          <a:xfrm>
            <a:off x="3017817" y="4763840"/>
            <a:ext cx="7440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IN" sz="1800" u="none" cap="none" strike="noStrike">
                <a:solidFill>
                  <a:schemeClr val="lt1"/>
                </a:solidFill>
                <a:latin typeface="Times New Roman"/>
                <a:ea typeface="Times New Roman"/>
                <a:cs typeface="Times New Roman"/>
                <a:sym typeface="Times New Roman"/>
              </a:rPr>
              <a:t>b)</a:t>
            </a:r>
            <a:endParaRPr/>
          </a:p>
        </p:txBody>
      </p:sp>
      <p:cxnSp>
        <p:nvCxnSpPr>
          <p:cNvPr id="786" name="Google Shape;786;p88"/>
          <p:cNvCxnSpPr/>
          <p:nvPr/>
        </p:nvCxnSpPr>
        <p:spPr>
          <a:xfrm>
            <a:off x="2688731" y="4944931"/>
            <a:ext cx="219300" cy="0"/>
          </a:xfrm>
          <a:prstGeom prst="straightConnector1">
            <a:avLst/>
          </a:prstGeom>
          <a:noFill/>
          <a:ln cap="flat" cmpd="sng" w="19050">
            <a:solidFill>
              <a:schemeClr val="accent6"/>
            </a:solidFill>
            <a:prstDash val="solid"/>
            <a:miter lim="800000"/>
            <a:headEnd len="sm" w="sm" type="none"/>
            <a:tailEnd len="med" w="med" type="triangle"/>
          </a:ln>
        </p:spPr>
      </p:cxnSp>
      <p:pic>
        <p:nvPicPr>
          <p:cNvPr id="787" name="Google Shape;787;p88"/>
          <p:cNvPicPr preferRelativeResize="0"/>
          <p:nvPr/>
        </p:nvPicPr>
        <p:blipFill rotWithShape="1">
          <a:blip r:embed="rId3">
            <a:alphaModFix/>
          </a:blip>
          <a:srcRect b="0" l="0" r="0" t="0"/>
          <a:stretch/>
        </p:blipFill>
        <p:spPr>
          <a:xfrm>
            <a:off x="769326" y="1394411"/>
            <a:ext cx="3618987" cy="1713509"/>
          </a:xfrm>
          <a:prstGeom prst="rect">
            <a:avLst/>
          </a:prstGeom>
          <a:noFill/>
          <a:ln>
            <a:noFill/>
          </a:ln>
        </p:spPr>
      </p:pic>
      <p:pic>
        <p:nvPicPr>
          <p:cNvPr id="788" name="Google Shape;788;p88"/>
          <p:cNvPicPr preferRelativeResize="0"/>
          <p:nvPr/>
        </p:nvPicPr>
        <p:blipFill rotWithShape="1">
          <a:blip r:embed="rId4">
            <a:alphaModFix/>
          </a:blip>
          <a:srcRect b="0" l="0" r="0" t="19244"/>
          <a:stretch/>
        </p:blipFill>
        <p:spPr>
          <a:xfrm>
            <a:off x="4493633" y="940376"/>
            <a:ext cx="4035286" cy="2621580"/>
          </a:xfrm>
          <a:prstGeom prst="rect">
            <a:avLst/>
          </a:prstGeom>
          <a:noFill/>
          <a:ln>
            <a:noFill/>
          </a:ln>
        </p:spPr>
      </p:pic>
      <p:pic>
        <p:nvPicPr>
          <p:cNvPr id="789" name="Google Shape;789;p88"/>
          <p:cNvPicPr preferRelativeResize="0"/>
          <p:nvPr/>
        </p:nvPicPr>
        <p:blipFill rotWithShape="1">
          <a:blip r:embed="rId5">
            <a:alphaModFix/>
          </a:blip>
          <a:srcRect b="0" l="0" r="0" t="63091"/>
          <a:stretch/>
        </p:blipFill>
        <p:spPr>
          <a:xfrm>
            <a:off x="4517335" y="4242507"/>
            <a:ext cx="4440733" cy="895351"/>
          </a:xfrm>
          <a:prstGeom prst="rect">
            <a:avLst/>
          </a:prstGeom>
          <a:noFill/>
          <a:ln>
            <a:noFill/>
          </a:ln>
        </p:spPr>
      </p:pic>
      <p:pic>
        <p:nvPicPr>
          <p:cNvPr id="790" name="Google Shape;790;p88"/>
          <p:cNvPicPr preferRelativeResize="0"/>
          <p:nvPr/>
        </p:nvPicPr>
        <p:blipFill rotWithShape="1">
          <a:blip r:embed="rId5">
            <a:alphaModFix/>
          </a:blip>
          <a:srcRect b="75654" l="0" r="15211" t="0"/>
          <a:stretch/>
        </p:blipFill>
        <p:spPr>
          <a:xfrm>
            <a:off x="4493633" y="3561956"/>
            <a:ext cx="4193098" cy="657676"/>
          </a:xfrm>
          <a:prstGeom prst="rect">
            <a:avLst/>
          </a:prstGeom>
          <a:noFill/>
          <a:ln>
            <a:noFill/>
          </a:ln>
        </p:spPr>
      </p:pic>
      <p:pic>
        <p:nvPicPr>
          <p:cNvPr id="791" name="Google Shape;791;p88"/>
          <p:cNvPicPr preferRelativeResize="0"/>
          <p:nvPr/>
        </p:nvPicPr>
        <p:blipFill rotWithShape="1">
          <a:blip r:embed="rId6">
            <a:alphaModFix/>
          </a:blip>
          <a:srcRect b="0" l="0" r="0" t="0"/>
          <a:stretch/>
        </p:blipFill>
        <p:spPr>
          <a:xfrm>
            <a:off x="615081" y="3467750"/>
            <a:ext cx="3451297" cy="123455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3"/>
                                        </p:tgtEl>
                                        <p:attrNameLst>
                                          <p:attrName>style.visibility</p:attrName>
                                        </p:attrNameLst>
                                      </p:cBhvr>
                                      <p:to>
                                        <p:strVal val="visible"/>
                                      </p:to>
                                    </p:set>
                                    <p:animEffect filter="fade" transition="in">
                                      <p:cBhvr>
                                        <p:cTn dur="1000"/>
                                        <p:tgtEl>
                                          <p:spTgt spid="7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7"/>
                                        </p:tgtEl>
                                        <p:attrNameLst>
                                          <p:attrName>style.visibility</p:attrName>
                                        </p:attrNameLst>
                                      </p:cBhvr>
                                      <p:to>
                                        <p:strVal val="visible"/>
                                      </p:to>
                                    </p:set>
                                    <p:animEffect filter="fade" transition="in">
                                      <p:cBhvr>
                                        <p:cTn dur="1000"/>
                                        <p:tgtEl>
                                          <p:spTgt spid="7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8"/>
                                        </p:tgtEl>
                                        <p:attrNameLst>
                                          <p:attrName>style.visibility</p:attrName>
                                        </p:attrNameLst>
                                      </p:cBhvr>
                                      <p:to>
                                        <p:strVal val="visible"/>
                                      </p:to>
                                    </p:set>
                                    <p:animEffect filter="fade" transition="in">
                                      <p:cBhvr>
                                        <p:cTn dur="1000"/>
                                        <p:tgtEl>
                                          <p:spTgt spid="788"/>
                                        </p:tgtEl>
                                      </p:cBhvr>
                                    </p:animEffect>
                                  </p:childTnLst>
                                </p:cTn>
                              </p:par>
                              <p:par>
                                <p:cTn fill="hold" nodeType="withEffect" presetClass="entr" presetID="10" presetSubtype="0">
                                  <p:stCondLst>
                                    <p:cond delay="0"/>
                                  </p:stCondLst>
                                  <p:childTnLst>
                                    <p:set>
                                      <p:cBhvr>
                                        <p:cTn dur="1" fill="hold">
                                          <p:stCondLst>
                                            <p:cond delay="0"/>
                                          </p:stCondLst>
                                        </p:cTn>
                                        <p:tgtEl>
                                          <p:spTgt spid="790"/>
                                        </p:tgtEl>
                                        <p:attrNameLst>
                                          <p:attrName>style.visibility</p:attrName>
                                        </p:attrNameLst>
                                      </p:cBhvr>
                                      <p:to>
                                        <p:strVal val="visible"/>
                                      </p:to>
                                    </p:set>
                                    <p:animEffect filter="fade" transition="in">
                                      <p:cBhvr>
                                        <p:cTn dur="1000"/>
                                        <p:tgtEl>
                                          <p:spTgt spid="790"/>
                                        </p:tgtEl>
                                      </p:cBhvr>
                                    </p:animEffect>
                                  </p:childTnLst>
                                </p:cTn>
                              </p:par>
                              <p:par>
                                <p:cTn fill="hold" nodeType="withEffect" presetClass="entr" presetID="10" presetSubtype="0">
                                  <p:stCondLst>
                                    <p:cond delay="0"/>
                                  </p:stCondLst>
                                  <p:childTnLst>
                                    <p:set>
                                      <p:cBhvr>
                                        <p:cTn dur="1" fill="hold">
                                          <p:stCondLst>
                                            <p:cond delay="0"/>
                                          </p:stCondLst>
                                        </p:cTn>
                                        <p:tgtEl>
                                          <p:spTgt spid="789"/>
                                        </p:tgtEl>
                                        <p:attrNameLst>
                                          <p:attrName>style.visibility</p:attrName>
                                        </p:attrNameLst>
                                      </p:cBhvr>
                                      <p:to>
                                        <p:strVal val="visible"/>
                                      </p:to>
                                    </p:set>
                                    <p:animEffect filter="fade" transition="in">
                                      <p:cBhvr>
                                        <p:cTn dur="1000"/>
                                        <p:tgtEl>
                                          <p:spTgt spid="789"/>
                                        </p:tgtEl>
                                      </p:cBhvr>
                                    </p:animEffect>
                                  </p:childTnLst>
                                </p:cTn>
                              </p:par>
                              <p:par>
                                <p:cTn fill="hold" nodeType="withEffect" presetClass="entr" presetID="10" presetSubtype="0">
                                  <p:stCondLst>
                                    <p:cond delay="0"/>
                                  </p:stCondLst>
                                  <p:childTnLst>
                                    <p:set>
                                      <p:cBhvr>
                                        <p:cTn dur="1" fill="hold">
                                          <p:stCondLst>
                                            <p:cond delay="0"/>
                                          </p:stCondLst>
                                        </p:cTn>
                                        <p:tgtEl>
                                          <p:spTgt spid="791"/>
                                        </p:tgtEl>
                                        <p:attrNameLst>
                                          <p:attrName>style.visibility</p:attrName>
                                        </p:attrNameLst>
                                      </p:cBhvr>
                                      <p:to>
                                        <p:strVal val="visible"/>
                                      </p:to>
                                    </p:set>
                                    <p:animEffect filter="fade" transition="in">
                                      <p:cBhvr>
                                        <p:cTn dur="1000"/>
                                        <p:tgtEl>
                                          <p:spTgt spid="7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5"/>
                                        </p:tgtEl>
                                        <p:attrNameLst>
                                          <p:attrName>style.visibility</p:attrName>
                                        </p:attrNameLst>
                                      </p:cBhvr>
                                      <p:to>
                                        <p:strVal val="visible"/>
                                      </p:to>
                                    </p:set>
                                    <p:animEffect filter="fade" transition="in">
                                      <p:cBhvr>
                                        <p:cTn dur="500"/>
                                        <p:tgtEl>
                                          <p:spTgt spid="785"/>
                                        </p:tgtEl>
                                      </p:cBhvr>
                                    </p:animEffect>
                                  </p:childTnLst>
                                </p:cTn>
                              </p:par>
                              <p:par>
                                <p:cTn fill="hold" nodeType="withEffect" presetClass="entr" presetID="10" presetSubtype="0">
                                  <p:stCondLst>
                                    <p:cond delay="0"/>
                                  </p:stCondLst>
                                  <p:childTnLst>
                                    <p:set>
                                      <p:cBhvr>
                                        <p:cTn dur="1" fill="hold">
                                          <p:stCondLst>
                                            <p:cond delay="0"/>
                                          </p:stCondLst>
                                        </p:cTn>
                                        <p:tgtEl>
                                          <p:spTgt spid="786"/>
                                        </p:tgtEl>
                                        <p:attrNameLst>
                                          <p:attrName>style.visibility</p:attrName>
                                        </p:attrNameLst>
                                      </p:cBhvr>
                                      <p:to>
                                        <p:strVal val="visible"/>
                                      </p:to>
                                    </p:set>
                                    <p:animEffect filter="fade" transition="in">
                                      <p:cBhvr>
                                        <p:cTn dur="500"/>
                                        <p:tgtEl>
                                          <p:spTgt spid="786"/>
                                        </p:tgtEl>
                                      </p:cBhvr>
                                    </p:animEffect>
                                  </p:childTnLst>
                                </p:cTn>
                              </p:par>
                              <p:par>
                                <p:cTn fill="hold" nodeType="withEffect" presetClass="entr" presetID="10" presetSubtype="0">
                                  <p:stCondLst>
                                    <p:cond delay="0"/>
                                  </p:stCondLst>
                                  <p:childTnLst>
                                    <p:set>
                                      <p:cBhvr>
                                        <p:cTn dur="1" fill="hold">
                                          <p:stCondLst>
                                            <p:cond delay="0"/>
                                          </p:stCondLst>
                                        </p:cTn>
                                        <p:tgtEl>
                                          <p:spTgt spid="784"/>
                                        </p:tgtEl>
                                        <p:attrNameLst>
                                          <p:attrName>style.visibility</p:attrName>
                                        </p:attrNameLst>
                                      </p:cBhvr>
                                      <p:to>
                                        <p:strVal val="visible"/>
                                      </p:to>
                                    </p:set>
                                    <p:animEffect filter="fade" transition="in">
                                      <p:cBhvr>
                                        <p:cTn dur="500"/>
                                        <p:tgtEl>
                                          <p:spTgt spid="7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89"/>
          <p:cNvSpPr txBox="1"/>
          <p:nvPr/>
        </p:nvSpPr>
        <p:spPr>
          <a:xfrm>
            <a:off x="0" y="0"/>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QUESTION </a:t>
            </a:r>
            <a:r>
              <a:rPr b="1" lang="en-IN" sz="1800">
                <a:solidFill>
                  <a:schemeClr val="lt1"/>
                </a:solidFill>
                <a:latin typeface="Times New Roman"/>
                <a:ea typeface="Times New Roman"/>
                <a:cs typeface="Times New Roman"/>
                <a:sym typeface="Times New Roman"/>
              </a:rPr>
              <a:t>34</a:t>
            </a:r>
            <a:endParaRPr b="1" i="0" sz="1800" u="none" cap="none" strike="noStrike">
              <a:solidFill>
                <a:schemeClr val="lt1"/>
              </a:solidFill>
              <a:latin typeface="Times New Roman"/>
              <a:ea typeface="Times New Roman"/>
              <a:cs typeface="Times New Roman"/>
              <a:sym typeface="Times New Roman"/>
            </a:endParaRPr>
          </a:p>
        </p:txBody>
      </p:sp>
      <p:sp>
        <p:nvSpPr>
          <p:cNvPr id="798" name="Google Shape;798;p89"/>
          <p:cNvSpPr txBox="1"/>
          <p:nvPr/>
        </p:nvSpPr>
        <p:spPr>
          <a:xfrm>
            <a:off x="2705890" y="924535"/>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SOLUTION </a:t>
            </a:r>
            <a:r>
              <a:rPr b="1" lang="en-IN" sz="1800">
                <a:solidFill>
                  <a:schemeClr val="lt1"/>
                </a:solidFill>
                <a:latin typeface="Times New Roman"/>
                <a:ea typeface="Times New Roman"/>
                <a:cs typeface="Times New Roman"/>
                <a:sym typeface="Times New Roman"/>
              </a:rPr>
              <a:t>34</a:t>
            </a:r>
            <a:endParaRPr b="1" i="0" sz="1800" u="none" cap="none" strike="noStrike">
              <a:solidFill>
                <a:schemeClr val="lt1"/>
              </a:solidFill>
              <a:latin typeface="Times New Roman"/>
              <a:ea typeface="Times New Roman"/>
              <a:cs typeface="Times New Roman"/>
              <a:sym typeface="Times New Roman"/>
            </a:endParaRPr>
          </a:p>
        </p:txBody>
      </p:sp>
      <p:sp>
        <p:nvSpPr>
          <p:cNvPr id="799" name="Google Shape;799;p89"/>
          <p:cNvSpPr txBox="1"/>
          <p:nvPr/>
        </p:nvSpPr>
        <p:spPr>
          <a:xfrm>
            <a:off x="0" y="476385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CORRECT ANSWER </a:t>
            </a:r>
            <a:r>
              <a:rPr b="1" lang="en-IN" sz="1800">
                <a:solidFill>
                  <a:schemeClr val="lt1"/>
                </a:solidFill>
                <a:latin typeface="Times New Roman"/>
                <a:ea typeface="Times New Roman"/>
                <a:cs typeface="Times New Roman"/>
                <a:sym typeface="Times New Roman"/>
              </a:rPr>
              <a:t>34</a:t>
            </a:r>
            <a:endParaRPr b="1" i="0" sz="1800" u="none" cap="none" strike="noStrike">
              <a:solidFill>
                <a:schemeClr val="lt1"/>
              </a:solidFill>
              <a:latin typeface="Times New Roman"/>
              <a:ea typeface="Times New Roman"/>
              <a:cs typeface="Times New Roman"/>
              <a:sym typeface="Times New Roman"/>
            </a:endParaRPr>
          </a:p>
        </p:txBody>
      </p:sp>
      <p:sp>
        <p:nvSpPr>
          <p:cNvPr id="800" name="Google Shape;800;p89"/>
          <p:cNvSpPr txBox="1"/>
          <p:nvPr/>
        </p:nvSpPr>
        <p:spPr>
          <a:xfrm>
            <a:off x="3017816" y="4763840"/>
            <a:ext cx="10461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d)</a:t>
            </a:r>
            <a:endParaRPr b="1" i="0" sz="1800" u="none" cap="none" strike="noStrike">
              <a:solidFill>
                <a:schemeClr val="lt1"/>
              </a:solidFill>
              <a:latin typeface="Times New Roman"/>
              <a:ea typeface="Times New Roman"/>
              <a:cs typeface="Times New Roman"/>
              <a:sym typeface="Times New Roman"/>
            </a:endParaRPr>
          </a:p>
        </p:txBody>
      </p:sp>
      <p:cxnSp>
        <p:nvCxnSpPr>
          <p:cNvPr id="801" name="Google Shape;801;p89"/>
          <p:cNvCxnSpPr/>
          <p:nvPr/>
        </p:nvCxnSpPr>
        <p:spPr>
          <a:xfrm>
            <a:off x="2743569" y="4936956"/>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802" name="Google Shape;802;p89"/>
          <p:cNvSpPr txBox="1"/>
          <p:nvPr/>
        </p:nvSpPr>
        <p:spPr>
          <a:xfrm>
            <a:off x="0" y="405074"/>
            <a:ext cx="9027900" cy="1385100"/>
          </a:xfrm>
          <a:prstGeom prst="rect">
            <a:avLst/>
          </a:prstGeom>
          <a:blipFill rotWithShape="1">
            <a:blip r:embed="rId3">
              <a:alphaModFix/>
            </a:blip>
            <a:stretch>
              <a:fillRect b="-3629" l="-279" r="-279" t="-90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IN" sz="1400" u="none" cap="none" strike="noStrike">
                <a:latin typeface="Arial"/>
                <a:ea typeface="Arial"/>
                <a:cs typeface="Arial"/>
                <a:sym typeface="Arial"/>
              </a:rPr>
              <a:t> </a:t>
            </a:r>
            <a:endParaRPr/>
          </a:p>
        </p:txBody>
      </p:sp>
      <p:pic>
        <p:nvPicPr>
          <p:cNvPr id="803" name="Google Shape;803;p89"/>
          <p:cNvPicPr preferRelativeResize="0"/>
          <p:nvPr/>
        </p:nvPicPr>
        <p:blipFill rotWithShape="1">
          <a:blip r:embed="rId4">
            <a:alphaModFix/>
          </a:blip>
          <a:srcRect b="0" l="0" r="0" t="0"/>
          <a:stretch/>
        </p:blipFill>
        <p:spPr>
          <a:xfrm>
            <a:off x="2420887" y="1270784"/>
            <a:ext cx="6468290" cy="1886156"/>
          </a:xfrm>
          <a:prstGeom prst="rect">
            <a:avLst/>
          </a:prstGeom>
          <a:noFill/>
          <a:ln>
            <a:noFill/>
          </a:ln>
        </p:spPr>
      </p:pic>
      <p:grpSp>
        <p:nvGrpSpPr>
          <p:cNvPr id="804" name="Google Shape;804;p89"/>
          <p:cNvGrpSpPr/>
          <p:nvPr/>
        </p:nvGrpSpPr>
        <p:grpSpPr>
          <a:xfrm>
            <a:off x="177800" y="3180857"/>
            <a:ext cx="7772401" cy="1423586"/>
            <a:chOff x="58100" y="3180856"/>
            <a:chExt cx="7772401" cy="1423586"/>
          </a:xfrm>
        </p:grpSpPr>
        <p:pic>
          <p:nvPicPr>
            <p:cNvPr id="805" name="Google Shape;805;p89"/>
            <p:cNvPicPr preferRelativeResize="0"/>
            <p:nvPr/>
          </p:nvPicPr>
          <p:blipFill rotWithShape="1">
            <a:blip r:embed="rId5">
              <a:alphaModFix/>
            </a:blip>
            <a:srcRect b="0" l="0" r="0" t="0"/>
            <a:stretch/>
          </p:blipFill>
          <p:spPr>
            <a:xfrm>
              <a:off x="120312" y="3180856"/>
              <a:ext cx="4140200" cy="355600"/>
            </a:xfrm>
            <a:prstGeom prst="rect">
              <a:avLst/>
            </a:prstGeom>
            <a:noFill/>
            <a:ln>
              <a:noFill/>
            </a:ln>
          </p:spPr>
        </p:pic>
        <p:pic>
          <p:nvPicPr>
            <p:cNvPr id="806" name="Google Shape;806;p89"/>
            <p:cNvPicPr preferRelativeResize="0"/>
            <p:nvPr/>
          </p:nvPicPr>
          <p:blipFill rotWithShape="1">
            <a:blip r:embed="rId6">
              <a:alphaModFix/>
            </a:blip>
            <a:srcRect b="0" l="0" r="0" t="0"/>
            <a:stretch/>
          </p:blipFill>
          <p:spPr>
            <a:xfrm>
              <a:off x="58100" y="3497429"/>
              <a:ext cx="7772401" cy="1107013"/>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8"/>
                                        </p:tgtEl>
                                        <p:attrNameLst>
                                          <p:attrName>style.visibility</p:attrName>
                                        </p:attrNameLst>
                                      </p:cBhvr>
                                      <p:to>
                                        <p:strVal val="visible"/>
                                      </p:to>
                                    </p:set>
                                    <p:animEffect filter="fade" transition="in">
                                      <p:cBhvr>
                                        <p:cTn dur="1000"/>
                                        <p:tgtEl>
                                          <p:spTgt spid="7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3"/>
                                        </p:tgtEl>
                                        <p:attrNameLst>
                                          <p:attrName>style.visibility</p:attrName>
                                        </p:attrNameLst>
                                      </p:cBhvr>
                                      <p:to>
                                        <p:strVal val="visible"/>
                                      </p:to>
                                    </p:set>
                                    <p:animEffect filter="fade" transition="in">
                                      <p:cBhvr>
                                        <p:cTn dur="1000"/>
                                        <p:tgtEl>
                                          <p:spTgt spid="8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4"/>
                                        </p:tgtEl>
                                        <p:attrNameLst>
                                          <p:attrName>style.visibility</p:attrName>
                                        </p:attrNameLst>
                                      </p:cBhvr>
                                      <p:to>
                                        <p:strVal val="visible"/>
                                      </p:to>
                                    </p:set>
                                    <p:animEffect filter="fade" transition="in">
                                      <p:cBhvr>
                                        <p:cTn dur="1000"/>
                                        <p:tgtEl>
                                          <p:spTgt spid="8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0"/>
                                        </p:tgtEl>
                                        <p:attrNameLst>
                                          <p:attrName>style.visibility</p:attrName>
                                        </p:attrNameLst>
                                      </p:cBhvr>
                                      <p:to>
                                        <p:strVal val="visible"/>
                                      </p:to>
                                    </p:set>
                                    <p:animEffect filter="fade" transition="in">
                                      <p:cBhvr>
                                        <p:cTn dur="500"/>
                                        <p:tgtEl>
                                          <p:spTgt spid="800"/>
                                        </p:tgtEl>
                                      </p:cBhvr>
                                    </p:animEffect>
                                  </p:childTnLst>
                                </p:cTn>
                              </p:par>
                              <p:par>
                                <p:cTn fill="hold" nodeType="withEffect" presetClass="entr" presetID="10" presetSubtype="0">
                                  <p:stCondLst>
                                    <p:cond delay="0"/>
                                  </p:stCondLst>
                                  <p:childTnLst>
                                    <p:set>
                                      <p:cBhvr>
                                        <p:cTn dur="1" fill="hold">
                                          <p:stCondLst>
                                            <p:cond delay="0"/>
                                          </p:stCondLst>
                                        </p:cTn>
                                        <p:tgtEl>
                                          <p:spTgt spid="801"/>
                                        </p:tgtEl>
                                        <p:attrNameLst>
                                          <p:attrName>style.visibility</p:attrName>
                                        </p:attrNameLst>
                                      </p:cBhvr>
                                      <p:to>
                                        <p:strVal val="visible"/>
                                      </p:to>
                                    </p:set>
                                    <p:animEffect filter="fade" transition="in">
                                      <p:cBhvr>
                                        <p:cTn dur="500"/>
                                        <p:tgtEl>
                                          <p:spTgt spid="801"/>
                                        </p:tgtEl>
                                      </p:cBhvr>
                                    </p:animEffect>
                                  </p:childTnLst>
                                </p:cTn>
                              </p:par>
                              <p:par>
                                <p:cTn fill="hold" nodeType="withEffect" presetClass="entr" presetID="10" presetSubtype="0">
                                  <p:stCondLst>
                                    <p:cond delay="0"/>
                                  </p:stCondLst>
                                  <p:childTnLst>
                                    <p:set>
                                      <p:cBhvr>
                                        <p:cTn dur="1" fill="hold">
                                          <p:stCondLst>
                                            <p:cond delay="0"/>
                                          </p:stCondLst>
                                        </p:cTn>
                                        <p:tgtEl>
                                          <p:spTgt spid="799"/>
                                        </p:tgtEl>
                                        <p:attrNameLst>
                                          <p:attrName>style.visibility</p:attrName>
                                        </p:attrNameLst>
                                      </p:cBhvr>
                                      <p:to>
                                        <p:strVal val="visible"/>
                                      </p:to>
                                    </p:set>
                                    <p:animEffect filter="fade" transition="in">
                                      <p:cBhvr>
                                        <p:cTn dur="500"/>
                                        <p:tgtEl>
                                          <p:spTgt spid="7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90"/>
          <p:cNvSpPr txBox="1"/>
          <p:nvPr/>
        </p:nvSpPr>
        <p:spPr>
          <a:xfrm>
            <a:off x="0" y="86312"/>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QUESTION </a:t>
            </a:r>
            <a:r>
              <a:rPr b="1" lang="en-IN" sz="1800">
                <a:solidFill>
                  <a:schemeClr val="lt1"/>
                </a:solidFill>
                <a:latin typeface="Times New Roman"/>
                <a:ea typeface="Times New Roman"/>
                <a:cs typeface="Times New Roman"/>
                <a:sym typeface="Times New Roman"/>
              </a:rPr>
              <a:t>35</a:t>
            </a:r>
            <a:endParaRPr b="1" i="0" sz="1800" u="none" cap="none" strike="noStrike">
              <a:solidFill>
                <a:schemeClr val="lt1"/>
              </a:solidFill>
              <a:latin typeface="Times New Roman"/>
              <a:ea typeface="Times New Roman"/>
              <a:cs typeface="Times New Roman"/>
              <a:sym typeface="Times New Roman"/>
            </a:endParaRPr>
          </a:p>
        </p:txBody>
      </p:sp>
      <p:sp>
        <p:nvSpPr>
          <p:cNvPr id="813" name="Google Shape;813;p90"/>
          <p:cNvSpPr txBox="1"/>
          <p:nvPr/>
        </p:nvSpPr>
        <p:spPr>
          <a:xfrm>
            <a:off x="1094747" y="1082467"/>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SOLUTION </a:t>
            </a:r>
            <a:r>
              <a:rPr b="1" lang="en-IN" sz="1800">
                <a:solidFill>
                  <a:schemeClr val="lt1"/>
                </a:solidFill>
                <a:latin typeface="Times New Roman"/>
                <a:ea typeface="Times New Roman"/>
                <a:cs typeface="Times New Roman"/>
                <a:sym typeface="Times New Roman"/>
              </a:rPr>
              <a:t>35</a:t>
            </a:r>
            <a:endParaRPr b="1" i="0" sz="1800" u="none" cap="none" strike="noStrike">
              <a:solidFill>
                <a:schemeClr val="lt1"/>
              </a:solidFill>
              <a:latin typeface="Times New Roman"/>
              <a:ea typeface="Times New Roman"/>
              <a:cs typeface="Times New Roman"/>
              <a:sym typeface="Times New Roman"/>
            </a:endParaRPr>
          </a:p>
        </p:txBody>
      </p:sp>
      <p:sp>
        <p:nvSpPr>
          <p:cNvPr id="814" name="Google Shape;814;p90"/>
          <p:cNvSpPr txBox="1"/>
          <p:nvPr/>
        </p:nvSpPr>
        <p:spPr>
          <a:xfrm>
            <a:off x="0" y="476385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CORRECT ANSWER </a:t>
            </a:r>
            <a:r>
              <a:rPr b="1" lang="en-IN" sz="1800">
                <a:solidFill>
                  <a:schemeClr val="lt1"/>
                </a:solidFill>
                <a:latin typeface="Times New Roman"/>
                <a:ea typeface="Times New Roman"/>
                <a:cs typeface="Times New Roman"/>
                <a:sym typeface="Times New Roman"/>
              </a:rPr>
              <a:t>35</a:t>
            </a:r>
            <a:endParaRPr b="1" i="0" sz="1800" u="none" cap="none" strike="noStrike">
              <a:solidFill>
                <a:schemeClr val="lt1"/>
              </a:solidFill>
              <a:latin typeface="Times New Roman"/>
              <a:ea typeface="Times New Roman"/>
              <a:cs typeface="Times New Roman"/>
              <a:sym typeface="Times New Roman"/>
            </a:endParaRPr>
          </a:p>
        </p:txBody>
      </p:sp>
      <p:sp>
        <p:nvSpPr>
          <p:cNvPr id="815" name="Google Shape;815;p90"/>
          <p:cNvSpPr txBox="1"/>
          <p:nvPr/>
        </p:nvSpPr>
        <p:spPr>
          <a:xfrm>
            <a:off x="3017815" y="4763840"/>
            <a:ext cx="7287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b)</a:t>
            </a:r>
            <a:endParaRPr b="1" i="0" sz="1800" u="none" cap="none" strike="noStrike">
              <a:solidFill>
                <a:schemeClr val="lt1"/>
              </a:solidFill>
              <a:latin typeface="Times New Roman"/>
              <a:ea typeface="Times New Roman"/>
              <a:cs typeface="Times New Roman"/>
              <a:sym typeface="Times New Roman"/>
            </a:endParaRPr>
          </a:p>
        </p:txBody>
      </p:sp>
      <p:cxnSp>
        <p:nvCxnSpPr>
          <p:cNvPr id="816" name="Google Shape;816;p90"/>
          <p:cNvCxnSpPr/>
          <p:nvPr/>
        </p:nvCxnSpPr>
        <p:spPr>
          <a:xfrm>
            <a:off x="2743569" y="4936956"/>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817" name="Google Shape;817;p90"/>
          <p:cNvSpPr txBox="1"/>
          <p:nvPr/>
        </p:nvSpPr>
        <p:spPr>
          <a:xfrm>
            <a:off x="0" y="494294"/>
            <a:ext cx="8885100" cy="13854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Consider the coefficients of first fundamental form are given by E = 2, F = 3, G = 7 and the coefficients of second fundamental form as e = 4, f = 0, g = 3. Compute the mean curvature H. (Answer upto 2 decimal places)</a:t>
            </a:r>
            <a:endParaRPr/>
          </a:p>
          <a:p>
            <a:pPr indent="0" lvl="0" marL="0" marR="0" rtl="0" algn="just">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a) 4.25</a:t>
            </a:r>
            <a:endParaRPr/>
          </a:p>
          <a:p>
            <a:pPr indent="0" lvl="0" marL="0" marR="0" rtl="0" algn="just">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b) 3.40</a:t>
            </a:r>
            <a:endParaRPr/>
          </a:p>
          <a:p>
            <a:pPr indent="0" lvl="0" marL="0" marR="0" rtl="0" algn="just">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c) 3.25</a:t>
            </a:r>
            <a:endParaRPr/>
          </a:p>
          <a:p>
            <a:pPr indent="0" lvl="0" marL="0" marR="0" rtl="0" algn="just">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d) 3</a:t>
            </a:r>
            <a:endParaRPr/>
          </a:p>
        </p:txBody>
      </p:sp>
      <p:pic>
        <p:nvPicPr>
          <p:cNvPr id="818" name="Google Shape;818;p90"/>
          <p:cNvPicPr preferRelativeResize="0"/>
          <p:nvPr/>
        </p:nvPicPr>
        <p:blipFill rotWithShape="1">
          <a:blip r:embed="rId3">
            <a:alphaModFix/>
          </a:blip>
          <a:srcRect b="0" l="0" r="0" t="0"/>
          <a:stretch/>
        </p:blipFill>
        <p:spPr>
          <a:xfrm>
            <a:off x="811115" y="1436272"/>
            <a:ext cx="2993151" cy="3317250"/>
          </a:xfrm>
          <a:prstGeom prst="rect">
            <a:avLst/>
          </a:prstGeom>
          <a:noFill/>
          <a:ln>
            <a:noFill/>
          </a:ln>
        </p:spPr>
      </p:pic>
      <p:pic>
        <p:nvPicPr>
          <p:cNvPr id="819" name="Google Shape;819;p90"/>
          <p:cNvPicPr preferRelativeResize="0"/>
          <p:nvPr/>
        </p:nvPicPr>
        <p:blipFill rotWithShape="1">
          <a:blip r:embed="rId4">
            <a:alphaModFix/>
          </a:blip>
          <a:srcRect b="0" l="0" r="0" t="0"/>
          <a:stretch/>
        </p:blipFill>
        <p:spPr>
          <a:xfrm>
            <a:off x="4607173" y="1124011"/>
            <a:ext cx="3916017" cy="401948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3"/>
                                        </p:tgtEl>
                                        <p:attrNameLst>
                                          <p:attrName>style.visibility</p:attrName>
                                        </p:attrNameLst>
                                      </p:cBhvr>
                                      <p:to>
                                        <p:strVal val="visible"/>
                                      </p:to>
                                    </p:set>
                                    <p:animEffect filter="fade" transition="in">
                                      <p:cBhvr>
                                        <p:cTn dur="1000"/>
                                        <p:tgtEl>
                                          <p:spTgt spid="8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8"/>
                                        </p:tgtEl>
                                        <p:attrNameLst>
                                          <p:attrName>style.visibility</p:attrName>
                                        </p:attrNameLst>
                                      </p:cBhvr>
                                      <p:to>
                                        <p:strVal val="visible"/>
                                      </p:to>
                                    </p:set>
                                    <p:animEffect filter="fade" transition="in">
                                      <p:cBhvr>
                                        <p:cTn dur="1000"/>
                                        <p:tgtEl>
                                          <p:spTgt spid="8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9"/>
                                        </p:tgtEl>
                                        <p:attrNameLst>
                                          <p:attrName>style.visibility</p:attrName>
                                        </p:attrNameLst>
                                      </p:cBhvr>
                                      <p:to>
                                        <p:strVal val="visible"/>
                                      </p:to>
                                    </p:set>
                                    <p:animEffect filter="fade" transition="in">
                                      <p:cBhvr>
                                        <p:cTn dur="1000"/>
                                        <p:tgtEl>
                                          <p:spTgt spid="8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5"/>
                                        </p:tgtEl>
                                        <p:attrNameLst>
                                          <p:attrName>style.visibility</p:attrName>
                                        </p:attrNameLst>
                                      </p:cBhvr>
                                      <p:to>
                                        <p:strVal val="visible"/>
                                      </p:to>
                                    </p:set>
                                    <p:animEffect filter="fade" transition="in">
                                      <p:cBhvr>
                                        <p:cTn dur="500"/>
                                        <p:tgtEl>
                                          <p:spTgt spid="815"/>
                                        </p:tgtEl>
                                      </p:cBhvr>
                                    </p:animEffect>
                                  </p:childTnLst>
                                </p:cTn>
                              </p:par>
                              <p:par>
                                <p:cTn fill="hold" nodeType="withEffect" presetClass="entr" presetID="10" presetSubtype="0">
                                  <p:stCondLst>
                                    <p:cond delay="0"/>
                                  </p:stCondLst>
                                  <p:childTnLst>
                                    <p:set>
                                      <p:cBhvr>
                                        <p:cTn dur="1" fill="hold">
                                          <p:stCondLst>
                                            <p:cond delay="0"/>
                                          </p:stCondLst>
                                        </p:cTn>
                                        <p:tgtEl>
                                          <p:spTgt spid="816"/>
                                        </p:tgtEl>
                                        <p:attrNameLst>
                                          <p:attrName>style.visibility</p:attrName>
                                        </p:attrNameLst>
                                      </p:cBhvr>
                                      <p:to>
                                        <p:strVal val="visible"/>
                                      </p:to>
                                    </p:set>
                                    <p:animEffect filter="fade" transition="in">
                                      <p:cBhvr>
                                        <p:cTn dur="500"/>
                                        <p:tgtEl>
                                          <p:spTgt spid="816"/>
                                        </p:tgtEl>
                                      </p:cBhvr>
                                    </p:animEffect>
                                  </p:childTnLst>
                                </p:cTn>
                              </p:par>
                              <p:par>
                                <p:cTn fill="hold" nodeType="withEffect" presetClass="entr" presetID="10" presetSubtype="0">
                                  <p:stCondLst>
                                    <p:cond delay="0"/>
                                  </p:stCondLst>
                                  <p:childTnLst>
                                    <p:set>
                                      <p:cBhvr>
                                        <p:cTn dur="1" fill="hold">
                                          <p:stCondLst>
                                            <p:cond delay="0"/>
                                          </p:stCondLst>
                                        </p:cTn>
                                        <p:tgtEl>
                                          <p:spTgt spid="814"/>
                                        </p:tgtEl>
                                        <p:attrNameLst>
                                          <p:attrName>style.visibility</p:attrName>
                                        </p:attrNameLst>
                                      </p:cBhvr>
                                      <p:to>
                                        <p:strVal val="visible"/>
                                      </p:to>
                                    </p:set>
                                    <p:animEffect filter="fade" transition="in">
                                      <p:cBhvr>
                                        <p:cTn dur="500"/>
                                        <p:tgtEl>
                                          <p:spTgt spid="8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sp>
        <p:nvSpPr>
          <p:cNvPr id="825" name="Google Shape;825;p91"/>
          <p:cNvSpPr txBox="1"/>
          <p:nvPr/>
        </p:nvSpPr>
        <p:spPr>
          <a:xfrm>
            <a:off x="0" y="6860"/>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QUESTION </a:t>
            </a:r>
            <a:r>
              <a:rPr b="1" lang="en-IN" sz="1800">
                <a:solidFill>
                  <a:schemeClr val="lt1"/>
                </a:solidFill>
                <a:latin typeface="Times New Roman"/>
                <a:ea typeface="Times New Roman"/>
                <a:cs typeface="Times New Roman"/>
                <a:sym typeface="Times New Roman"/>
              </a:rPr>
              <a:t>36</a:t>
            </a:r>
            <a:endParaRPr b="1" i="0" sz="1800" u="none" cap="none" strike="noStrike">
              <a:solidFill>
                <a:schemeClr val="lt1"/>
              </a:solidFill>
              <a:latin typeface="Times New Roman"/>
              <a:ea typeface="Times New Roman"/>
              <a:cs typeface="Times New Roman"/>
              <a:sym typeface="Times New Roman"/>
            </a:endParaRPr>
          </a:p>
        </p:txBody>
      </p:sp>
      <p:sp>
        <p:nvSpPr>
          <p:cNvPr id="826" name="Google Shape;826;p91"/>
          <p:cNvSpPr txBox="1"/>
          <p:nvPr/>
        </p:nvSpPr>
        <p:spPr>
          <a:xfrm>
            <a:off x="2853352" y="1311623"/>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SOLUTION </a:t>
            </a:r>
            <a:r>
              <a:rPr b="1" lang="en-IN" sz="1800">
                <a:solidFill>
                  <a:schemeClr val="lt1"/>
                </a:solidFill>
                <a:latin typeface="Times New Roman"/>
                <a:ea typeface="Times New Roman"/>
                <a:cs typeface="Times New Roman"/>
                <a:sym typeface="Times New Roman"/>
              </a:rPr>
              <a:t>36</a:t>
            </a:r>
            <a:endParaRPr b="1" i="0" sz="1800" u="none" cap="none" strike="noStrike">
              <a:solidFill>
                <a:schemeClr val="lt1"/>
              </a:solidFill>
              <a:latin typeface="Times New Roman"/>
              <a:ea typeface="Times New Roman"/>
              <a:cs typeface="Times New Roman"/>
              <a:sym typeface="Times New Roman"/>
            </a:endParaRPr>
          </a:p>
        </p:txBody>
      </p:sp>
      <p:sp>
        <p:nvSpPr>
          <p:cNvPr id="827" name="Google Shape;827;p91"/>
          <p:cNvSpPr txBox="1"/>
          <p:nvPr/>
        </p:nvSpPr>
        <p:spPr>
          <a:xfrm>
            <a:off x="0" y="4763850"/>
            <a:ext cx="26397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CORRECT ANSWER </a:t>
            </a:r>
            <a:r>
              <a:rPr b="1" lang="en-IN" sz="1800">
                <a:solidFill>
                  <a:schemeClr val="lt1"/>
                </a:solidFill>
                <a:latin typeface="Times New Roman"/>
                <a:ea typeface="Times New Roman"/>
                <a:cs typeface="Times New Roman"/>
                <a:sym typeface="Times New Roman"/>
              </a:rPr>
              <a:t>36</a:t>
            </a:r>
            <a:endParaRPr b="1" i="0" sz="1800" u="none" cap="none" strike="noStrike">
              <a:solidFill>
                <a:schemeClr val="lt1"/>
              </a:solidFill>
              <a:latin typeface="Times New Roman"/>
              <a:ea typeface="Times New Roman"/>
              <a:cs typeface="Times New Roman"/>
              <a:sym typeface="Times New Roman"/>
            </a:endParaRPr>
          </a:p>
        </p:txBody>
      </p:sp>
      <p:sp>
        <p:nvSpPr>
          <p:cNvPr id="828" name="Google Shape;828;p91"/>
          <p:cNvSpPr txBox="1"/>
          <p:nvPr/>
        </p:nvSpPr>
        <p:spPr>
          <a:xfrm>
            <a:off x="3017817" y="4763840"/>
            <a:ext cx="6882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IN" sz="1800" u="none" cap="none" strike="noStrike">
                <a:solidFill>
                  <a:schemeClr val="lt1"/>
                </a:solidFill>
                <a:latin typeface="Times New Roman"/>
                <a:ea typeface="Times New Roman"/>
                <a:cs typeface="Times New Roman"/>
                <a:sym typeface="Times New Roman"/>
              </a:rPr>
              <a:t>b)</a:t>
            </a:r>
            <a:endParaRPr/>
          </a:p>
        </p:txBody>
      </p:sp>
      <p:cxnSp>
        <p:nvCxnSpPr>
          <p:cNvPr id="829" name="Google Shape;829;p91"/>
          <p:cNvCxnSpPr/>
          <p:nvPr/>
        </p:nvCxnSpPr>
        <p:spPr>
          <a:xfrm>
            <a:off x="2688731" y="4944931"/>
            <a:ext cx="219300" cy="0"/>
          </a:xfrm>
          <a:prstGeom prst="straightConnector1">
            <a:avLst/>
          </a:prstGeom>
          <a:noFill/>
          <a:ln cap="flat" cmpd="sng" w="19050">
            <a:solidFill>
              <a:schemeClr val="accent6"/>
            </a:solidFill>
            <a:prstDash val="solid"/>
            <a:miter lim="800000"/>
            <a:headEnd len="sm" w="sm" type="none"/>
            <a:tailEnd len="med" w="med" type="triangle"/>
          </a:ln>
        </p:spPr>
      </p:cxnSp>
      <p:grpSp>
        <p:nvGrpSpPr>
          <p:cNvPr id="830" name="Google Shape;830;p91"/>
          <p:cNvGrpSpPr/>
          <p:nvPr/>
        </p:nvGrpSpPr>
        <p:grpSpPr>
          <a:xfrm>
            <a:off x="104268" y="353109"/>
            <a:ext cx="8499575" cy="1651208"/>
            <a:chOff x="-154249" y="357328"/>
            <a:chExt cx="8796000" cy="1651208"/>
          </a:xfrm>
        </p:grpSpPr>
        <p:sp>
          <p:nvSpPr>
            <p:cNvPr id="831" name="Google Shape;831;p91"/>
            <p:cNvSpPr txBox="1"/>
            <p:nvPr/>
          </p:nvSpPr>
          <p:spPr>
            <a:xfrm>
              <a:off x="-154249" y="357328"/>
              <a:ext cx="8796000" cy="284700"/>
            </a:xfrm>
            <a:prstGeom prst="rect">
              <a:avLst/>
            </a:prstGeom>
            <a:noFill/>
            <a:ln>
              <a:noFill/>
            </a:ln>
          </p:spPr>
          <p:txBody>
            <a:bodyPr anchorCtr="0" anchor="t" bIns="34275" lIns="68575" spcFirstLastPara="1" rIns="68575" wrap="square" tIns="34275">
              <a:spAutoFit/>
            </a:bodyPr>
            <a:lstStyle/>
            <a:p>
              <a:pPr indent="0" lvl="0" marL="0" marR="0" rtl="0" algn="just">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Consider the following table. The table shows the points on x-axis and its corresponding class.</a:t>
              </a:r>
              <a:endParaRPr/>
            </a:p>
          </p:txBody>
        </p:sp>
        <p:sp>
          <p:nvSpPr>
            <p:cNvPr id="832" name="Google Shape;832;p91"/>
            <p:cNvSpPr txBox="1"/>
            <p:nvPr/>
          </p:nvSpPr>
          <p:spPr>
            <a:xfrm>
              <a:off x="-64783" y="623136"/>
              <a:ext cx="6381000" cy="13854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We introduce two new points on x-axis, 3.7 and 4.2. Compute KNN (K=3) to determine their class.</a:t>
              </a:r>
              <a:endParaRPr/>
            </a:p>
            <a:p>
              <a:pPr indent="0" lvl="0" marL="0" marR="0" rtl="0" algn="just">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a) 3.7 : Class 2 and 4.2: Class 1</a:t>
              </a:r>
              <a:endParaRPr/>
            </a:p>
            <a:p>
              <a:pPr indent="0" lvl="0" marL="0" marR="0" rtl="0" algn="just">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b) 3.7 : Class 1 and 4.2: Class 2</a:t>
              </a:r>
              <a:endParaRPr/>
            </a:p>
            <a:p>
              <a:pPr indent="0" lvl="0" marL="0" marR="0" rtl="0" algn="just">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c) 3.7 : Class 1 and 4.2: Class 1</a:t>
              </a:r>
              <a:endParaRPr/>
            </a:p>
            <a:p>
              <a:pPr indent="0" lvl="0" marL="0" marR="0" rtl="0" algn="just">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d) 3.7 : Class 2 and 4.2: Class 2</a:t>
              </a:r>
              <a:endParaRPr/>
            </a:p>
          </p:txBody>
        </p:sp>
        <p:pic>
          <p:nvPicPr>
            <p:cNvPr id="833" name="Google Shape;833;p91"/>
            <p:cNvPicPr preferRelativeResize="0"/>
            <p:nvPr/>
          </p:nvPicPr>
          <p:blipFill rotWithShape="1">
            <a:blip r:embed="rId3">
              <a:alphaModFix/>
            </a:blip>
            <a:srcRect b="0" l="0" r="0" t="2162"/>
            <a:stretch/>
          </p:blipFill>
          <p:spPr>
            <a:xfrm>
              <a:off x="6717155" y="630969"/>
              <a:ext cx="1318209" cy="1369747"/>
            </a:xfrm>
            <a:prstGeom prst="rect">
              <a:avLst/>
            </a:prstGeom>
            <a:noFill/>
            <a:ln>
              <a:noFill/>
            </a:ln>
          </p:spPr>
        </p:pic>
      </p:grpSp>
      <p:pic>
        <p:nvPicPr>
          <p:cNvPr id="834" name="Google Shape;834;p91"/>
          <p:cNvPicPr preferRelativeResize="0"/>
          <p:nvPr/>
        </p:nvPicPr>
        <p:blipFill rotWithShape="1">
          <a:blip r:embed="rId4">
            <a:alphaModFix/>
          </a:blip>
          <a:srcRect b="0" l="0" r="0" t="0"/>
          <a:stretch/>
        </p:blipFill>
        <p:spPr>
          <a:xfrm>
            <a:off x="2750451" y="1657872"/>
            <a:ext cx="1821549" cy="3025753"/>
          </a:xfrm>
          <a:prstGeom prst="rect">
            <a:avLst/>
          </a:prstGeom>
          <a:noFill/>
          <a:ln>
            <a:noFill/>
          </a:ln>
        </p:spPr>
      </p:pic>
      <p:pic>
        <p:nvPicPr>
          <p:cNvPr id="835" name="Google Shape;835;p91"/>
          <p:cNvPicPr preferRelativeResize="0"/>
          <p:nvPr/>
        </p:nvPicPr>
        <p:blipFill rotWithShape="1">
          <a:blip r:embed="rId5">
            <a:alphaModFix/>
          </a:blip>
          <a:srcRect b="0" l="0" r="0" t="0"/>
          <a:stretch/>
        </p:blipFill>
        <p:spPr>
          <a:xfrm>
            <a:off x="4649808" y="1690436"/>
            <a:ext cx="1821549" cy="302575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6"/>
                                        </p:tgtEl>
                                        <p:attrNameLst>
                                          <p:attrName>style.visibility</p:attrName>
                                        </p:attrNameLst>
                                      </p:cBhvr>
                                      <p:to>
                                        <p:strVal val="visible"/>
                                      </p:to>
                                    </p:set>
                                    <p:animEffect filter="fade" transition="in">
                                      <p:cBhvr>
                                        <p:cTn dur="1000"/>
                                        <p:tgtEl>
                                          <p:spTgt spid="8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4"/>
                                        </p:tgtEl>
                                        <p:attrNameLst>
                                          <p:attrName>style.visibility</p:attrName>
                                        </p:attrNameLst>
                                      </p:cBhvr>
                                      <p:to>
                                        <p:strVal val="visible"/>
                                      </p:to>
                                    </p:set>
                                    <p:animEffect filter="fade" transition="in">
                                      <p:cBhvr>
                                        <p:cTn dur="1000"/>
                                        <p:tgtEl>
                                          <p:spTgt spid="8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5"/>
                                        </p:tgtEl>
                                        <p:attrNameLst>
                                          <p:attrName>style.visibility</p:attrName>
                                        </p:attrNameLst>
                                      </p:cBhvr>
                                      <p:to>
                                        <p:strVal val="visible"/>
                                      </p:to>
                                    </p:set>
                                    <p:animEffect filter="fade" transition="in">
                                      <p:cBhvr>
                                        <p:cTn dur="1000"/>
                                        <p:tgtEl>
                                          <p:spTgt spid="8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8"/>
                                        </p:tgtEl>
                                        <p:attrNameLst>
                                          <p:attrName>style.visibility</p:attrName>
                                        </p:attrNameLst>
                                      </p:cBhvr>
                                      <p:to>
                                        <p:strVal val="visible"/>
                                      </p:to>
                                    </p:set>
                                    <p:animEffect filter="fade" transition="in">
                                      <p:cBhvr>
                                        <p:cTn dur="500"/>
                                        <p:tgtEl>
                                          <p:spTgt spid="828"/>
                                        </p:tgtEl>
                                      </p:cBhvr>
                                    </p:animEffect>
                                  </p:childTnLst>
                                </p:cTn>
                              </p:par>
                              <p:par>
                                <p:cTn fill="hold" nodeType="withEffect" presetClass="entr" presetID="10" presetSubtype="0">
                                  <p:stCondLst>
                                    <p:cond delay="0"/>
                                  </p:stCondLst>
                                  <p:childTnLst>
                                    <p:set>
                                      <p:cBhvr>
                                        <p:cTn dur="1" fill="hold">
                                          <p:stCondLst>
                                            <p:cond delay="0"/>
                                          </p:stCondLst>
                                        </p:cTn>
                                        <p:tgtEl>
                                          <p:spTgt spid="829"/>
                                        </p:tgtEl>
                                        <p:attrNameLst>
                                          <p:attrName>style.visibility</p:attrName>
                                        </p:attrNameLst>
                                      </p:cBhvr>
                                      <p:to>
                                        <p:strVal val="visible"/>
                                      </p:to>
                                    </p:set>
                                    <p:animEffect filter="fade" transition="in">
                                      <p:cBhvr>
                                        <p:cTn dur="500"/>
                                        <p:tgtEl>
                                          <p:spTgt spid="829"/>
                                        </p:tgtEl>
                                      </p:cBhvr>
                                    </p:animEffect>
                                  </p:childTnLst>
                                </p:cTn>
                              </p:par>
                              <p:par>
                                <p:cTn fill="hold" nodeType="withEffect" presetClass="entr" presetID="10" presetSubtype="0">
                                  <p:stCondLst>
                                    <p:cond delay="0"/>
                                  </p:stCondLst>
                                  <p:childTnLst>
                                    <p:set>
                                      <p:cBhvr>
                                        <p:cTn dur="1" fill="hold">
                                          <p:stCondLst>
                                            <p:cond delay="0"/>
                                          </p:stCondLst>
                                        </p:cTn>
                                        <p:tgtEl>
                                          <p:spTgt spid="827"/>
                                        </p:tgtEl>
                                        <p:attrNameLst>
                                          <p:attrName>style.visibility</p:attrName>
                                        </p:attrNameLst>
                                      </p:cBhvr>
                                      <p:to>
                                        <p:strVal val="visible"/>
                                      </p:to>
                                    </p:set>
                                    <p:animEffect filter="fade" transition="in">
                                      <p:cBhvr>
                                        <p:cTn dur="500"/>
                                        <p:tgtEl>
                                          <p:spTgt spid="8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p92"/>
          <p:cNvSpPr txBox="1"/>
          <p:nvPr/>
        </p:nvSpPr>
        <p:spPr>
          <a:xfrm>
            <a:off x="598525" y="4107075"/>
            <a:ext cx="8436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IN" sz="1800" u="none" cap="none" strike="noStrike">
                <a:solidFill>
                  <a:srgbClr val="000000"/>
                </a:solidFill>
                <a:latin typeface="Times New Roman"/>
                <a:ea typeface="Times New Roman"/>
                <a:cs typeface="Times New Roman"/>
                <a:sym typeface="Times New Roman"/>
              </a:rPr>
              <a:t>If all the Activation Functions are ReLU, then answer the following question </a:t>
            </a:r>
            <a:r>
              <a:rPr b="1" lang="en-IN" sz="1800">
                <a:latin typeface="Times New Roman"/>
                <a:ea typeface="Times New Roman"/>
                <a:cs typeface="Times New Roman"/>
                <a:sym typeface="Times New Roman"/>
              </a:rPr>
              <a:t>37</a:t>
            </a:r>
            <a:r>
              <a:rPr b="1" i="0" lang="en-IN" sz="1800" u="none" cap="none" strike="noStrike">
                <a:solidFill>
                  <a:srgbClr val="000000"/>
                </a:solidFill>
                <a:latin typeface="Times New Roman"/>
                <a:ea typeface="Times New Roman"/>
                <a:cs typeface="Times New Roman"/>
                <a:sym typeface="Times New Roman"/>
              </a:rPr>
              <a:t> and </a:t>
            </a:r>
            <a:r>
              <a:rPr b="1" lang="en-IN" sz="1800">
                <a:latin typeface="Times New Roman"/>
                <a:ea typeface="Times New Roman"/>
                <a:cs typeface="Times New Roman"/>
                <a:sym typeface="Times New Roman"/>
              </a:rPr>
              <a:t>38</a:t>
            </a:r>
            <a:r>
              <a:rPr b="1" i="0" lang="en-IN" sz="1800" u="none" cap="none" strike="noStrike">
                <a:solidFill>
                  <a:srgbClr val="000000"/>
                </a:solidFill>
                <a:latin typeface="Times New Roman"/>
                <a:ea typeface="Times New Roman"/>
                <a:cs typeface="Times New Roman"/>
                <a:sym typeface="Times New Roman"/>
              </a:rPr>
              <a:t>.</a:t>
            </a:r>
            <a:endParaRPr b="1"/>
          </a:p>
        </p:txBody>
      </p:sp>
      <p:grpSp>
        <p:nvGrpSpPr>
          <p:cNvPr id="841" name="Google Shape;841;p92"/>
          <p:cNvGrpSpPr/>
          <p:nvPr/>
        </p:nvGrpSpPr>
        <p:grpSpPr>
          <a:xfrm>
            <a:off x="598516" y="427058"/>
            <a:ext cx="7947000" cy="3396681"/>
            <a:chOff x="166254" y="368869"/>
            <a:chExt cx="7947000" cy="3396681"/>
          </a:xfrm>
        </p:grpSpPr>
        <p:sp>
          <p:nvSpPr>
            <p:cNvPr id="842" name="Google Shape;842;p92"/>
            <p:cNvSpPr txBox="1"/>
            <p:nvPr/>
          </p:nvSpPr>
          <p:spPr>
            <a:xfrm>
              <a:off x="166254" y="368869"/>
              <a:ext cx="79470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IN" sz="1800" u="none" cap="none" strike="noStrike">
                  <a:solidFill>
                    <a:srgbClr val="000000"/>
                  </a:solidFill>
                  <a:latin typeface="Times New Roman"/>
                  <a:ea typeface="Times New Roman"/>
                  <a:cs typeface="Times New Roman"/>
                  <a:sym typeface="Times New Roman"/>
                </a:rPr>
                <a:t>Consider the following neural network. Ix : Inputs; Bx : Biases; Hx : Hidden Layers; Ox : Outputs. </a:t>
              </a:r>
              <a:endParaRPr/>
            </a:p>
          </p:txBody>
        </p:sp>
        <p:pic>
          <p:nvPicPr>
            <p:cNvPr id="843" name="Google Shape;843;p92"/>
            <p:cNvPicPr preferRelativeResize="0"/>
            <p:nvPr/>
          </p:nvPicPr>
          <p:blipFill rotWithShape="1">
            <a:blip r:embed="rId3">
              <a:alphaModFix/>
            </a:blip>
            <a:srcRect b="0" l="0" r="0" t="0"/>
            <a:stretch/>
          </p:blipFill>
          <p:spPr>
            <a:xfrm>
              <a:off x="2137987" y="1377950"/>
              <a:ext cx="4394200" cy="2387600"/>
            </a:xfrm>
            <a:prstGeom prst="rect">
              <a:avLst/>
            </a:prstGeom>
            <a:noFill/>
            <a:ln>
              <a:noFill/>
            </a:ln>
          </p:spPr>
        </p:pic>
      </p:gr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8" name="Shape 848"/>
        <p:cNvGrpSpPr/>
        <p:nvPr/>
      </p:nvGrpSpPr>
      <p:grpSpPr>
        <a:xfrm>
          <a:off x="0" y="0"/>
          <a:ext cx="0" cy="0"/>
          <a:chOff x="0" y="0"/>
          <a:chExt cx="0" cy="0"/>
        </a:xfrm>
      </p:grpSpPr>
      <p:sp>
        <p:nvSpPr>
          <p:cNvPr id="849" name="Google Shape;849;p93"/>
          <p:cNvSpPr txBox="1"/>
          <p:nvPr/>
        </p:nvSpPr>
        <p:spPr>
          <a:xfrm>
            <a:off x="0" y="86312"/>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QUESTION </a:t>
            </a:r>
            <a:r>
              <a:rPr b="1" lang="en-IN" sz="1800">
                <a:solidFill>
                  <a:schemeClr val="lt1"/>
                </a:solidFill>
                <a:latin typeface="Times New Roman"/>
                <a:ea typeface="Times New Roman"/>
                <a:cs typeface="Times New Roman"/>
                <a:sym typeface="Times New Roman"/>
              </a:rPr>
              <a:t>37</a:t>
            </a:r>
            <a:endParaRPr b="1" i="0" sz="1800" u="none" cap="none" strike="noStrike">
              <a:solidFill>
                <a:schemeClr val="lt1"/>
              </a:solidFill>
              <a:latin typeface="Times New Roman"/>
              <a:ea typeface="Times New Roman"/>
              <a:cs typeface="Times New Roman"/>
              <a:sym typeface="Times New Roman"/>
            </a:endParaRPr>
          </a:p>
        </p:txBody>
      </p:sp>
      <p:sp>
        <p:nvSpPr>
          <p:cNvPr id="850" name="Google Shape;850;p93"/>
          <p:cNvSpPr txBox="1"/>
          <p:nvPr/>
        </p:nvSpPr>
        <p:spPr>
          <a:xfrm>
            <a:off x="3485020" y="18404"/>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SOLUTION </a:t>
            </a:r>
            <a:r>
              <a:rPr b="1" lang="en-IN" sz="1800">
                <a:solidFill>
                  <a:schemeClr val="lt1"/>
                </a:solidFill>
                <a:latin typeface="Times New Roman"/>
                <a:ea typeface="Times New Roman"/>
                <a:cs typeface="Times New Roman"/>
                <a:sym typeface="Times New Roman"/>
              </a:rPr>
              <a:t>37</a:t>
            </a:r>
            <a:endParaRPr b="1" i="0" sz="1800" u="none" cap="none" strike="noStrike">
              <a:solidFill>
                <a:schemeClr val="lt1"/>
              </a:solidFill>
              <a:latin typeface="Times New Roman"/>
              <a:ea typeface="Times New Roman"/>
              <a:cs typeface="Times New Roman"/>
              <a:sym typeface="Times New Roman"/>
            </a:endParaRPr>
          </a:p>
        </p:txBody>
      </p:sp>
      <p:sp>
        <p:nvSpPr>
          <p:cNvPr id="851" name="Google Shape;851;p93"/>
          <p:cNvSpPr txBox="1"/>
          <p:nvPr/>
        </p:nvSpPr>
        <p:spPr>
          <a:xfrm>
            <a:off x="0" y="476385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CORRECT ANSWER </a:t>
            </a:r>
            <a:r>
              <a:rPr b="1" lang="en-IN" sz="1800">
                <a:solidFill>
                  <a:schemeClr val="lt1"/>
                </a:solidFill>
                <a:latin typeface="Times New Roman"/>
                <a:ea typeface="Times New Roman"/>
                <a:cs typeface="Times New Roman"/>
                <a:sym typeface="Times New Roman"/>
              </a:rPr>
              <a:t>37</a:t>
            </a:r>
            <a:endParaRPr b="1" i="0" sz="1800" u="none" cap="none" strike="noStrike">
              <a:solidFill>
                <a:schemeClr val="lt1"/>
              </a:solidFill>
              <a:latin typeface="Times New Roman"/>
              <a:ea typeface="Times New Roman"/>
              <a:cs typeface="Times New Roman"/>
              <a:sym typeface="Times New Roman"/>
            </a:endParaRPr>
          </a:p>
        </p:txBody>
      </p:sp>
      <p:sp>
        <p:nvSpPr>
          <p:cNvPr id="852" name="Google Shape;852;p93"/>
          <p:cNvSpPr txBox="1"/>
          <p:nvPr/>
        </p:nvSpPr>
        <p:spPr>
          <a:xfrm>
            <a:off x="3017815" y="4763840"/>
            <a:ext cx="8664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IN" sz="1800" u="none" cap="none" strike="noStrike">
                <a:solidFill>
                  <a:schemeClr val="lt1"/>
                </a:solidFill>
                <a:latin typeface="Times New Roman"/>
                <a:ea typeface="Times New Roman"/>
                <a:cs typeface="Times New Roman"/>
                <a:sym typeface="Times New Roman"/>
              </a:rPr>
              <a:t>d)</a:t>
            </a:r>
            <a:endParaRPr/>
          </a:p>
        </p:txBody>
      </p:sp>
      <p:cxnSp>
        <p:nvCxnSpPr>
          <p:cNvPr id="853" name="Google Shape;853;p93"/>
          <p:cNvCxnSpPr/>
          <p:nvPr/>
        </p:nvCxnSpPr>
        <p:spPr>
          <a:xfrm>
            <a:off x="2743569" y="4936956"/>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854" name="Google Shape;854;p93"/>
          <p:cNvSpPr txBox="1"/>
          <p:nvPr/>
        </p:nvSpPr>
        <p:spPr>
          <a:xfrm>
            <a:off x="36146" y="410492"/>
            <a:ext cx="8833500" cy="1169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What will be the output for Input [1, 1]?</a:t>
            </a:r>
            <a:endParaRPr/>
          </a:p>
          <a:p>
            <a:pPr indent="0" lvl="0" marL="0" marR="0" rtl="0" algn="just">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a) O1 : 0, O2 : 0</a:t>
            </a:r>
            <a:endParaRPr/>
          </a:p>
          <a:p>
            <a:pPr indent="0" lvl="0" marL="0" marR="0" rtl="0" algn="just">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b) O1 : 0, O2 : 1</a:t>
            </a:r>
            <a:endParaRPr/>
          </a:p>
          <a:p>
            <a:pPr indent="0" lvl="0" marL="0" marR="0" rtl="0" algn="just">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c) O1 : 1, O2 : 0</a:t>
            </a:r>
            <a:endParaRPr/>
          </a:p>
          <a:p>
            <a:pPr indent="0" lvl="0" marL="0" marR="0" rtl="0" algn="just">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d) O1 : 1, O2 : 1</a:t>
            </a:r>
            <a:endParaRPr/>
          </a:p>
        </p:txBody>
      </p:sp>
      <p:pic>
        <p:nvPicPr>
          <p:cNvPr id="855" name="Google Shape;855;p93"/>
          <p:cNvPicPr preferRelativeResize="0"/>
          <p:nvPr/>
        </p:nvPicPr>
        <p:blipFill rotWithShape="1">
          <a:blip r:embed="rId3">
            <a:alphaModFix/>
          </a:blip>
          <a:srcRect b="891" l="0" r="0" t="0"/>
          <a:stretch/>
        </p:blipFill>
        <p:spPr>
          <a:xfrm>
            <a:off x="141870" y="2190223"/>
            <a:ext cx="4179237" cy="1323395"/>
          </a:xfrm>
          <a:prstGeom prst="rect">
            <a:avLst/>
          </a:prstGeom>
          <a:noFill/>
          <a:ln>
            <a:noFill/>
          </a:ln>
        </p:spPr>
      </p:pic>
      <p:pic>
        <p:nvPicPr>
          <p:cNvPr id="856" name="Google Shape;856;p93"/>
          <p:cNvPicPr preferRelativeResize="0"/>
          <p:nvPr/>
        </p:nvPicPr>
        <p:blipFill rotWithShape="1">
          <a:blip r:embed="rId4">
            <a:alphaModFix/>
          </a:blip>
          <a:srcRect b="0" l="0" r="0" t="0"/>
          <a:stretch/>
        </p:blipFill>
        <p:spPr>
          <a:xfrm>
            <a:off x="4572000" y="414019"/>
            <a:ext cx="3011556" cy="2157730"/>
          </a:xfrm>
          <a:prstGeom prst="rect">
            <a:avLst/>
          </a:prstGeom>
          <a:noFill/>
          <a:ln>
            <a:noFill/>
          </a:ln>
        </p:spPr>
      </p:pic>
      <p:pic>
        <p:nvPicPr>
          <p:cNvPr id="857" name="Google Shape;857;p93"/>
          <p:cNvPicPr preferRelativeResize="0"/>
          <p:nvPr/>
        </p:nvPicPr>
        <p:blipFill rotWithShape="1">
          <a:blip r:embed="rId5">
            <a:alphaModFix/>
          </a:blip>
          <a:srcRect b="10328" l="0" r="0" t="3166"/>
          <a:stretch/>
        </p:blipFill>
        <p:spPr>
          <a:xfrm>
            <a:off x="4635501" y="2663687"/>
            <a:ext cx="3226968" cy="243715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0"/>
                                        </p:tgtEl>
                                        <p:attrNameLst>
                                          <p:attrName>style.visibility</p:attrName>
                                        </p:attrNameLst>
                                      </p:cBhvr>
                                      <p:to>
                                        <p:strVal val="visible"/>
                                      </p:to>
                                    </p:set>
                                    <p:animEffect filter="fade" transition="in">
                                      <p:cBhvr>
                                        <p:cTn dur="1000"/>
                                        <p:tgtEl>
                                          <p:spTgt spid="8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5"/>
                                        </p:tgtEl>
                                        <p:attrNameLst>
                                          <p:attrName>style.visibility</p:attrName>
                                        </p:attrNameLst>
                                      </p:cBhvr>
                                      <p:to>
                                        <p:strVal val="visible"/>
                                      </p:to>
                                    </p:set>
                                    <p:animEffect filter="fade" transition="in">
                                      <p:cBhvr>
                                        <p:cTn dur="1000"/>
                                        <p:tgtEl>
                                          <p:spTgt spid="8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6"/>
                                        </p:tgtEl>
                                        <p:attrNameLst>
                                          <p:attrName>style.visibility</p:attrName>
                                        </p:attrNameLst>
                                      </p:cBhvr>
                                      <p:to>
                                        <p:strVal val="visible"/>
                                      </p:to>
                                    </p:set>
                                    <p:animEffect filter="fade" transition="in">
                                      <p:cBhvr>
                                        <p:cTn dur="1000"/>
                                        <p:tgtEl>
                                          <p:spTgt spid="8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7"/>
                                        </p:tgtEl>
                                        <p:attrNameLst>
                                          <p:attrName>style.visibility</p:attrName>
                                        </p:attrNameLst>
                                      </p:cBhvr>
                                      <p:to>
                                        <p:strVal val="visible"/>
                                      </p:to>
                                    </p:set>
                                    <p:animEffect filter="fade" transition="in">
                                      <p:cBhvr>
                                        <p:cTn dur="1000"/>
                                        <p:tgtEl>
                                          <p:spTgt spid="8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2"/>
                                        </p:tgtEl>
                                        <p:attrNameLst>
                                          <p:attrName>style.visibility</p:attrName>
                                        </p:attrNameLst>
                                      </p:cBhvr>
                                      <p:to>
                                        <p:strVal val="visible"/>
                                      </p:to>
                                    </p:set>
                                    <p:animEffect filter="fade" transition="in">
                                      <p:cBhvr>
                                        <p:cTn dur="500"/>
                                        <p:tgtEl>
                                          <p:spTgt spid="852"/>
                                        </p:tgtEl>
                                      </p:cBhvr>
                                    </p:animEffect>
                                  </p:childTnLst>
                                </p:cTn>
                              </p:par>
                              <p:par>
                                <p:cTn fill="hold" nodeType="withEffect" presetClass="entr" presetID="10" presetSubtype="0">
                                  <p:stCondLst>
                                    <p:cond delay="0"/>
                                  </p:stCondLst>
                                  <p:childTnLst>
                                    <p:set>
                                      <p:cBhvr>
                                        <p:cTn dur="1" fill="hold">
                                          <p:stCondLst>
                                            <p:cond delay="0"/>
                                          </p:stCondLst>
                                        </p:cTn>
                                        <p:tgtEl>
                                          <p:spTgt spid="853"/>
                                        </p:tgtEl>
                                        <p:attrNameLst>
                                          <p:attrName>style.visibility</p:attrName>
                                        </p:attrNameLst>
                                      </p:cBhvr>
                                      <p:to>
                                        <p:strVal val="visible"/>
                                      </p:to>
                                    </p:set>
                                    <p:animEffect filter="fade" transition="in">
                                      <p:cBhvr>
                                        <p:cTn dur="500"/>
                                        <p:tgtEl>
                                          <p:spTgt spid="853"/>
                                        </p:tgtEl>
                                      </p:cBhvr>
                                    </p:animEffect>
                                  </p:childTnLst>
                                </p:cTn>
                              </p:par>
                              <p:par>
                                <p:cTn fill="hold" nodeType="withEffect" presetClass="entr" presetID="10" presetSubtype="0">
                                  <p:stCondLst>
                                    <p:cond delay="0"/>
                                  </p:stCondLst>
                                  <p:childTnLst>
                                    <p:set>
                                      <p:cBhvr>
                                        <p:cTn dur="1" fill="hold">
                                          <p:stCondLst>
                                            <p:cond delay="0"/>
                                          </p:stCondLst>
                                        </p:cTn>
                                        <p:tgtEl>
                                          <p:spTgt spid="851"/>
                                        </p:tgtEl>
                                        <p:attrNameLst>
                                          <p:attrName>style.visibility</p:attrName>
                                        </p:attrNameLst>
                                      </p:cBhvr>
                                      <p:to>
                                        <p:strVal val="visible"/>
                                      </p:to>
                                    </p:set>
                                    <p:animEffect filter="fade" transition="in">
                                      <p:cBhvr>
                                        <p:cTn dur="500"/>
                                        <p:tgtEl>
                                          <p:spTgt spid="8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p94"/>
          <p:cNvSpPr txBox="1"/>
          <p:nvPr/>
        </p:nvSpPr>
        <p:spPr>
          <a:xfrm>
            <a:off x="0" y="86312"/>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QUESTION </a:t>
            </a:r>
            <a:r>
              <a:rPr b="1" lang="en-IN" sz="1800">
                <a:solidFill>
                  <a:schemeClr val="lt1"/>
                </a:solidFill>
                <a:latin typeface="Times New Roman"/>
                <a:ea typeface="Times New Roman"/>
                <a:cs typeface="Times New Roman"/>
                <a:sym typeface="Times New Roman"/>
              </a:rPr>
              <a:t>38</a:t>
            </a:r>
            <a:endParaRPr b="1" i="0" sz="1800" u="none" cap="none" strike="noStrike">
              <a:solidFill>
                <a:schemeClr val="lt1"/>
              </a:solidFill>
              <a:latin typeface="Times New Roman"/>
              <a:ea typeface="Times New Roman"/>
              <a:cs typeface="Times New Roman"/>
              <a:sym typeface="Times New Roman"/>
            </a:endParaRPr>
          </a:p>
        </p:txBody>
      </p:sp>
      <p:sp>
        <p:nvSpPr>
          <p:cNvPr id="864" name="Google Shape;864;p94"/>
          <p:cNvSpPr txBox="1"/>
          <p:nvPr/>
        </p:nvSpPr>
        <p:spPr>
          <a:xfrm>
            <a:off x="0" y="1871320"/>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SOLUTION </a:t>
            </a:r>
            <a:r>
              <a:rPr b="1" lang="en-IN" sz="1800">
                <a:solidFill>
                  <a:schemeClr val="lt1"/>
                </a:solidFill>
                <a:latin typeface="Times New Roman"/>
                <a:ea typeface="Times New Roman"/>
                <a:cs typeface="Times New Roman"/>
                <a:sym typeface="Times New Roman"/>
              </a:rPr>
              <a:t>38</a:t>
            </a:r>
            <a:endParaRPr b="1" i="0" sz="1800" u="none" cap="none" strike="noStrike">
              <a:solidFill>
                <a:schemeClr val="lt1"/>
              </a:solidFill>
              <a:latin typeface="Times New Roman"/>
              <a:ea typeface="Times New Roman"/>
              <a:cs typeface="Times New Roman"/>
              <a:sym typeface="Times New Roman"/>
            </a:endParaRPr>
          </a:p>
        </p:txBody>
      </p:sp>
      <p:sp>
        <p:nvSpPr>
          <p:cNvPr id="865" name="Google Shape;865;p94"/>
          <p:cNvSpPr txBox="1"/>
          <p:nvPr/>
        </p:nvSpPr>
        <p:spPr>
          <a:xfrm>
            <a:off x="0" y="476385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CORRECT ANSWER </a:t>
            </a:r>
            <a:r>
              <a:rPr b="1" lang="en-IN" sz="1800">
                <a:solidFill>
                  <a:schemeClr val="lt1"/>
                </a:solidFill>
                <a:latin typeface="Times New Roman"/>
                <a:ea typeface="Times New Roman"/>
                <a:cs typeface="Times New Roman"/>
                <a:sym typeface="Times New Roman"/>
              </a:rPr>
              <a:t>38</a:t>
            </a:r>
            <a:endParaRPr b="1" i="0" sz="1800" u="none" cap="none" strike="noStrike">
              <a:solidFill>
                <a:schemeClr val="lt1"/>
              </a:solidFill>
              <a:latin typeface="Times New Roman"/>
              <a:ea typeface="Times New Roman"/>
              <a:cs typeface="Times New Roman"/>
              <a:sym typeface="Times New Roman"/>
            </a:endParaRPr>
          </a:p>
        </p:txBody>
      </p:sp>
      <p:sp>
        <p:nvSpPr>
          <p:cNvPr id="866" name="Google Shape;866;p94"/>
          <p:cNvSpPr txBox="1"/>
          <p:nvPr/>
        </p:nvSpPr>
        <p:spPr>
          <a:xfrm>
            <a:off x="3017815" y="4763840"/>
            <a:ext cx="7287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b)</a:t>
            </a:r>
            <a:endParaRPr b="1" i="0" sz="1800" u="none" cap="none" strike="noStrike">
              <a:solidFill>
                <a:schemeClr val="lt1"/>
              </a:solidFill>
              <a:latin typeface="Times New Roman"/>
              <a:ea typeface="Times New Roman"/>
              <a:cs typeface="Times New Roman"/>
              <a:sym typeface="Times New Roman"/>
            </a:endParaRPr>
          </a:p>
        </p:txBody>
      </p:sp>
      <p:cxnSp>
        <p:nvCxnSpPr>
          <p:cNvPr id="867" name="Google Shape;867;p94"/>
          <p:cNvCxnSpPr/>
          <p:nvPr/>
        </p:nvCxnSpPr>
        <p:spPr>
          <a:xfrm>
            <a:off x="2743569" y="4936956"/>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868" name="Google Shape;868;p94"/>
          <p:cNvSpPr txBox="1"/>
          <p:nvPr/>
        </p:nvSpPr>
        <p:spPr>
          <a:xfrm>
            <a:off x="0" y="444384"/>
            <a:ext cx="8885100" cy="13854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What will be the output if sigmoid activation functions are used in the output layer instead of ReLU? Note: Hidden layer still has ReLU.</a:t>
            </a:r>
            <a:endParaRPr/>
          </a:p>
          <a:p>
            <a:pPr indent="0" lvl="0" marL="0" marR="0" rtl="0" algn="just">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a) O1 : 0.731, O2 : 1</a:t>
            </a:r>
            <a:endParaRPr/>
          </a:p>
          <a:p>
            <a:pPr indent="0" lvl="0" marL="0" marR="0" rtl="0" algn="just">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b) O1 : 0.731, O2 : 0.731</a:t>
            </a:r>
            <a:endParaRPr/>
          </a:p>
          <a:p>
            <a:pPr indent="0" lvl="0" marL="0" marR="0" rtl="0" algn="just">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c) O1 : 0.5, O2 : 0.5</a:t>
            </a:r>
            <a:endParaRPr/>
          </a:p>
          <a:p>
            <a:pPr indent="0" lvl="0" marL="0" marR="0" rtl="0" algn="just">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d) O1 : 1, O2 : 0.731</a:t>
            </a:r>
            <a:endParaRPr/>
          </a:p>
        </p:txBody>
      </p:sp>
      <p:pic>
        <p:nvPicPr>
          <p:cNvPr id="869" name="Google Shape;869;p94"/>
          <p:cNvPicPr preferRelativeResize="0"/>
          <p:nvPr/>
        </p:nvPicPr>
        <p:blipFill rotWithShape="1">
          <a:blip r:embed="rId3">
            <a:alphaModFix/>
          </a:blip>
          <a:srcRect b="0" l="0" r="0" t="0"/>
          <a:stretch/>
        </p:blipFill>
        <p:spPr>
          <a:xfrm>
            <a:off x="110631" y="2264780"/>
            <a:ext cx="2578100" cy="355600"/>
          </a:xfrm>
          <a:prstGeom prst="rect">
            <a:avLst/>
          </a:prstGeom>
          <a:noFill/>
          <a:ln>
            <a:noFill/>
          </a:ln>
        </p:spPr>
      </p:pic>
      <p:pic>
        <p:nvPicPr>
          <p:cNvPr id="870" name="Google Shape;870;p94"/>
          <p:cNvPicPr preferRelativeResize="0"/>
          <p:nvPr/>
        </p:nvPicPr>
        <p:blipFill rotWithShape="1">
          <a:blip r:embed="rId4">
            <a:alphaModFix/>
          </a:blip>
          <a:srcRect b="0" l="0" r="0" t="0"/>
          <a:stretch/>
        </p:blipFill>
        <p:spPr>
          <a:xfrm>
            <a:off x="110631" y="2731438"/>
            <a:ext cx="4397514" cy="192134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4"/>
                                        </p:tgtEl>
                                        <p:attrNameLst>
                                          <p:attrName>style.visibility</p:attrName>
                                        </p:attrNameLst>
                                      </p:cBhvr>
                                      <p:to>
                                        <p:strVal val="visible"/>
                                      </p:to>
                                    </p:set>
                                    <p:animEffect filter="fade" transition="in">
                                      <p:cBhvr>
                                        <p:cTn dur="1000"/>
                                        <p:tgtEl>
                                          <p:spTgt spid="8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9"/>
                                        </p:tgtEl>
                                        <p:attrNameLst>
                                          <p:attrName>style.visibility</p:attrName>
                                        </p:attrNameLst>
                                      </p:cBhvr>
                                      <p:to>
                                        <p:strVal val="visible"/>
                                      </p:to>
                                    </p:set>
                                    <p:animEffect filter="fade" transition="in">
                                      <p:cBhvr>
                                        <p:cTn dur="1000"/>
                                        <p:tgtEl>
                                          <p:spTgt spid="869"/>
                                        </p:tgtEl>
                                      </p:cBhvr>
                                    </p:animEffect>
                                  </p:childTnLst>
                                </p:cTn>
                              </p:par>
                              <p:par>
                                <p:cTn fill="hold" nodeType="withEffect" presetClass="entr" presetID="10" presetSubtype="0">
                                  <p:stCondLst>
                                    <p:cond delay="0"/>
                                  </p:stCondLst>
                                  <p:childTnLst>
                                    <p:set>
                                      <p:cBhvr>
                                        <p:cTn dur="1" fill="hold">
                                          <p:stCondLst>
                                            <p:cond delay="0"/>
                                          </p:stCondLst>
                                        </p:cTn>
                                        <p:tgtEl>
                                          <p:spTgt spid="870"/>
                                        </p:tgtEl>
                                        <p:attrNameLst>
                                          <p:attrName>style.visibility</p:attrName>
                                        </p:attrNameLst>
                                      </p:cBhvr>
                                      <p:to>
                                        <p:strVal val="visible"/>
                                      </p:to>
                                    </p:set>
                                    <p:animEffect filter="fade" transition="in">
                                      <p:cBhvr>
                                        <p:cTn dur="1000"/>
                                        <p:tgtEl>
                                          <p:spTgt spid="8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5"/>
                                        </p:tgtEl>
                                        <p:attrNameLst>
                                          <p:attrName>style.visibility</p:attrName>
                                        </p:attrNameLst>
                                      </p:cBhvr>
                                      <p:to>
                                        <p:strVal val="visible"/>
                                      </p:to>
                                    </p:set>
                                    <p:animEffect filter="fade" transition="in">
                                      <p:cBhvr>
                                        <p:cTn dur="500"/>
                                        <p:tgtEl>
                                          <p:spTgt spid="865"/>
                                        </p:tgtEl>
                                      </p:cBhvr>
                                    </p:animEffect>
                                  </p:childTnLst>
                                </p:cTn>
                              </p:par>
                              <p:par>
                                <p:cTn fill="hold" nodeType="withEffect" presetClass="entr" presetID="10" presetSubtype="0">
                                  <p:stCondLst>
                                    <p:cond delay="0"/>
                                  </p:stCondLst>
                                  <p:childTnLst>
                                    <p:set>
                                      <p:cBhvr>
                                        <p:cTn dur="1" fill="hold">
                                          <p:stCondLst>
                                            <p:cond delay="0"/>
                                          </p:stCondLst>
                                        </p:cTn>
                                        <p:tgtEl>
                                          <p:spTgt spid="867"/>
                                        </p:tgtEl>
                                        <p:attrNameLst>
                                          <p:attrName>style.visibility</p:attrName>
                                        </p:attrNameLst>
                                      </p:cBhvr>
                                      <p:to>
                                        <p:strVal val="visible"/>
                                      </p:to>
                                    </p:set>
                                    <p:animEffect filter="fade" transition="in">
                                      <p:cBhvr>
                                        <p:cTn dur="500"/>
                                        <p:tgtEl>
                                          <p:spTgt spid="867"/>
                                        </p:tgtEl>
                                      </p:cBhvr>
                                    </p:animEffect>
                                  </p:childTnLst>
                                </p:cTn>
                              </p:par>
                              <p:par>
                                <p:cTn fill="hold" nodeType="withEffect" presetClass="entr" presetID="10" presetSubtype="0">
                                  <p:stCondLst>
                                    <p:cond delay="0"/>
                                  </p:stCondLst>
                                  <p:childTnLst>
                                    <p:set>
                                      <p:cBhvr>
                                        <p:cTn dur="1" fill="hold">
                                          <p:stCondLst>
                                            <p:cond delay="0"/>
                                          </p:stCondLst>
                                        </p:cTn>
                                        <p:tgtEl>
                                          <p:spTgt spid="866"/>
                                        </p:tgtEl>
                                        <p:attrNameLst>
                                          <p:attrName>style.visibility</p:attrName>
                                        </p:attrNameLst>
                                      </p:cBhvr>
                                      <p:to>
                                        <p:strVal val="visible"/>
                                      </p:to>
                                    </p:set>
                                    <p:animEffect filter="fade" transition="in">
                                      <p:cBhvr>
                                        <p:cTn dur="500"/>
                                        <p:tgtEl>
                                          <p:spTgt spid="8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
        <p:nvSpPr>
          <p:cNvPr id="876" name="Google Shape;876;p95"/>
          <p:cNvSpPr txBox="1"/>
          <p:nvPr/>
        </p:nvSpPr>
        <p:spPr>
          <a:xfrm>
            <a:off x="0" y="1919"/>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QUESTION </a:t>
            </a:r>
            <a:r>
              <a:rPr b="1" lang="en-IN" sz="1800">
                <a:solidFill>
                  <a:schemeClr val="lt1"/>
                </a:solidFill>
                <a:latin typeface="Times New Roman"/>
                <a:ea typeface="Times New Roman"/>
                <a:cs typeface="Times New Roman"/>
                <a:sym typeface="Times New Roman"/>
              </a:rPr>
              <a:t>39</a:t>
            </a:r>
            <a:endParaRPr b="1" i="0" sz="1800" u="none" cap="none" strike="noStrike">
              <a:solidFill>
                <a:schemeClr val="lt1"/>
              </a:solidFill>
              <a:latin typeface="Times New Roman"/>
              <a:ea typeface="Times New Roman"/>
              <a:cs typeface="Times New Roman"/>
              <a:sym typeface="Times New Roman"/>
            </a:endParaRPr>
          </a:p>
        </p:txBody>
      </p:sp>
      <p:sp>
        <p:nvSpPr>
          <p:cNvPr id="877" name="Google Shape;877;p95"/>
          <p:cNvSpPr txBox="1"/>
          <p:nvPr/>
        </p:nvSpPr>
        <p:spPr>
          <a:xfrm>
            <a:off x="65672" y="1398001"/>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SOLUTION </a:t>
            </a:r>
            <a:r>
              <a:rPr b="1" lang="en-IN" sz="1800">
                <a:solidFill>
                  <a:schemeClr val="lt1"/>
                </a:solidFill>
                <a:latin typeface="Times New Roman"/>
                <a:ea typeface="Times New Roman"/>
                <a:cs typeface="Times New Roman"/>
                <a:sym typeface="Times New Roman"/>
              </a:rPr>
              <a:t>39</a:t>
            </a:r>
            <a:endParaRPr b="1" i="0" sz="1800" u="none" cap="none" strike="noStrike">
              <a:solidFill>
                <a:schemeClr val="lt1"/>
              </a:solidFill>
              <a:latin typeface="Times New Roman"/>
              <a:ea typeface="Times New Roman"/>
              <a:cs typeface="Times New Roman"/>
              <a:sym typeface="Times New Roman"/>
            </a:endParaRPr>
          </a:p>
        </p:txBody>
      </p:sp>
      <p:sp>
        <p:nvSpPr>
          <p:cNvPr id="878" name="Google Shape;878;p95"/>
          <p:cNvSpPr txBox="1"/>
          <p:nvPr/>
        </p:nvSpPr>
        <p:spPr>
          <a:xfrm>
            <a:off x="0" y="476385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CORRECT ANSWER </a:t>
            </a:r>
            <a:r>
              <a:rPr b="1" lang="en-IN" sz="1800">
                <a:solidFill>
                  <a:schemeClr val="lt1"/>
                </a:solidFill>
                <a:latin typeface="Times New Roman"/>
                <a:ea typeface="Times New Roman"/>
                <a:cs typeface="Times New Roman"/>
                <a:sym typeface="Times New Roman"/>
              </a:rPr>
              <a:t>39</a:t>
            </a:r>
            <a:endParaRPr b="1" i="0" sz="1800" u="none" cap="none" strike="noStrike">
              <a:solidFill>
                <a:schemeClr val="lt1"/>
              </a:solidFill>
              <a:latin typeface="Times New Roman"/>
              <a:ea typeface="Times New Roman"/>
              <a:cs typeface="Times New Roman"/>
              <a:sym typeface="Times New Roman"/>
            </a:endParaRPr>
          </a:p>
        </p:txBody>
      </p:sp>
      <p:sp>
        <p:nvSpPr>
          <p:cNvPr id="879" name="Google Shape;879;p95"/>
          <p:cNvSpPr txBox="1"/>
          <p:nvPr/>
        </p:nvSpPr>
        <p:spPr>
          <a:xfrm>
            <a:off x="3017817" y="4763840"/>
            <a:ext cx="12012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IN" sz="1800" u="none" cap="none" strike="noStrike">
                <a:solidFill>
                  <a:schemeClr val="lt1"/>
                </a:solidFill>
                <a:latin typeface="Times New Roman"/>
                <a:ea typeface="Times New Roman"/>
                <a:cs typeface="Times New Roman"/>
                <a:sym typeface="Times New Roman"/>
              </a:rPr>
              <a:t>197</a:t>
            </a:r>
            <a:endParaRPr/>
          </a:p>
        </p:txBody>
      </p:sp>
      <p:cxnSp>
        <p:nvCxnSpPr>
          <p:cNvPr id="880" name="Google Shape;880;p95"/>
          <p:cNvCxnSpPr/>
          <p:nvPr/>
        </p:nvCxnSpPr>
        <p:spPr>
          <a:xfrm>
            <a:off x="2743569" y="4936956"/>
            <a:ext cx="219300" cy="0"/>
          </a:xfrm>
          <a:prstGeom prst="straightConnector1">
            <a:avLst/>
          </a:prstGeom>
          <a:noFill/>
          <a:ln cap="flat" cmpd="sng" w="19050">
            <a:solidFill>
              <a:schemeClr val="accent6"/>
            </a:solidFill>
            <a:prstDash val="solid"/>
            <a:miter lim="800000"/>
            <a:headEnd len="sm" w="sm" type="none"/>
            <a:tailEnd len="med" w="med" type="triangle"/>
          </a:ln>
        </p:spPr>
      </p:cxnSp>
      <p:pic>
        <p:nvPicPr>
          <p:cNvPr id="881" name="Google Shape;881;p95"/>
          <p:cNvPicPr preferRelativeResize="0"/>
          <p:nvPr/>
        </p:nvPicPr>
        <p:blipFill rotWithShape="1">
          <a:blip r:embed="rId3">
            <a:alphaModFix/>
          </a:blip>
          <a:srcRect b="0" l="0" r="0" t="0"/>
          <a:stretch/>
        </p:blipFill>
        <p:spPr>
          <a:xfrm>
            <a:off x="0" y="0"/>
            <a:ext cx="9525" cy="9525"/>
          </a:xfrm>
          <a:prstGeom prst="rect">
            <a:avLst/>
          </a:prstGeom>
          <a:noFill/>
          <a:ln>
            <a:noFill/>
          </a:ln>
        </p:spPr>
      </p:pic>
      <p:pic>
        <p:nvPicPr>
          <p:cNvPr id="882" name="Google Shape;882;p95"/>
          <p:cNvPicPr preferRelativeResize="0"/>
          <p:nvPr/>
        </p:nvPicPr>
        <p:blipFill rotWithShape="1">
          <a:blip r:embed="rId3">
            <a:alphaModFix/>
          </a:blip>
          <a:srcRect b="0" l="0" r="0" t="0"/>
          <a:stretch/>
        </p:blipFill>
        <p:spPr>
          <a:xfrm>
            <a:off x="0" y="0"/>
            <a:ext cx="9525" cy="9525"/>
          </a:xfrm>
          <a:prstGeom prst="rect">
            <a:avLst/>
          </a:prstGeom>
          <a:noFill/>
          <a:ln>
            <a:noFill/>
          </a:ln>
        </p:spPr>
      </p:pic>
      <p:pic>
        <p:nvPicPr>
          <p:cNvPr id="883" name="Google Shape;883;p95"/>
          <p:cNvPicPr preferRelativeResize="0"/>
          <p:nvPr/>
        </p:nvPicPr>
        <p:blipFill rotWithShape="1">
          <a:blip r:embed="rId3">
            <a:alphaModFix/>
          </a:blip>
          <a:srcRect b="0" l="0" r="0" t="0"/>
          <a:stretch/>
        </p:blipFill>
        <p:spPr>
          <a:xfrm>
            <a:off x="0" y="0"/>
            <a:ext cx="9525" cy="9525"/>
          </a:xfrm>
          <a:prstGeom prst="rect">
            <a:avLst/>
          </a:prstGeom>
          <a:noFill/>
          <a:ln>
            <a:noFill/>
          </a:ln>
        </p:spPr>
      </p:pic>
      <p:sp>
        <p:nvSpPr>
          <p:cNvPr id="884" name="Google Shape;884;p95"/>
          <p:cNvSpPr txBox="1"/>
          <p:nvPr/>
        </p:nvSpPr>
        <p:spPr>
          <a:xfrm>
            <a:off x="9524" y="348673"/>
            <a:ext cx="9134400" cy="9543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Consider a multilayer feed forward network which takes a 10-D feature vector as input and produces a 2-D output vector. The network has one hidden layer with number of neurons 15. Please note that the input vector is the input to the first hidden layer. What is the dimension of the parametric space over which the optimization process would be carried out to train the network?</a:t>
            </a:r>
            <a:endParaRPr/>
          </a:p>
        </p:txBody>
      </p:sp>
      <p:pic>
        <p:nvPicPr>
          <p:cNvPr id="885" name="Google Shape;885;p95"/>
          <p:cNvPicPr preferRelativeResize="0"/>
          <p:nvPr/>
        </p:nvPicPr>
        <p:blipFill rotWithShape="1">
          <a:blip r:embed="rId4">
            <a:alphaModFix/>
          </a:blip>
          <a:srcRect b="0" l="0" r="0" t="0"/>
          <a:stretch/>
        </p:blipFill>
        <p:spPr>
          <a:xfrm>
            <a:off x="65672" y="1839471"/>
            <a:ext cx="1660358" cy="920509"/>
          </a:xfrm>
          <a:prstGeom prst="rect">
            <a:avLst/>
          </a:prstGeom>
          <a:noFill/>
          <a:ln>
            <a:noFill/>
          </a:ln>
        </p:spPr>
      </p:pic>
      <p:pic>
        <p:nvPicPr>
          <p:cNvPr id="886" name="Google Shape;886;p95"/>
          <p:cNvPicPr preferRelativeResize="0"/>
          <p:nvPr/>
        </p:nvPicPr>
        <p:blipFill rotWithShape="1">
          <a:blip r:embed="rId5">
            <a:alphaModFix/>
          </a:blip>
          <a:srcRect b="0" l="0" r="0" t="0"/>
          <a:stretch/>
        </p:blipFill>
        <p:spPr>
          <a:xfrm>
            <a:off x="9523" y="2759980"/>
            <a:ext cx="4209552" cy="1061460"/>
          </a:xfrm>
          <a:prstGeom prst="rect">
            <a:avLst/>
          </a:prstGeom>
          <a:noFill/>
          <a:ln>
            <a:noFill/>
          </a:ln>
        </p:spPr>
      </p:pic>
      <p:pic>
        <p:nvPicPr>
          <p:cNvPr id="887" name="Google Shape;887;p95"/>
          <p:cNvPicPr preferRelativeResize="0"/>
          <p:nvPr/>
        </p:nvPicPr>
        <p:blipFill rotWithShape="1">
          <a:blip r:embed="rId6">
            <a:alphaModFix/>
          </a:blip>
          <a:srcRect b="0" l="0" r="0" t="0"/>
          <a:stretch/>
        </p:blipFill>
        <p:spPr>
          <a:xfrm>
            <a:off x="4219074" y="2739058"/>
            <a:ext cx="4667820" cy="1103303"/>
          </a:xfrm>
          <a:prstGeom prst="rect">
            <a:avLst/>
          </a:prstGeom>
          <a:noFill/>
          <a:ln>
            <a:noFill/>
          </a:ln>
        </p:spPr>
      </p:pic>
      <p:pic>
        <p:nvPicPr>
          <p:cNvPr id="888" name="Google Shape;888;p95"/>
          <p:cNvPicPr preferRelativeResize="0"/>
          <p:nvPr/>
        </p:nvPicPr>
        <p:blipFill rotWithShape="1">
          <a:blip r:embed="rId7">
            <a:alphaModFix/>
          </a:blip>
          <a:srcRect b="0" l="0" r="0" t="0"/>
          <a:stretch/>
        </p:blipFill>
        <p:spPr>
          <a:xfrm>
            <a:off x="1923068" y="3920331"/>
            <a:ext cx="4209550" cy="71695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7"/>
                                        </p:tgtEl>
                                        <p:attrNameLst>
                                          <p:attrName>style.visibility</p:attrName>
                                        </p:attrNameLst>
                                      </p:cBhvr>
                                      <p:to>
                                        <p:strVal val="visible"/>
                                      </p:to>
                                    </p:set>
                                    <p:animEffect filter="fade" transition="in">
                                      <p:cBhvr>
                                        <p:cTn dur="1000"/>
                                        <p:tgtEl>
                                          <p:spTgt spid="8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5"/>
                                        </p:tgtEl>
                                        <p:attrNameLst>
                                          <p:attrName>style.visibility</p:attrName>
                                        </p:attrNameLst>
                                      </p:cBhvr>
                                      <p:to>
                                        <p:strVal val="visible"/>
                                      </p:to>
                                    </p:set>
                                    <p:animEffect filter="fade" transition="in">
                                      <p:cBhvr>
                                        <p:cTn dur="1000"/>
                                        <p:tgtEl>
                                          <p:spTgt spid="8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6"/>
                                        </p:tgtEl>
                                        <p:attrNameLst>
                                          <p:attrName>style.visibility</p:attrName>
                                        </p:attrNameLst>
                                      </p:cBhvr>
                                      <p:to>
                                        <p:strVal val="visible"/>
                                      </p:to>
                                    </p:set>
                                    <p:animEffect filter="fade" transition="in">
                                      <p:cBhvr>
                                        <p:cTn dur="1000"/>
                                        <p:tgtEl>
                                          <p:spTgt spid="8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7"/>
                                        </p:tgtEl>
                                        <p:attrNameLst>
                                          <p:attrName>style.visibility</p:attrName>
                                        </p:attrNameLst>
                                      </p:cBhvr>
                                      <p:to>
                                        <p:strVal val="visible"/>
                                      </p:to>
                                    </p:set>
                                    <p:animEffect filter="fade" transition="in">
                                      <p:cBhvr>
                                        <p:cTn dur="1000"/>
                                        <p:tgtEl>
                                          <p:spTgt spid="8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8"/>
                                        </p:tgtEl>
                                        <p:attrNameLst>
                                          <p:attrName>style.visibility</p:attrName>
                                        </p:attrNameLst>
                                      </p:cBhvr>
                                      <p:to>
                                        <p:strVal val="visible"/>
                                      </p:to>
                                    </p:set>
                                    <p:animEffect filter="fade" transition="in">
                                      <p:cBhvr>
                                        <p:cTn dur="1000"/>
                                        <p:tgtEl>
                                          <p:spTgt spid="8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9"/>
                                        </p:tgtEl>
                                        <p:attrNameLst>
                                          <p:attrName>style.visibility</p:attrName>
                                        </p:attrNameLst>
                                      </p:cBhvr>
                                      <p:to>
                                        <p:strVal val="visible"/>
                                      </p:to>
                                    </p:set>
                                    <p:animEffect filter="fade" transition="in">
                                      <p:cBhvr>
                                        <p:cTn dur="500"/>
                                        <p:tgtEl>
                                          <p:spTgt spid="879"/>
                                        </p:tgtEl>
                                      </p:cBhvr>
                                    </p:animEffect>
                                  </p:childTnLst>
                                </p:cTn>
                              </p:par>
                              <p:par>
                                <p:cTn fill="hold" nodeType="withEffect" presetClass="entr" presetID="10" presetSubtype="0">
                                  <p:stCondLst>
                                    <p:cond delay="0"/>
                                  </p:stCondLst>
                                  <p:childTnLst>
                                    <p:set>
                                      <p:cBhvr>
                                        <p:cTn dur="1" fill="hold">
                                          <p:stCondLst>
                                            <p:cond delay="0"/>
                                          </p:stCondLst>
                                        </p:cTn>
                                        <p:tgtEl>
                                          <p:spTgt spid="880"/>
                                        </p:tgtEl>
                                        <p:attrNameLst>
                                          <p:attrName>style.visibility</p:attrName>
                                        </p:attrNameLst>
                                      </p:cBhvr>
                                      <p:to>
                                        <p:strVal val="visible"/>
                                      </p:to>
                                    </p:set>
                                    <p:animEffect filter="fade" transition="in">
                                      <p:cBhvr>
                                        <p:cTn dur="500"/>
                                        <p:tgtEl>
                                          <p:spTgt spid="880"/>
                                        </p:tgtEl>
                                      </p:cBhvr>
                                    </p:animEffect>
                                  </p:childTnLst>
                                </p:cTn>
                              </p:par>
                              <p:par>
                                <p:cTn fill="hold" nodeType="withEffect" presetClass="entr" presetID="10" presetSubtype="0">
                                  <p:stCondLst>
                                    <p:cond delay="0"/>
                                  </p:stCondLst>
                                  <p:childTnLst>
                                    <p:set>
                                      <p:cBhvr>
                                        <p:cTn dur="1" fill="hold">
                                          <p:stCondLst>
                                            <p:cond delay="0"/>
                                          </p:stCondLst>
                                        </p:cTn>
                                        <p:tgtEl>
                                          <p:spTgt spid="878"/>
                                        </p:tgtEl>
                                        <p:attrNameLst>
                                          <p:attrName>style.visibility</p:attrName>
                                        </p:attrNameLst>
                                      </p:cBhvr>
                                      <p:to>
                                        <p:strVal val="visible"/>
                                      </p:to>
                                    </p:set>
                                    <p:animEffect filter="fade" transition="in">
                                      <p:cBhvr>
                                        <p:cTn dur="500"/>
                                        <p:tgtEl>
                                          <p:spTgt spid="8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sp>
        <p:nvSpPr>
          <p:cNvPr id="894" name="Google Shape;894;p96"/>
          <p:cNvSpPr txBox="1"/>
          <p:nvPr/>
        </p:nvSpPr>
        <p:spPr>
          <a:xfrm>
            <a:off x="-1" y="12527"/>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QUESTION </a:t>
            </a:r>
            <a:r>
              <a:rPr b="1" lang="en-IN" sz="1800">
                <a:solidFill>
                  <a:schemeClr val="lt1"/>
                </a:solidFill>
                <a:latin typeface="Times New Roman"/>
                <a:ea typeface="Times New Roman"/>
                <a:cs typeface="Times New Roman"/>
                <a:sym typeface="Times New Roman"/>
              </a:rPr>
              <a:t>40</a:t>
            </a:r>
            <a:endParaRPr b="1" i="0" sz="1800" u="none" cap="none" strike="noStrike">
              <a:solidFill>
                <a:schemeClr val="lt1"/>
              </a:solidFill>
              <a:latin typeface="Times New Roman"/>
              <a:ea typeface="Times New Roman"/>
              <a:cs typeface="Times New Roman"/>
              <a:sym typeface="Times New Roman"/>
            </a:endParaRPr>
          </a:p>
        </p:txBody>
      </p:sp>
      <p:sp>
        <p:nvSpPr>
          <p:cNvPr id="895" name="Google Shape;895;p96"/>
          <p:cNvSpPr txBox="1"/>
          <p:nvPr/>
        </p:nvSpPr>
        <p:spPr>
          <a:xfrm>
            <a:off x="100970" y="2411065"/>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SOLUTION </a:t>
            </a:r>
            <a:r>
              <a:rPr b="1" lang="en-IN" sz="1800">
                <a:solidFill>
                  <a:schemeClr val="lt1"/>
                </a:solidFill>
                <a:latin typeface="Times New Roman"/>
                <a:ea typeface="Times New Roman"/>
                <a:cs typeface="Times New Roman"/>
                <a:sym typeface="Times New Roman"/>
              </a:rPr>
              <a:t>40</a:t>
            </a:r>
            <a:endParaRPr b="1" i="0" sz="1800" u="none" cap="none" strike="noStrike">
              <a:solidFill>
                <a:schemeClr val="lt1"/>
              </a:solidFill>
              <a:latin typeface="Times New Roman"/>
              <a:ea typeface="Times New Roman"/>
              <a:cs typeface="Times New Roman"/>
              <a:sym typeface="Times New Roman"/>
            </a:endParaRPr>
          </a:p>
        </p:txBody>
      </p:sp>
      <p:sp>
        <p:nvSpPr>
          <p:cNvPr id="896" name="Google Shape;896;p96"/>
          <p:cNvSpPr txBox="1"/>
          <p:nvPr/>
        </p:nvSpPr>
        <p:spPr>
          <a:xfrm>
            <a:off x="-1" y="4763840"/>
            <a:ext cx="2817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CORRECT ANSWER </a:t>
            </a:r>
            <a:r>
              <a:rPr b="1" lang="en-IN" sz="1800">
                <a:solidFill>
                  <a:schemeClr val="lt1"/>
                </a:solidFill>
                <a:latin typeface="Times New Roman"/>
                <a:ea typeface="Times New Roman"/>
                <a:cs typeface="Times New Roman"/>
                <a:sym typeface="Times New Roman"/>
              </a:rPr>
              <a:t>40</a:t>
            </a:r>
            <a:endParaRPr b="1" i="0" sz="1800" u="none" cap="none" strike="noStrike">
              <a:solidFill>
                <a:schemeClr val="lt1"/>
              </a:solidFill>
              <a:latin typeface="Times New Roman"/>
              <a:ea typeface="Times New Roman"/>
              <a:cs typeface="Times New Roman"/>
              <a:sym typeface="Times New Roman"/>
            </a:endParaRPr>
          </a:p>
        </p:txBody>
      </p:sp>
      <p:sp>
        <p:nvSpPr>
          <p:cNvPr id="897" name="Google Shape;897;p96"/>
          <p:cNvSpPr txBox="1"/>
          <p:nvPr/>
        </p:nvSpPr>
        <p:spPr>
          <a:xfrm>
            <a:off x="3301082" y="4771806"/>
            <a:ext cx="7656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 d)</a:t>
            </a:r>
            <a:endParaRPr b="1" i="0" sz="1800" u="none" cap="none" strike="noStrike">
              <a:solidFill>
                <a:schemeClr val="lt1"/>
              </a:solidFill>
              <a:latin typeface="Times New Roman"/>
              <a:ea typeface="Times New Roman"/>
              <a:cs typeface="Times New Roman"/>
              <a:sym typeface="Times New Roman"/>
            </a:endParaRPr>
          </a:p>
        </p:txBody>
      </p:sp>
      <p:cxnSp>
        <p:nvCxnSpPr>
          <p:cNvPr id="898" name="Google Shape;898;p96"/>
          <p:cNvCxnSpPr/>
          <p:nvPr/>
        </p:nvCxnSpPr>
        <p:spPr>
          <a:xfrm>
            <a:off x="2964542" y="4944930"/>
            <a:ext cx="219300" cy="0"/>
          </a:xfrm>
          <a:prstGeom prst="straightConnector1">
            <a:avLst/>
          </a:prstGeom>
          <a:noFill/>
          <a:ln cap="flat" cmpd="sng" w="19050">
            <a:solidFill>
              <a:schemeClr val="accent6"/>
            </a:solidFill>
            <a:prstDash val="solid"/>
            <a:miter lim="800000"/>
            <a:headEnd len="sm" w="sm" type="none"/>
            <a:tailEnd len="med" w="med" type="triangle"/>
          </a:ln>
        </p:spPr>
      </p:cxnSp>
      <p:grpSp>
        <p:nvGrpSpPr>
          <p:cNvPr id="899" name="Google Shape;899;p96"/>
          <p:cNvGrpSpPr/>
          <p:nvPr/>
        </p:nvGrpSpPr>
        <p:grpSpPr>
          <a:xfrm>
            <a:off x="111688" y="473191"/>
            <a:ext cx="8786470" cy="1932466"/>
            <a:chOff x="-1" y="358776"/>
            <a:chExt cx="9144000" cy="1932466"/>
          </a:xfrm>
        </p:grpSpPr>
        <p:sp>
          <p:nvSpPr>
            <p:cNvPr id="900" name="Google Shape;900;p96"/>
            <p:cNvSpPr txBox="1"/>
            <p:nvPr/>
          </p:nvSpPr>
          <p:spPr>
            <a:xfrm>
              <a:off x="-1" y="358776"/>
              <a:ext cx="9144000" cy="5850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IN" sz="1600" u="none" cap="none" strike="noStrike">
                  <a:solidFill>
                    <a:schemeClr val="dk1"/>
                  </a:solidFill>
                  <a:latin typeface="Times New Roman"/>
                  <a:ea typeface="Times New Roman"/>
                  <a:cs typeface="Times New Roman"/>
                  <a:sym typeface="Times New Roman"/>
                </a:rPr>
                <a:t>We want to classify whether a special wire is good or not. Consider the following table consisting of four samples.</a:t>
              </a:r>
              <a:endParaRPr/>
            </a:p>
          </p:txBody>
        </p:sp>
        <p:sp>
          <p:nvSpPr>
            <p:cNvPr id="901" name="Google Shape;901;p96"/>
            <p:cNvSpPr txBox="1"/>
            <p:nvPr/>
          </p:nvSpPr>
          <p:spPr>
            <a:xfrm>
              <a:off x="0" y="905842"/>
              <a:ext cx="5683200" cy="13854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We introduce a new wire with durability 3 and strength 7. Which of the following statements are true after computing KNN (K=3)?</a:t>
              </a:r>
              <a:endParaRPr/>
            </a:p>
            <a:p>
              <a:pPr indent="0" lvl="0" marL="0" marR="0" rtl="0" algn="just">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a) (3, 7) is a bad wire.</a:t>
              </a:r>
              <a:endParaRPr/>
            </a:p>
            <a:p>
              <a:pPr indent="0" lvl="0" marL="0" marR="0" rtl="0" algn="just">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b) The nearest sample to (3, 7) is at a distance of 4.</a:t>
              </a:r>
              <a:endParaRPr/>
            </a:p>
            <a:p>
              <a:pPr indent="0" lvl="0" marL="0" marR="0" rtl="0" algn="just">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c) (3, 7) is a good wire.</a:t>
              </a:r>
              <a:endParaRPr/>
            </a:p>
            <a:p>
              <a:pPr indent="0" lvl="0" marL="0" marR="0" rtl="0" algn="just">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d) The nearest sample to (3, 7) is at a distance of 3.</a:t>
              </a:r>
              <a:endParaRPr b="0" i="0" sz="1400" u="none" cap="none" strike="noStrike">
                <a:solidFill>
                  <a:srgbClr val="000000"/>
                </a:solidFill>
                <a:latin typeface="Times New Roman"/>
                <a:ea typeface="Times New Roman"/>
                <a:cs typeface="Times New Roman"/>
                <a:sym typeface="Times New Roman"/>
              </a:endParaRPr>
            </a:p>
          </p:txBody>
        </p:sp>
        <p:pic>
          <p:nvPicPr>
            <p:cNvPr id="902" name="Google Shape;902;p96"/>
            <p:cNvPicPr preferRelativeResize="0"/>
            <p:nvPr/>
          </p:nvPicPr>
          <p:blipFill rotWithShape="1">
            <a:blip r:embed="rId3">
              <a:alphaModFix/>
            </a:blip>
            <a:srcRect b="0" l="0" r="0" t="2808"/>
            <a:stretch/>
          </p:blipFill>
          <p:spPr>
            <a:xfrm>
              <a:off x="6101680" y="1005421"/>
              <a:ext cx="2556796" cy="1185836"/>
            </a:xfrm>
            <a:prstGeom prst="rect">
              <a:avLst/>
            </a:prstGeom>
            <a:noFill/>
            <a:ln>
              <a:noFill/>
            </a:ln>
          </p:spPr>
        </p:pic>
      </p:grpSp>
      <p:pic>
        <p:nvPicPr>
          <p:cNvPr id="903" name="Google Shape;903;p96"/>
          <p:cNvPicPr preferRelativeResize="0"/>
          <p:nvPr/>
        </p:nvPicPr>
        <p:blipFill rotWithShape="1">
          <a:blip r:embed="rId4">
            <a:alphaModFix/>
          </a:blip>
          <a:srcRect b="0" l="0" r="0" t="0"/>
          <a:stretch/>
        </p:blipFill>
        <p:spPr>
          <a:xfrm>
            <a:off x="0" y="2791113"/>
            <a:ext cx="7061200" cy="393700"/>
          </a:xfrm>
          <a:prstGeom prst="rect">
            <a:avLst/>
          </a:prstGeom>
          <a:noFill/>
          <a:ln>
            <a:noFill/>
          </a:ln>
        </p:spPr>
      </p:pic>
      <p:pic>
        <p:nvPicPr>
          <p:cNvPr id="904" name="Google Shape;904;p96"/>
          <p:cNvPicPr preferRelativeResize="0"/>
          <p:nvPr/>
        </p:nvPicPr>
        <p:blipFill rotWithShape="1">
          <a:blip r:embed="rId5">
            <a:alphaModFix/>
          </a:blip>
          <a:srcRect b="64492" l="2248" r="2477" t="2608"/>
          <a:stretch/>
        </p:blipFill>
        <p:spPr>
          <a:xfrm>
            <a:off x="95846" y="3218612"/>
            <a:ext cx="3550440" cy="1297141"/>
          </a:xfrm>
          <a:prstGeom prst="rect">
            <a:avLst/>
          </a:prstGeom>
          <a:noFill/>
          <a:ln>
            <a:noFill/>
          </a:ln>
        </p:spPr>
      </p:pic>
      <p:pic>
        <p:nvPicPr>
          <p:cNvPr id="905" name="Google Shape;905;p96"/>
          <p:cNvPicPr preferRelativeResize="0"/>
          <p:nvPr/>
        </p:nvPicPr>
        <p:blipFill rotWithShape="1">
          <a:blip r:embed="rId5">
            <a:alphaModFix/>
          </a:blip>
          <a:srcRect b="31852" l="1396" r="49239" t="43799"/>
          <a:stretch/>
        </p:blipFill>
        <p:spPr>
          <a:xfrm>
            <a:off x="4066674" y="3094723"/>
            <a:ext cx="1934960" cy="1009842"/>
          </a:xfrm>
          <a:prstGeom prst="rect">
            <a:avLst/>
          </a:prstGeom>
          <a:noFill/>
          <a:ln>
            <a:noFill/>
          </a:ln>
        </p:spPr>
      </p:pic>
      <p:pic>
        <p:nvPicPr>
          <p:cNvPr id="906" name="Google Shape;906;p96"/>
          <p:cNvPicPr preferRelativeResize="0"/>
          <p:nvPr/>
        </p:nvPicPr>
        <p:blipFill rotWithShape="1">
          <a:blip r:embed="rId5">
            <a:alphaModFix/>
          </a:blip>
          <a:srcRect b="2545" l="0" r="46646" t="76944"/>
          <a:stretch/>
        </p:blipFill>
        <p:spPr>
          <a:xfrm>
            <a:off x="4066674" y="4123243"/>
            <a:ext cx="2175100" cy="884734"/>
          </a:xfrm>
          <a:prstGeom prst="rect">
            <a:avLst/>
          </a:prstGeom>
          <a:noFill/>
          <a:ln>
            <a:noFill/>
          </a:ln>
        </p:spPr>
      </p:pic>
      <p:pic>
        <p:nvPicPr>
          <p:cNvPr id="907" name="Google Shape;907;p96"/>
          <p:cNvPicPr preferRelativeResize="0"/>
          <p:nvPr/>
        </p:nvPicPr>
        <p:blipFill rotWithShape="1">
          <a:blip r:embed="rId6">
            <a:alphaModFix/>
          </a:blip>
          <a:srcRect b="0" l="0" r="0" t="0"/>
          <a:stretch/>
        </p:blipFill>
        <p:spPr>
          <a:xfrm>
            <a:off x="6043032" y="3539811"/>
            <a:ext cx="3046275" cy="109736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5"/>
                                        </p:tgtEl>
                                        <p:attrNameLst>
                                          <p:attrName>style.visibility</p:attrName>
                                        </p:attrNameLst>
                                      </p:cBhvr>
                                      <p:to>
                                        <p:strVal val="visible"/>
                                      </p:to>
                                    </p:set>
                                    <p:animEffect filter="fade" transition="in">
                                      <p:cBhvr>
                                        <p:cTn dur="1000"/>
                                        <p:tgtEl>
                                          <p:spTgt spid="8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3"/>
                                        </p:tgtEl>
                                        <p:attrNameLst>
                                          <p:attrName>style.visibility</p:attrName>
                                        </p:attrNameLst>
                                      </p:cBhvr>
                                      <p:to>
                                        <p:strVal val="visible"/>
                                      </p:to>
                                    </p:set>
                                    <p:animEffect filter="fade" transition="in">
                                      <p:cBhvr>
                                        <p:cTn dur="1000"/>
                                        <p:tgtEl>
                                          <p:spTgt spid="9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4"/>
                                        </p:tgtEl>
                                        <p:attrNameLst>
                                          <p:attrName>style.visibility</p:attrName>
                                        </p:attrNameLst>
                                      </p:cBhvr>
                                      <p:to>
                                        <p:strVal val="visible"/>
                                      </p:to>
                                    </p:set>
                                    <p:animEffect filter="fade" transition="in">
                                      <p:cBhvr>
                                        <p:cTn dur="1000"/>
                                        <p:tgtEl>
                                          <p:spTgt spid="9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5"/>
                                        </p:tgtEl>
                                        <p:attrNameLst>
                                          <p:attrName>style.visibility</p:attrName>
                                        </p:attrNameLst>
                                      </p:cBhvr>
                                      <p:to>
                                        <p:strVal val="visible"/>
                                      </p:to>
                                    </p:set>
                                    <p:animEffect filter="fade" transition="in">
                                      <p:cBhvr>
                                        <p:cTn dur="1000"/>
                                        <p:tgtEl>
                                          <p:spTgt spid="9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6"/>
                                        </p:tgtEl>
                                        <p:attrNameLst>
                                          <p:attrName>style.visibility</p:attrName>
                                        </p:attrNameLst>
                                      </p:cBhvr>
                                      <p:to>
                                        <p:strVal val="visible"/>
                                      </p:to>
                                    </p:set>
                                    <p:animEffect filter="fade" transition="in">
                                      <p:cBhvr>
                                        <p:cTn dur="1000"/>
                                        <p:tgtEl>
                                          <p:spTgt spid="9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7"/>
                                        </p:tgtEl>
                                        <p:attrNameLst>
                                          <p:attrName>style.visibility</p:attrName>
                                        </p:attrNameLst>
                                      </p:cBhvr>
                                      <p:to>
                                        <p:strVal val="visible"/>
                                      </p:to>
                                    </p:set>
                                    <p:animEffect filter="fade" transition="in">
                                      <p:cBhvr>
                                        <p:cTn dur="1000"/>
                                        <p:tgtEl>
                                          <p:spTgt spid="9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7"/>
                                        </p:tgtEl>
                                        <p:attrNameLst>
                                          <p:attrName>style.visibility</p:attrName>
                                        </p:attrNameLst>
                                      </p:cBhvr>
                                      <p:to>
                                        <p:strVal val="visible"/>
                                      </p:to>
                                    </p:set>
                                    <p:animEffect filter="fade" transition="in">
                                      <p:cBhvr>
                                        <p:cTn dur="500"/>
                                        <p:tgtEl>
                                          <p:spTgt spid="897"/>
                                        </p:tgtEl>
                                      </p:cBhvr>
                                    </p:animEffect>
                                  </p:childTnLst>
                                </p:cTn>
                              </p:par>
                              <p:par>
                                <p:cTn fill="hold" nodeType="withEffect" presetClass="entr" presetID="10" presetSubtype="0">
                                  <p:stCondLst>
                                    <p:cond delay="0"/>
                                  </p:stCondLst>
                                  <p:childTnLst>
                                    <p:set>
                                      <p:cBhvr>
                                        <p:cTn dur="1" fill="hold">
                                          <p:stCondLst>
                                            <p:cond delay="0"/>
                                          </p:stCondLst>
                                        </p:cTn>
                                        <p:tgtEl>
                                          <p:spTgt spid="898"/>
                                        </p:tgtEl>
                                        <p:attrNameLst>
                                          <p:attrName>style.visibility</p:attrName>
                                        </p:attrNameLst>
                                      </p:cBhvr>
                                      <p:to>
                                        <p:strVal val="visible"/>
                                      </p:to>
                                    </p:set>
                                    <p:animEffect filter="fade" transition="in">
                                      <p:cBhvr>
                                        <p:cTn dur="500"/>
                                        <p:tgtEl>
                                          <p:spTgt spid="898"/>
                                        </p:tgtEl>
                                      </p:cBhvr>
                                    </p:animEffect>
                                  </p:childTnLst>
                                </p:cTn>
                              </p:par>
                              <p:par>
                                <p:cTn fill="hold" nodeType="withEffect" presetClass="entr" presetID="10" presetSubtype="0">
                                  <p:stCondLst>
                                    <p:cond delay="0"/>
                                  </p:stCondLst>
                                  <p:childTnLst>
                                    <p:set>
                                      <p:cBhvr>
                                        <p:cTn dur="1" fill="hold">
                                          <p:stCondLst>
                                            <p:cond delay="0"/>
                                          </p:stCondLst>
                                        </p:cTn>
                                        <p:tgtEl>
                                          <p:spTgt spid="896"/>
                                        </p:tgtEl>
                                        <p:attrNameLst>
                                          <p:attrName>style.visibility</p:attrName>
                                        </p:attrNameLst>
                                      </p:cBhvr>
                                      <p:to>
                                        <p:strVal val="visible"/>
                                      </p:to>
                                    </p:set>
                                    <p:animEffect filter="fade" transition="in">
                                      <p:cBhvr>
                                        <p:cTn dur="500"/>
                                        <p:tgtEl>
                                          <p:spTgt spid="8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sp>
        <p:nvSpPr>
          <p:cNvPr id="913" name="Google Shape;913;p97"/>
          <p:cNvSpPr txBox="1"/>
          <p:nvPr/>
        </p:nvSpPr>
        <p:spPr>
          <a:xfrm>
            <a:off x="0" y="-18731"/>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QUESTION 41</a:t>
            </a:r>
            <a:endParaRPr b="1" i="0" sz="1800" u="none" cap="none" strike="noStrike">
              <a:solidFill>
                <a:schemeClr val="lt1"/>
              </a:solidFill>
              <a:latin typeface="Times New Roman"/>
              <a:ea typeface="Times New Roman"/>
              <a:cs typeface="Times New Roman"/>
              <a:sym typeface="Times New Roman"/>
            </a:endParaRPr>
          </a:p>
        </p:txBody>
      </p:sp>
      <p:sp>
        <p:nvSpPr>
          <p:cNvPr id="914" name="Google Shape;914;p97"/>
          <p:cNvSpPr txBox="1"/>
          <p:nvPr/>
        </p:nvSpPr>
        <p:spPr>
          <a:xfrm>
            <a:off x="0" y="476385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CORRECT ANSWER 41</a:t>
            </a:r>
            <a:endParaRPr b="1" i="0" sz="1800" u="none" cap="none" strike="noStrike">
              <a:solidFill>
                <a:schemeClr val="lt1"/>
              </a:solidFill>
              <a:latin typeface="Times New Roman"/>
              <a:ea typeface="Times New Roman"/>
              <a:cs typeface="Times New Roman"/>
              <a:sym typeface="Times New Roman"/>
            </a:endParaRPr>
          </a:p>
        </p:txBody>
      </p:sp>
      <p:sp>
        <p:nvSpPr>
          <p:cNvPr id="915" name="Google Shape;915;p97"/>
          <p:cNvSpPr txBox="1"/>
          <p:nvPr/>
        </p:nvSpPr>
        <p:spPr>
          <a:xfrm>
            <a:off x="3017817" y="4763840"/>
            <a:ext cx="6399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a)</a:t>
            </a:r>
            <a:endParaRPr b="1" i="0" sz="1800" u="none" cap="none" strike="noStrike">
              <a:solidFill>
                <a:schemeClr val="lt1"/>
              </a:solidFill>
              <a:latin typeface="Times New Roman"/>
              <a:ea typeface="Times New Roman"/>
              <a:cs typeface="Times New Roman"/>
              <a:sym typeface="Times New Roman"/>
            </a:endParaRPr>
          </a:p>
        </p:txBody>
      </p:sp>
      <p:cxnSp>
        <p:nvCxnSpPr>
          <p:cNvPr id="916" name="Google Shape;916;p97"/>
          <p:cNvCxnSpPr/>
          <p:nvPr/>
        </p:nvCxnSpPr>
        <p:spPr>
          <a:xfrm>
            <a:off x="2743569" y="4936956"/>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917" name="Google Shape;917;p97"/>
          <p:cNvSpPr txBox="1"/>
          <p:nvPr/>
        </p:nvSpPr>
        <p:spPr>
          <a:xfrm>
            <a:off x="0" y="322791"/>
            <a:ext cx="8551500" cy="1097400"/>
          </a:xfrm>
          <a:prstGeom prst="rect">
            <a:avLst/>
          </a:prstGeom>
          <a:blipFill rotWithShape="1">
            <a:blip r:embed="rId3">
              <a:alphaModFix/>
            </a:blip>
            <a:stretch>
              <a:fillRect b="-4599" l="-299" r="0" t="-114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IN" sz="1400" u="none" cap="none" strike="noStrike">
                <a:latin typeface="Arial"/>
                <a:ea typeface="Arial"/>
                <a:cs typeface="Arial"/>
                <a:sym typeface="Arial"/>
              </a:rPr>
              <a:t> </a:t>
            </a:r>
            <a:endParaRPr/>
          </a:p>
        </p:txBody>
      </p:sp>
      <p:pic>
        <p:nvPicPr>
          <p:cNvPr id="918" name="Google Shape;918;p97"/>
          <p:cNvPicPr preferRelativeResize="0"/>
          <p:nvPr/>
        </p:nvPicPr>
        <p:blipFill rotWithShape="1">
          <a:blip r:embed="rId4">
            <a:alphaModFix/>
          </a:blip>
          <a:srcRect b="0" l="0" r="0" t="0"/>
          <a:stretch/>
        </p:blipFill>
        <p:spPr>
          <a:xfrm>
            <a:off x="629947" y="1487489"/>
            <a:ext cx="3278504" cy="3219752"/>
          </a:xfrm>
          <a:prstGeom prst="rect">
            <a:avLst/>
          </a:prstGeom>
          <a:noFill/>
          <a:ln>
            <a:noFill/>
          </a:ln>
        </p:spPr>
      </p:pic>
      <p:pic>
        <p:nvPicPr>
          <p:cNvPr id="919" name="Google Shape;919;p97"/>
          <p:cNvPicPr preferRelativeResize="0"/>
          <p:nvPr/>
        </p:nvPicPr>
        <p:blipFill rotWithShape="1">
          <a:blip r:embed="rId5">
            <a:alphaModFix/>
          </a:blip>
          <a:srcRect b="0" l="0" r="0" t="0"/>
          <a:stretch/>
        </p:blipFill>
        <p:spPr>
          <a:xfrm>
            <a:off x="4572000" y="1569798"/>
            <a:ext cx="3766501" cy="3313244"/>
          </a:xfrm>
          <a:prstGeom prst="rect">
            <a:avLst/>
          </a:prstGeom>
          <a:noFill/>
          <a:ln>
            <a:noFill/>
          </a:ln>
        </p:spPr>
      </p:pic>
      <p:sp>
        <p:nvSpPr>
          <p:cNvPr id="920" name="Google Shape;920;p97"/>
          <p:cNvSpPr txBox="1"/>
          <p:nvPr/>
        </p:nvSpPr>
        <p:spPr>
          <a:xfrm>
            <a:off x="3017817" y="1192698"/>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SOLUTION </a:t>
            </a:r>
            <a:r>
              <a:rPr b="1" lang="en-IN" sz="1800">
                <a:solidFill>
                  <a:schemeClr val="lt1"/>
                </a:solidFill>
                <a:latin typeface="Times New Roman"/>
                <a:ea typeface="Times New Roman"/>
                <a:cs typeface="Times New Roman"/>
                <a:sym typeface="Times New Roman"/>
              </a:rPr>
              <a:t>41</a:t>
            </a:r>
            <a:endParaRPr b="1" i="0" sz="1800" u="none" cap="none" strike="noStrike">
              <a:solidFill>
                <a:schemeClr val="lt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0"/>
                                        </p:tgtEl>
                                        <p:attrNameLst>
                                          <p:attrName>style.visibility</p:attrName>
                                        </p:attrNameLst>
                                      </p:cBhvr>
                                      <p:to>
                                        <p:strVal val="visible"/>
                                      </p:to>
                                    </p:set>
                                    <p:animEffect filter="fade" transition="in">
                                      <p:cBhvr>
                                        <p:cTn dur="1000"/>
                                        <p:tgtEl>
                                          <p:spTgt spid="9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8"/>
                                        </p:tgtEl>
                                        <p:attrNameLst>
                                          <p:attrName>style.visibility</p:attrName>
                                        </p:attrNameLst>
                                      </p:cBhvr>
                                      <p:to>
                                        <p:strVal val="visible"/>
                                      </p:to>
                                    </p:set>
                                    <p:animEffect filter="fade" transition="in">
                                      <p:cBhvr>
                                        <p:cTn dur="1000"/>
                                        <p:tgtEl>
                                          <p:spTgt spid="9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9"/>
                                        </p:tgtEl>
                                        <p:attrNameLst>
                                          <p:attrName>style.visibility</p:attrName>
                                        </p:attrNameLst>
                                      </p:cBhvr>
                                      <p:to>
                                        <p:strVal val="visible"/>
                                      </p:to>
                                    </p:set>
                                    <p:animEffect filter="fade" transition="in">
                                      <p:cBhvr>
                                        <p:cTn dur="1000"/>
                                        <p:tgtEl>
                                          <p:spTgt spid="9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4"/>
                                        </p:tgtEl>
                                        <p:attrNameLst>
                                          <p:attrName>style.visibility</p:attrName>
                                        </p:attrNameLst>
                                      </p:cBhvr>
                                      <p:to>
                                        <p:strVal val="visible"/>
                                      </p:to>
                                    </p:set>
                                    <p:animEffect filter="fade" transition="in">
                                      <p:cBhvr>
                                        <p:cTn dur="500"/>
                                        <p:tgtEl>
                                          <p:spTgt spid="914"/>
                                        </p:tgtEl>
                                      </p:cBhvr>
                                    </p:animEffect>
                                  </p:childTnLst>
                                </p:cTn>
                              </p:par>
                              <p:par>
                                <p:cTn fill="hold" nodeType="withEffect" presetClass="entr" presetID="10" presetSubtype="0">
                                  <p:stCondLst>
                                    <p:cond delay="0"/>
                                  </p:stCondLst>
                                  <p:childTnLst>
                                    <p:set>
                                      <p:cBhvr>
                                        <p:cTn dur="1" fill="hold">
                                          <p:stCondLst>
                                            <p:cond delay="0"/>
                                          </p:stCondLst>
                                        </p:cTn>
                                        <p:tgtEl>
                                          <p:spTgt spid="916"/>
                                        </p:tgtEl>
                                        <p:attrNameLst>
                                          <p:attrName>style.visibility</p:attrName>
                                        </p:attrNameLst>
                                      </p:cBhvr>
                                      <p:to>
                                        <p:strVal val="visible"/>
                                      </p:to>
                                    </p:set>
                                    <p:animEffect filter="fade" transition="in">
                                      <p:cBhvr>
                                        <p:cTn dur="500"/>
                                        <p:tgtEl>
                                          <p:spTgt spid="916"/>
                                        </p:tgtEl>
                                      </p:cBhvr>
                                    </p:animEffect>
                                  </p:childTnLst>
                                </p:cTn>
                              </p:par>
                              <p:par>
                                <p:cTn fill="hold" nodeType="withEffect" presetClass="entr" presetID="10" presetSubtype="0">
                                  <p:stCondLst>
                                    <p:cond delay="0"/>
                                  </p:stCondLst>
                                  <p:childTnLst>
                                    <p:set>
                                      <p:cBhvr>
                                        <p:cTn dur="1" fill="hold">
                                          <p:stCondLst>
                                            <p:cond delay="0"/>
                                          </p:stCondLst>
                                        </p:cTn>
                                        <p:tgtEl>
                                          <p:spTgt spid="915"/>
                                        </p:tgtEl>
                                        <p:attrNameLst>
                                          <p:attrName>style.visibility</p:attrName>
                                        </p:attrNameLst>
                                      </p:cBhvr>
                                      <p:to>
                                        <p:strVal val="visible"/>
                                      </p:to>
                                    </p:set>
                                    <p:animEffect filter="fade" transition="in">
                                      <p:cBhvr>
                                        <p:cTn dur="500"/>
                                        <p:tgtEl>
                                          <p:spTgt spid="9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5" name="Shape 925"/>
        <p:cNvGrpSpPr/>
        <p:nvPr/>
      </p:nvGrpSpPr>
      <p:grpSpPr>
        <a:xfrm>
          <a:off x="0" y="0"/>
          <a:ext cx="0" cy="0"/>
          <a:chOff x="0" y="0"/>
          <a:chExt cx="0" cy="0"/>
        </a:xfrm>
      </p:grpSpPr>
      <p:sp>
        <p:nvSpPr>
          <p:cNvPr id="926" name="Google Shape;926;p98"/>
          <p:cNvSpPr txBox="1"/>
          <p:nvPr/>
        </p:nvSpPr>
        <p:spPr>
          <a:xfrm>
            <a:off x="-1" y="10178"/>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QUESTION 42</a:t>
            </a:r>
            <a:endParaRPr b="1" i="0" sz="1800" u="none" cap="none" strike="noStrike">
              <a:solidFill>
                <a:schemeClr val="lt1"/>
              </a:solidFill>
              <a:latin typeface="Times New Roman"/>
              <a:ea typeface="Times New Roman"/>
              <a:cs typeface="Times New Roman"/>
              <a:sym typeface="Times New Roman"/>
            </a:endParaRPr>
          </a:p>
        </p:txBody>
      </p:sp>
      <p:sp>
        <p:nvSpPr>
          <p:cNvPr id="927" name="Google Shape;927;p98"/>
          <p:cNvSpPr txBox="1"/>
          <p:nvPr/>
        </p:nvSpPr>
        <p:spPr>
          <a:xfrm>
            <a:off x="3921801" y="959145"/>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SOLUTION 42</a:t>
            </a:r>
            <a:endParaRPr b="1" i="0" sz="1800" u="none" cap="none" strike="noStrike">
              <a:solidFill>
                <a:schemeClr val="lt1"/>
              </a:solidFill>
              <a:latin typeface="Times New Roman"/>
              <a:ea typeface="Times New Roman"/>
              <a:cs typeface="Times New Roman"/>
              <a:sym typeface="Times New Roman"/>
            </a:endParaRPr>
          </a:p>
        </p:txBody>
      </p:sp>
      <p:sp>
        <p:nvSpPr>
          <p:cNvPr id="928" name="Google Shape;928;p98"/>
          <p:cNvSpPr txBox="1"/>
          <p:nvPr/>
        </p:nvSpPr>
        <p:spPr>
          <a:xfrm>
            <a:off x="0" y="476385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CORRECT ANSWER 42</a:t>
            </a:r>
            <a:endParaRPr b="1" i="0" sz="1800" u="none" cap="none" strike="noStrike">
              <a:solidFill>
                <a:schemeClr val="lt1"/>
              </a:solidFill>
              <a:latin typeface="Times New Roman"/>
              <a:ea typeface="Times New Roman"/>
              <a:cs typeface="Times New Roman"/>
              <a:sym typeface="Times New Roman"/>
            </a:endParaRPr>
          </a:p>
        </p:txBody>
      </p:sp>
      <p:sp>
        <p:nvSpPr>
          <p:cNvPr id="929" name="Google Shape;929;p98"/>
          <p:cNvSpPr txBox="1"/>
          <p:nvPr/>
        </p:nvSpPr>
        <p:spPr>
          <a:xfrm>
            <a:off x="3017817" y="4763840"/>
            <a:ext cx="6882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IN" sz="1800" u="none" cap="none" strike="noStrike">
                <a:solidFill>
                  <a:schemeClr val="lt1"/>
                </a:solidFill>
                <a:latin typeface="Times New Roman"/>
                <a:ea typeface="Times New Roman"/>
                <a:cs typeface="Times New Roman"/>
                <a:sym typeface="Times New Roman"/>
              </a:rPr>
              <a:t>b)</a:t>
            </a:r>
            <a:endParaRPr/>
          </a:p>
        </p:txBody>
      </p:sp>
      <p:cxnSp>
        <p:nvCxnSpPr>
          <p:cNvPr id="930" name="Google Shape;930;p98"/>
          <p:cNvCxnSpPr/>
          <p:nvPr/>
        </p:nvCxnSpPr>
        <p:spPr>
          <a:xfrm>
            <a:off x="2743569" y="4936956"/>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931" name="Google Shape;931;p98"/>
          <p:cNvSpPr txBox="1"/>
          <p:nvPr/>
        </p:nvSpPr>
        <p:spPr>
          <a:xfrm>
            <a:off x="41750" y="439057"/>
            <a:ext cx="8796000" cy="1300500"/>
          </a:xfrm>
          <a:prstGeom prst="rect">
            <a:avLst/>
          </a:prstGeom>
          <a:noFill/>
          <a:ln>
            <a:noFill/>
          </a:ln>
        </p:spPr>
        <p:txBody>
          <a:bodyPr anchorCtr="0" anchor="t" bIns="34275" lIns="68575" spcFirstLastPara="1" rIns="68575" wrap="square" tIns="34275">
            <a:spAutoFit/>
          </a:bodyPr>
          <a:lstStyle/>
          <a:p>
            <a:pPr indent="0" lvl="0" marL="0" marR="0" rtl="0" algn="just">
              <a:lnSpc>
                <a:spcPct val="100000"/>
              </a:lnSpc>
              <a:spcBef>
                <a:spcPts val="0"/>
              </a:spcBef>
              <a:spcAft>
                <a:spcPts val="0"/>
              </a:spcAft>
              <a:buNone/>
            </a:pPr>
            <a:r>
              <a:rPr b="0" i="0" lang="en-IN" sz="1600" u="none" cap="none" strike="noStrike">
                <a:solidFill>
                  <a:schemeClr val="dk1"/>
                </a:solidFill>
                <a:latin typeface="Times New Roman"/>
                <a:ea typeface="Times New Roman"/>
                <a:cs typeface="Times New Roman"/>
                <a:sym typeface="Times New Roman"/>
              </a:rPr>
              <a:t>From the data points given in question 1, what is the total variance in PCA?</a:t>
            </a:r>
            <a:endParaRPr/>
          </a:p>
          <a:p>
            <a:pPr indent="0" lvl="0" marL="0" marR="0" rtl="0" algn="just">
              <a:lnSpc>
                <a:spcPct val="100000"/>
              </a:lnSpc>
              <a:spcBef>
                <a:spcPts val="0"/>
              </a:spcBef>
              <a:spcAft>
                <a:spcPts val="0"/>
              </a:spcAft>
              <a:buNone/>
            </a:pPr>
            <a:r>
              <a:rPr b="0" i="0" lang="en-IN" sz="1600" u="none" cap="none" strike="noStrike">
                <a:solidFill>
                  <a:schemeClr val="dk1"/>
                </a:solidFill>
                <a:latin typeface="Times New Roman"/>
                <a:ea typeface="Times New Roman"/>
                <a:cs typeface="Times New Roman"/>
                <a:sym typeface="Times New Roman"/>
              </a:rPr>
              <a:t>a) 4.65</a:t>
            </a:r>
            <a:endParaRPr/>
          </a:p>
          <a:p>
            <a:pPr indent="0" lvl="0" marL="0" marR="0" rtl="0" algn="just">
              <a:lnSpc>
                <a:spcPct val="100000"/>
              </a:lnSpc>
              <a:spcBef>
                <a:spcPts val="0"/>
              </a:spcBef>
              <a:spcAft>
                <a:spcPts val="0"/>
              </a:spcAft>
              <a:buNone/>
            </a:pPr>
            <a:r>
              <a:rPr b="0" i="0" lang="en-IN" sz="1600" u="none" cap="none" strike="noStrike">
                <a:solidFill>
                  <a:schemeClr val="dk1"/>
                </a:solidFill>
                <a:latin typeface="Times New Roman"/>
                <a:ea typeface="Times New Roman"/>
                <a:cs typeface="Times New Roman"/>
                <a:sym typeface="Times New Roman"/>
              </a:rPr>
              <a:t>b) 3.336</a:t>
            </a:r>
            <a:endParaRPr/>
          </a:p>
          <a:p>
            <a:pPr indent="0" lvl="0" marL="0" marR="0" rtl="0" algn="just">
              <a:lnSpc>
                <a:spcPct val="100000"/>
              </a:lnSpc>
              <a:spcBef>
                <a:spcPts val="0"/>
              </a:spcBef>
              <a:spcAft>
                <a:spcPts val="0"/>
              </a:spcAft>
              <a:buNone/>
            </a:pPr>
            <a:r>
              <a:rPr b="0" i="0" lang="en-IN" sz="1600" u="none" cap="none" strike="noStrike">
                <a:solidFill>
                  <a:schemeClr val="dk1"/>
                </a:solidFill>
                <a:latin typeface="Times New Roman"/>
                <a:ea typeface="Times New Roman"/>
                <a:cs typeface="Times New Roman"/>
                <a:sym typeface="Times New Roman"/>
              </a:rPr>
              <a:t>c) 12.86</a:t>
            </a:r>
            <a:endParaRPr/>
          </a:p>
          <a:p>
            <a:pPr indent="0" lvl="0" marL="0" marR="0" rtl="0" algn="just">
              <a:lnSpc>
                <a:spcPct val="100000"/>
              </a:lnSpc>
              <a:spcBef>
                <a:spcPts val="0"/>
              </a:spcBef>
              <a:spcAft>
                <a:spcPts val="0"/>
              </a:spcAft>
              <a:buNone/>
            </a:pPr>
            <a:r>
              <a:rPr b="0" i="0" lang="en-IN" sz="1600" u="none" cap="none" strike="noStrike">
                <a:solidFill>
                  <a:schemeClr val="dk1"/>
                </a:solidFill>
                <a:latin typeface="Times New Roman"/>
                <a:ea typeface="Times New Roman"/>
                <a:cs typeface="Times New Roman"/>
                <a:sym typeface="Times New Roman"/>
              </a:rPr>
              <a:t>d) 1.33</a:t>
            </a:r>
            <a:endParaRPr/>
          </a:p>
        </p:txBody>
      </p:sp>
      <p:pic>
        <p:nvPicPr>
          <p:cNvPr id="932" name="Google Shape;932;p98"/>
          <p:cNvPicPr preferRelativeResize="0"/>
          <p:nvPr/>
        </p:nvPicPr>
        <p:blipFill rotWithShape="1">
          <a:blip r:embed="rId3">
            <a:alphaModFix/>
          </a:blip>
          <a:srcRect b="0" l="0" r="0" t="0"/>
          <a:stretch/>
        </p:blipFill>
        <p:spPr>
          <a:xfrm>
            <a:off x="1713934" y="1367566"/>
            <a:ext cx="6022051" cy="330297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7"/>
                                        </p:tgtEl>
                                        <p:attrNameLst>
                                          <p:attrName>style.visibility</p:attrName>
                                        </p:attrNameLst>
                                      </p:cBhvr>
                                      <p:to>
                                        <p:strVal val="visible"/>
                                      </p:to>
                                    </p:set>
                                    <p:animEffect filter="fade" transition="in">
                                      <p:cBhvr>
                                        <p:cTn dur="1000"/>
                                        <p:tgtEl>
                                          <p:spTgt spid="9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2"/>
                                        </p:tgtEl>
                                        <p:attrNameLst>
                                          <p:attrName>style.visibility</p:attrName>
                                        </p:attrNameLst>
                                      </p:cBhvr>
                                      <p:to>
                                        <p:strVal val="visible"/>
                                      </p:to>
                                    </p:set>
                                    <p:animEffect filter="fade" transition="in">
                                      <p:cBhvr>
                                        <p:cTn dur="1000"/>
                                        <p:tgtEl>
                                          <p:spTgt spid="9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9"/>
                                        </p:tgtEl>
                                        <p:attrNameLst>
                                          <p:attrName>style.visibility</p:attrName>
                                        </p:attrNameLst>
                                      </p:cBhvr>
                                      <p:to>
                                        <p:strVal val="visible"/>
                                      </p:to>
                                    </p:set>
                                    <p:animEffect filter="fade" transition="in">
                                      <p:cBhvr>
                                        <p:cTn dur="500"/>
                                        <p:tgtEl>
                                          <p:spTgt spid="929"/>
                                        </p:tgtEl>
                                      </p:cBhvr>
                                    </p:animEffect>
                                  </p:childTnLst>
                                </p:cTn>
                              </p:par>
                              <p:par>
                                <p:cTn fill="hold" nodeType="withEffect" presetClass="entr" presetID="10" presetSubtype="0">
                                  <p:stCondLst>
                                    <p:cond delay="0"/>
                                  </p:stCondLst>
                                  <p:childTnLst>
                                    <p:set>
                                      <p:cBhvr>
                                        <p:cTn dur="1" fill="hold">
                                          <p:stCondLst>
                                            <p:cond delay="0"/>
                                          </p:stCondLst>
                                        </p:cTn>
                                        <p:tgtEl>
                                          <p:spTgt spid="930"/>
                                        </p:tgtEl>
                                        <p:attrNameLst>
                                          <p:attrName>style.visibility</p:attrName>
                                        </p:attrNameLst>
                                      </p:cBhvr>
                                      <p:to>
                                        <p:strVal val="visible"/>
                                      </p:to>
                                    </p:set>
                                    <p:animEffect filter="fade" transition="in">
                                      <p:cBhvr>
                                        <p:cTn dur="500"/>
                                        <p:tgtEl>
                                          <p:spTgt spid="930"/>
                                        </p:tgtEl>
                                      </p:cBhvr>
                                    </p:animEffect>
                                  </p:childTnLst>
                                </p:cTn>
                              </p:par>
                              <p:par>
                                <p:cTn fill="hold" nodeType="withEffect" presetClass="entr" presetID="10" presetSubtype="0">
                                  <p:stCondLst>
                                    <p:cond delay="0"/>
                                  </p:stCondLst>
                                  <p:childTnLst>
                                    <p:set>
                                      <p:cBhvr>
                                        <p:cTn dur="1" fill="hold">
                                          <p:stCondLst>
                                            <p:cond delay="0"/>
                                          </p:stCondLst>
                                        </p:cTn>
                                        <p:tgtEl>
                                          <p:spTgt spid="928"/>
                                        </p:tgtEl>
                                        <p:attrNameLst>
                                          <p:attrName>style.visibility</p:attrName>
                                        </p:attrNameLst>
                                      </p:cBhvr>
                                      <p:to>
                                        <p:strVal val="visible"/>
                                      </p:to>
                                    </p:set>
                                    <p:animEffect filter="fade" transition="in">
                                      <p:cBhvr>
                                        <p:cTn dur="500"/>
                                        <p:tgtEl>
                                          <p:spTgt spid="9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sp>
        <p:nvSpPr>
          <p:cNvPr id="938" name="Google Shape;938;p99"/>
          <p:cNvSpPr txBox="1"/>
          <p:nvPr/>
        </p:nvSpPr>
        <p:spPr>
          <a:xfrm>
            <a:off x="0" y="0"/>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QUESTION </a:t>
            </a:r>
            <a:r>
              <a:rPr b="1" lang="en-IN" sz="1800">
                <a:solidFill>
                  <a:schemeClr val="lt1"/>
                </a:solidFill>
                <a:latin typeface="Times New Roman"/>
                <a:ea typeface="Times New Roman"/>
                <a:cs typeface="Times New Roman"/>
                <a:sym typeface="Times New Roman"/>
              </a:rPr>
              <a:t>43</a:t>
            </a:r>
            <a:endParaRPr b="1" i="0" sz="1800" u="none" cap="none" strike="noStrike">
              <a:solidFill>
                <a:schemeClr val="lt1"/>
              </a:solidFill>
              <a:latin typeface="Times New Roman"/>
              <a:ea typeface="Times New Roman"/>
              <a:cs typeface="Times New Roman"/>
              <a:sym typeface="Times New Roman"/>
            </a:endParaRPr>
          </a:p>
        </p:txBody>
      </p:sp>
      <p:sp>
        <p:nvSpPr>
          <p:cNvPr id="939" name="Google Shape;939;p99"/>
          <p:cNvSpPr txBox="1"/>
          <p:nvPr/>
        </p:nvSpPr>
        <p:spPr>
          <a:xfrm>
            <a:off x="5824939" y="346249"/>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SOLUTION </a:t>
            </a:r>
            <a:r>
              <a:rPr b="1" lang="en-IN" sz="1800">
                <a:solidFill>
                  <a:schemeClr val="lt1"/>
                </a:solidFill>
                <a:latin typeface="Times New Roman"/>
                <a:ea typeface="Times New Roman"/>
                <a:cs typeface="Times New Roman"/>
                <a:sym typeface="Times New Roman"/>
              </a:rPr>
              <a:t>43</a:t>
            </a:r>
            <a:endParaRPr b="1" i="0" sz="1800" u="none" cap="none" strike="noStrike">
              <a:solidFill>
                <a:schemeClr val="lt1"/>
              </a:solidFill>
              <a:latin typeface="Times New Roman"/>
              <a:ea typeface="Times New Roman"/>
              <a:cs typeface="Times New Roman"/>
              <a:sym typeface="Times New Roman"/>
            </a:endParaRPr>
          </a:p>
        </p:txBody>
      </p:sp>
      <p:sp>
        <p:nvSpPr>
          <p:cNvPr id="940" name="Google Shape;940;p99"/>
          <p:cNvSpPr txBox="1"/>
          <p:nvPr/>
        </p:nvSpPr>
        <p:spPr>
          <a:xfrm>
            <a:off x="0" y="476385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CORRECT ANSWER </a:t>
            </a:r>
            <a:r>
              <a:rPr b="1" lang="en-IN" sz="1800">
                <a:solidFill>
                  <a:schemeClr val="lt1"/>
                </a:solidFill>
                <a:latin typeface="Times New Roman"/>
                <a:ea typeface="Times New Roman"/>
                <a:cs typeface="Times New Roman"/>
                <a:sym typeface="Times New Roman"/>
              </a:rPr>
              <a:t>43</a:t>
            </a:r>
            <a:endParaRPr b="1" i="0" sz="1800" u="none" cap="none" strike="noStrike">
              <a:solidFill>
                <a:schemeClr val="lt1"/>
              </a:solidFill>
              <a:latin typeface="Times New Roman"/>
              <a:ea typeface="Times New Roman"/>
              <a:cs typeface="Times New Roman"/>
              <a:sym typeface="Times New Roman"/>
            </a:endParaRPr>
          </a:p>
        </p:txBody>
      </p:sp>
      <p:sp>
        <p:nvSpPr>
          <p:cNvPr id="941" name="Google Shape;941;p99"/>
          <p:cNvSpPr txBox="1"/>
          <p:nvPr/>
        </p:nvSpPr>
        <p:spPr>
          <a:xfrm>
            <a:off x="3017815" y="4763840"/>
            <a:ext cx="8664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IN" sz="1800" u="none" cap="none" strike="noStrike">
                <a:solidFill>
                  <a:schemeClr val="lt1"/>
                </a:solidFill>
                <a:latin typeface="Times New Roman"/>
                <a:ea typeface="Times New Roman"/>
                <a:cs typeface="Times New Roman"/>
                <a:sym typeface="Times New Roman"/>
              </a:rPr>
              <a:t>a)</a:t>
            </a:r>
            <a:endParaRPr/>
          </a:p>
        </p:txBody>
      </p:sp>
      <p:cxnSp>
        <p:nvCxnSpPr>
          <p:cNvPr id="942" name="Google Shape;942;p99"/>
          <p:cNvCxnSpPr/>
          <p:nvPr/>
        </p:nvCxnSpPr>
        <p:spPr>
          <a:xfrm>
            <a:off x="2743569" y="4936956"/>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943" name="Google Shape;943;p99"/>
          <p:cNvSpPr txBox="1"/>
          <p:nvPr/>
        </p:nvSpPr>
        <p:spPr>
          <a:xfrm>
            <a:off x="0" y="346249"/>
            <a:ext cx="4933500" cy="1766100"/>
          </a:xfrm>
          <a:prstGeom prst="rect">
            <a:avLst/>
          </a:prstGeom>
          <a:blipFill rotWithShape="1">
            <a:blip r:embed="rId3">
              <a:alphaModFix/>
            </a:blip>
            <a:stretch>
              <a:fillRect b="-1429"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IN" sz="1400" u="none" cap="none" strike="noStrike">
                <a:latin typeface="Arial"/>
                <a:ea typeface="Arial"/>
                <a:cs typeface="Arial"/>
                <a:sym typeface="Arial"/>
              </a:rPr>
              <a:t> </a:t>
            </a:r>
            <a:endParaRPr/>
          </a:p>
        </p:txBody>
      </p:sp>
      <p:pic>
        <p:nvPicPr>
          <p:cNvPr id="944" name="Google Shape;944;p99"/>
          <p:cNvPicPr preferRelativeResize="0"/>
          <p:nvPr/>
        </p:nvPicPr>
        <p:blipFill rotWithShape="1">
          <a:blip r:embed="rId4">
            <a:alphaModFix/>
          </a:blip>
          <a:srcRect b="0" l="0" r="0" t="0"/>
          <a:stretch/>
        </p:blipFill>
        <p:spPr>
          <a:xfrm>
            <a:off x="4293283" y="845136"/>
            <a:ext cx="4802165" cy="3426022"/>
          </a:xfrm>
          <a:prstGeom prst="rect">
            <a:avLst/>
          </a:prstGeom>
          <a:noFill/>
          <a:ln>
            <a:noFill/>
          </a:ln>
        </p:spPr>
      </p:pic>
      <p:pic>
        <p:nvPicPr>
          <p:cNvPr id="945" name="Google Shape;945;p99"/>
          <p:cNvPicPr preferRelativeResize="0"/>
          <p:nvPr/>
        </p:nvPicPr>
        <p:blipFill rotWithShape="1">
          <a:blip r:embed="rId5">
            <a:alphaModFix/>
          </a:blip>
          <a:srcRect b="0" l="0" r="0" t="0"/>
          <a:stretch/>
        </p:blipFill>
        <p:spPr>
          <a:xfrm>
            <a:off x="48551" y="2571750"/>
            <a:ext cx="4354483" cy="175047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9"/>
                                        </p:tgtEl>
                                        <p:attrNameLst>
                                          <p:attrName>style.visibility</p:attrName>
                                        </p:attrNameLst>
                                      </p:cBhvr>
                                      <p:to>
                                        <p:strVal val="visible"/>
                                      </p:to>
                                    </p:set>
                                    <p:animEffect filter="fade" transition="in">
                                      <p:cBhvr>
                                        <p:cTn dur="1000"/>
                                        <p:tgtEl>
                                          <p:spTgt spid="9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4"/>
                                        </p:tgtEl>
                                        <p:attrNameLst>
                                          <p:attrName>style.visibility</p:attrName>
                                        </p:attrNameLst>
                                      </p:cBhvr>
                                      <p:to>
                                        <p:strVal val="visible"/>
                                      </p:to>
                                    </p:set>
                                    <p:animEffect filter="fade" transition="in">
                                      <p:cBhvr>
                                        <p:cTn dur="1000"/>
                                        <p:tgtEl>
                                          <p:spTgt spid="9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5"/>
                                        </p:tgtEl>
                                        <p:attrNameLst>
                                          <p:attrName>style.visibility</p:attrName>
                                        </p:attrNameLst>
                                      </p:cBhvr>
                                      <p:to>
                                        <p:strVal val="visible"/>
                                      </p:to>
                                    </p:set>
                                    <p:animEffect filter="fade" transition="in">
                                      <p:cBhvr>
                                        <p:cTn dur="1000"/>
                                        <p:tgtEl>
                                          <p:spTgt spid="9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0"/>
                                        </p:tgtEl>
                                        <p:attrNameLst>
                                          <p:attrName>style.visibility</p:attrName>
                                        </p:attrNameLst>
                                      </p:cBhvr>
                                      <p:to>
                                        <p:strVal val="visible"/>
                                      </p:to>
                                    </p:set>
                                    <p:animEffect filter="fade" transition="in">
                                      <p:cBhvr>
                                        <p:cTn dur="500"/>
                                        <p:tgtEl>
                                          <p:spTgt spid="940"/>
                                        </p:tgtEl>
                                      </p:cBhvr>
                                    </p:animEffect>
                                  </p:childTnLst>
                                </p:cTn>
                              </p:par>
                              <p:par>
                                <p:cTn fill="hold" nodeType="withEffect" presetClass="entr" presetID="10" presetSubtype="0">
                                  <p:stCondLst>
                                    <p:cond delay="0"/>
                                  </p:stCondLst>
                                  <p:childTnLst>
                                    <p:set>
                                      <p:cBhvr>
                                        <p:cTn dur="1" fill="hold">
                                          <p:stCondLst>
                                            <p:cond delay="0"/>
                                          </p:stCondLst>
                                        </p:cTn>
                                        <p:tgtEl>
                                          <p:spTgt spid="942"/>
                                        </p:tgtEl>
                                        <p:attrNameLst>
                                          <p:attrName>style.visibility</p:attrName>
                                        </p:attrNameLst>
                                      </p:cBhvr>
                                      <p:to>
                                        <p:strVal val="visible"/>
                                      </p:to>
                                    </p:set>
                                    <p:animEffect filter="fade" transition="in">
                                      <p:cBhvr>
                                        <p:cTn dur="500"/>
                                        <p:tgtEl>
                                          <p:spTgt spid="942"/>
                                        </p:tgtEl>
                                      </p:cBhvr>
                                    </p:animEffect>
                                  </p:childTnLst>
                                </p:cTn>
                              </p:par>
                              <p:par>
                                <p:cTn fill="hold" nodeType="withEffect" presetClass="entr" presetID="10" presetSubtype="0">
                                  <p:stCondLst>
                                    <p:cond delay="0"/>
                                  </p:stCondLst>
                                  <p:childTnLst>
                                    <p:set>
                                      <p:cBhvr>
                                        <p:cTn dur="1" fill="hold">
                                          <p:stCondLst>
                                            <p:cond delay="0"/>
                                          </p:stCondLst>
                                        </p:cTn>
                                        <p:tgtEl>
                                          <p:spTgt spid="941"/>
                                        </p:tgtEl>
                                        <p:attrNameLst>
                                          <p:attrName>style.visibility</p:attrName>
                                        </p:attrNameLst>
                                      </p:cBhvr>
                                      <p:to>
                                        <p:strVal val="visible"/>
                                      </p:to>
                                    </p:set>
                                    <p:animEffect filter="fade" transition="in">
                                      <p:cBhvr>
                                        <p:cTn dur="500"/>
                                        <p:tgtEl>
                                          <p:spTgt spid="9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sp>
        <p:nvSpPr>
          <p:cNvPr id="951" name="Google Shape;951;p100"/>
          <p:cNvSpPr txBox="1"/>
          <p:nvPr/>
        </p:nvSpPr>
        <p:spPr>
          <a:xfrm>
            <a:off x="0" y="1919"/>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QUESTION </a:t>
            </a:r>
            <a:r>
              <a:rPr b="1" lang="en-IN" sz="1800">
                <a:solidFill>
                  <a:schemeClr val="lt1"/>
                </a:solidFill>
                <a:latin typeface="Times New Roman"/>
                <a:ea typeface="Times New Roman"/>
                <a:cs typeface="Times New Roman"/>
                <a:sym typeface="Times New Roman"/>
              </a:rPr>
              <a:t>44</a:t>
            </a:r>
            <a:endParaRPr b="1" i="0" sz="1800" u="none" cap="none" strike="noStrike">
              <a:solidFill>
                <a:schemeClr val="lt1"/>
              </a:solidFill>
              <a:latin typeface="Times New Roman"/>
              <a:ea typeface="Times New Roman"/>
              <a:cs typeface="Times New Roman"/>
              <a:sym typeface="Times New Roman"/>
            </a:endParaRPr>
          </a:p>
        </p:txBody>
      </p:sp>
      <p:sp>
        <p:nvSpPr>
          <p:cNvPr id="952" name="Google Shape;952;p100"/>
          <p:cNvSpPr txBox="1"/>
          <p:nvPr/>
        </p:nvSpPr>
        <p:spPr>
          <a:xfrm>
            <a:off x="3895547" y="1028780"/>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SOLUTION </a:t>
            </a:r>
            <a:r>
              <a:rPr b="1" lang="en-IN" sz="1800">
                <a:solidFill>
                  <a:schemeClr val="lt1"/>
                </a:solidFill>
                <a:latin typeface="Times New Roman"/>
                <a:ea typeface="Times New Roman"/>
                <a:cs typeface="Times New Roman"/>
                <a:sym typeface="Times New Roman"/>
              </a:rPr>
              <a:t>44</a:t>
            </a:r>
            <a:endParaRPr b="1" i="0" sz="1800" u="none" cap="none" strike="noStrike">
              <a:solidFill>
                <a:schemeClr val="lt1"/>
              </a:solidFill>
              <a:latin typeface="Times New Roman"/>
              <a:ea typeface="Times New Roman"/>
              <a:cs typeface="Times New Roman"/>
              <a:sym typeface="Times New Roman"/>
            </a:endParaRPr>
          </a:p>
        </p:txBody>
      </p:sp>
      <p:sp>
        <p:nvSpPr>
          <p:cNvPr id="953" name="Google Shape;953;p100"/>
          <p:cNvSpPr txBox="1"/>
          <p:nvPr/>
        </p:nvSpPr>
        <p:spPr>
          <a:xfrm>
            <a:off x="0" y="476385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CORRECT ANSWER </a:t>
            </a:r>
            <a:r>
              <a:rPr b="1" lang="en-IN" sz="1800">
                <a:solidFill>
                  <a:schemeClr val="lt1"/>
                </a:solidFill>
                <a:latin typeface="Times New Roman"/>
                <a:ea typeface="Times New Roman"/>
                <a:cs typeface="Times New Roman"/>
                <a:sym typeface="Times New Roman"/>
              </a:rPr>
              <a:t>44</a:t>
            </a:r>
            <a:endParaRPr b="1" i="0" sz="1800" u="none" cap="none" strike="noStrike">
              <a:solidFill>
                <a:schemeClr val="lt1"/>
              </a:solidFill>
              <a:latin typeface="Times New Roman"/>
              <a:ea typeface="Times New Roman"/>
              <a:cs typeface="Times New Roman"/>
              <a:sym typeface="Times New Roman"/>
            </a:endParaRPr>
          </a:p>
        </p:txBody>
      </p:sp>
      <p:sp>
        <p:nvSpPr>
          <p:cNvPr id="954" name="Google Shape;954;p100"/>
          <p:cNvSpPr txBox="1"/>
          <p:nvPr/>
        </p:nvSpPr>
        <p:spPr>
          <a:xfrm>
            <a:off x="3017817" y="4763840"/>
            <a:ext cx="12012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IN" sz="1800" u="none" cap="none" strike="noStrike">
                <a:solidFill>
                  <a:schemeClr val="lt1"/>
                </a:solidFill>
                <a:latin typeface="Times New Roman"/>
                <a:ea typeface="Times New Roman"/>
                <a:cs typeface="Times New Roman"/>
                <a:sym typeface="Times New Roman"/>
              </a:rPr>
              <a:t>a)</a:t>
            </a:r>
            <a:endParaRPr/>
          </a:p>
        </p:txBody>
      </p:sp>
      <p:cxnSp>
        <p:nvCxnSpPr>
          <p:cNvPr id="955" name="Google Shape;955;p100"/>
          <p:cNvCxnSpPr/>
          <p:nvPr/>
        </p:nvCxnSpPr>
        <p:spPr>
          <a:xfrm>
            <a:off x="2743569" y="4936956"/>
            <a:ext cx="219300" cy="0"/>
          </a:xfrm>
          <a:prstGeom prst="straightConnector1">
            <a:avLst/>
          </a:prstGeom>
          <a:noFill/>
          <a:ln cap="flat" cmpd="sng" w="19050">
            <a:solidFill>
              <a:schemeClr val="accent6"/>
            </a:solidFill>
            <a:prstDash val="solid"/>
            <a:miter lim="800000"/>
            <a:headEnd len="sm" w="sm" type="none"/>
            <a:tailEnd len="med" w="med" type="triangle"/>
          </a:ln>
        </p:spPr>
      </p:cxnSp>
      <p:pic>
        <p:nvPicPr>
          <p:cNvPr id="956" name="Google Shape;956;p100"/>
          <p:cNvPicPr preferRelativeResize="0"/>
          <p:nvPr/>
        </p:nvPicPr>
        <p:blipFill rotWithShape="1">
          <a:blip r:embed="rId3">
            <a:alphaModFix/>
          </a:blip>
          <a:srcRect b="0" l="0" r="0" t="0"/>
          <a:stretch/>
        </p:blipFill>
        <p:spPr>
          <a:xfrm>
            <a:off x="0" y="0"/>
            <a:ext cx="9525" cy="9525"/>
          </a:xfrm>
          <a:prstGeom prst="rect">
            <a:avLst/>
          </a:prstGeom>
          <a:noFill/>
          <a:ln>
            <a:noFill/>
          </a:ln>
        </p:spPr>
      </p:pic>
      <p:pic>
        <p:nvPicPr>
          <p:cNvPr id="957" name="Google Shape;957;p100"/>
          <p:cNvPicPr preferRelativeResize="0"/>
          <p:nvPr/>
        </p:nvPicPr>
        <p:blipFill rotWithShape="1">
          <a:blip r:embed="rId3">
            <a:alphaModFix/>
          </a:blip>
          <a:srcRect b="0" l="0" r="0" t="0"/>
          <a:stretch/>
        </p:blipFill>
        <p:spPr>
          <a:xfrm>
            <a:off x="0" y="0"/>
            <a:ext cx="9525" cy="9525"/>
          </a:xfrm>
          <a:prstGeom prst="rect">
            <a:avLst/>
          </a:prstGeom>
          <a:noFill/>
          <a:ln>
            <a:noFill/>
          </a:ln>
        </p:spPr>
      </p:pic>
      <p:pic>
        <p:nvPicPr>
          <p:cNvPr id="958" name="Google Shape;958;p100"/>
          <p:cNvPicPr preferRelativeResize="0"/>
          <p:nvPr/>
        </p:nvPicPr>
        <p:blipFill rotWithShape="1">
          <a:blip r:embed="rId3">
            <a:alphaModFix/>
          </a:blip>
          <a:srcRect b="0" l="0" r="0" t="0"/>
          <a:stretch/>
        </p:blipFill>
        <p:spPr>
          <a:xfrm>
            <a:off x="0" y="0"/>
            <a:ext cx="9525" cy="9525"/>
          </a:xfrm>
          <a:prstGeom prst="rect">
            <a:avLst/>
          </a:prstGeom>
          <a:noFill/>
          <a:ln>
            <a:noFill/>
          </a:ln>
        </p:spPr>
      </p:pic>
      <p:sp>
        <p:nvSpPr>
          <p:cNvPr id="959" name="Google Shape;959;p100"/>
          <p:cNvSpPr txBox="1"/>
          <p:nvPr/>
        </p:nvSpPr>
        <p:spPr>
          <a:xfrm>
            <a:off x="4800" y="394581"/>
            <a:ext cx="9134400" cy="1960200"/>
          </a:xfrm>
          <a:prstGeom prst="rect">
            <a:avLst/>
          </a:prstGeom>
          <a:blipFill rotWithShape="1">
            <a:blip r:embed="rId4">
              <a:alphaModFix/>
            </a:blip>
            <a:stretch>
              <a:fillRect b="0" l="-279" r="-139" t="-63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IN" sz="1400" u="none" cap="none" strike="noStrike">
                <a:latin typeface="Arial"/>
                <a:ea typeface="Arial"/>
                <a:cs typeface="Arial"/>
                <a:sym typeface="Arial"/>
              </a:rPr>
              <a:t> </a:t>
            </a:r>
            <a:endParaRPr/>
          </a:p>
        </p:txBody>
      </p:sp>
      <p:pic>
        <p:nvPicPr>
          <p:cNvPr id="960" name="Google Shape;960;p100"/>
          <p:cNvPicPr preferRelativeResize="0"/>
          <p:nvPr/>
        </p:nvPicPr>
        <p:blipFill rotWithShape="1">
          <a:blip r:embed="rId5">
            <a:alphaModFix/>
          </a:blip>
          <a:srcRect b="0" l="0" r="0" t="0"/>
          <a:stretch/>
        </p:blipFill>
        <p:spPr>
          <a:xfrm>
            <a:off x="4313055" y="1455978"/>
            <a:ext cx="4821420" cy="1766681"/>
          </a:xfrm>
          <a:prstGeom prst="rect">
            <a:avLst/>
          </a:prstGeom>
          <a:noFill/>
          <a:ln>
            <a:noFill/>
          </a:ln>
        </p:spPr>
      </p:pic>
      <p:pic>
        <p:nvPicPr>
          <p:cNvPr id="961" name="Google Shape;961;p100"/>
          <p:cNvPicPr preferRelativeResize="0"/>
          <p:nvPr/>
        </p:nvPicPr>
        <p:blipFill rotWithShape="1">
          <a:blip r:embed="rId6">
            <a:alphaModFix/>
          </a:blip>
          <a:srcRect b="0" l="0" r="0" t="0"/>
          <a:stretch/>
        </p:blipFill>
        <p:spPr>
          <a:xfrm>
            <a:off x="1" y="2885242"/>
            <a:ext cx="4572001" cy="183782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2"/>
                                        </p:tgtEl>
                                        <p:attrNameLst>
                                          <p:attrName>style.visibility</p:attrName>
                                        </p:attrNameLst>
                                      </p:cBhvr>
                                      <p:to>
                                        <p:strVal val="visible"/>
                                      </p:to>
                                    </p:set>
                                    <p:animEffect filter="fade" transition="in">
                                      <p:cBhvr>
                                        <p:cTn dur="1000"/>
                                        <p:tgtEl>
                                          <p:spTgt spid="9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0"/>
                                        </p:tgtEl>
                                        <p:attrNameLst>
                                          <p:attrName>style.visibility</p:attrName>
                                        </p:attrNameLst>
                                      </p:cBhvr>
                                      <p:to>
                                        <p:strVal val="visible"/>
                                      </p:to>
                                    </p:set>
                                    <p:animEffect filter="fade" transition="in">
                                      <p:cBhvr>
                                        <p:cTn dur="1000"/>
                                        <p:tgtEl>
                                          <p:spTgt spid="9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1"/>
                                        </p:tgtEl>
                                        <p:attrNameLst>
                                          <p:attrName>style.visibility</p:attrName>
                                        </p:attrNameLst>
                                      </p:cBhvr>
                                      <p:to>
                                        <p:strVal val="visible"/>
                                      </p:to>
                                    </p:set>
                                    <p:animEffect filter="fade" transition="in">
                                      <p:cBhvr>
                                        <p:cTn dur="1000"/>
                                        <p:tgtEl>
                                          <p:spTgt spid="9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3"/>
                                        </p:tgtEl>
                                        <p:attrNameLst>
                                          <p:attrName>style.visibility</p:attrName>
                                        </p:attrNameLst>
                                      </p:cBhvr>
                                      <p:to>
                                        <p:strVal val="visible"/>
                                      </p:to>
                                    </p:set>
                                    <p:animEffect filter="fade" transition="in">
                                      <p:cBhvr>
                                        <p:cTn dur="500"/>
                                        <p:tgtEl>
                                          <p:spTgt spid="953"/>
                                        </p:tgtEl>
                                      </p:cBhvr>
                                    </p:animEffect>
                                  </p:childTnLst>
                                </p:cTn>
                              </p:par>
                              <p:par>
                                <p:cTn fill="hold" nodeType="withEffect" presetClass="entr" presetID="10" presetSubtype="0">
                                  <p:stCondLst>
                                    <p:cond delay="0"/>
                                  </p:stCondLst>
                                  <p:childTnLst>
                                    <p:set>
                                      <p:cBhvr>
                                        <p:cTn dur="1" fill="hold">
                                          <p:stCondLst>
                                            <p:cond delay="0"/>
                                          </p:stCondLst>
                                        </p:cTn>
                                        <p:tgtEl>
                                          <p:spTgt spid="955"/>
                                        </p:tgtEl>
                                        <p:attrNameLst>
                                          <p:attrName>style.visibility</p:attrName>
                                        </p:attrNameLst>
                                      </p:cBhvr>
                                      <p:to>
                                        <p:strVal val="visible"/>
                                      </p:to>
                                    </p:set>
                                    <p:animEffect filter="fade" transition="in">
                                      <p:cBhvr>
                                        <p:cTn dur="500"/>
                                        <p:tgtEl>
                                          <p:spTgt spid="955"/>
                                        </p:tgtEl>
                                      </p:cBhvr>
                                    </p:animEffect>
                                  </p:childTnLst>
                                </p:cTn>
                              </p:par>
                              <p:par>
                                <p:cTn fill="hold" nodeType="withEffect" presetClass="entr" presetID="10" presetSubtype="0">
                                  <p:stCondLst>
                                    <p:cond delay="0"/>
                                  </p:stCondLst>
                                  <p:childTnLst>
                                    <p:set>
                                      <p:cBhvr>
                                        <p:cTn dur="1" fill="hold">
                                          <p:stCondLst>
                                            <p:cond delay="0"/>
                                          </p:stCondLst>
                                        </p:cTn>
                                        <p:tgtEl>
                                          <p:spTgt spid="954"/>
                                        </p:tgtEl>
                                        <p:attrNameLst>
                                          <p:attrName>style.visibility</p:attrName>
                                        </p:attrNameLst>
                                      </p:cBhvr>
                                      <p:to>
                                        <p:strVal val="visible"/>
                                      </p:to>
                                    </p:set>
                                    <p:animEffect filter="fade" transition="in">
                                      <p:cBhvr>
                                        <p:cTn dur="500"/>
                                        <p:tgtEl>
                                          <p:spTgt spid="9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101"/>
          <p:cNvSpPr txBox="1"/>
          <p:nvPr/>
        </p:nvSpPr>
        <p:spPr>
          <a:xfrm>
            <a:off x="-1" y="0"/>
            <a:ext cx="1923068" cy="346249"/>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QUESTION </a:t>
            </a:r>
            <a:r>
              <a:rPr b="1" lang="en-IN" sz="1800">
                <a:solidFill>
                  <a:schemeClr val="lt1"/>
                </a:solidFill>
                <a:latin typeface="Times New Roman"/>
                <a:ea typeface="Times New Roman"/>
                <a:cs typeface="Times New Roman"/>
                <a:sym typeface="Times New Roman"/>
              </a:rPr>
              <a:t>45</a:t>
            </a:r>
            <a:endParaRPr b="1" i="0" sz="1800" u="none" cap="none" strike="noStrike">
              <a:solidFill>
                <a:schemeClr val="lt1"/>
              </a:solidFill>
              <a:latin typeface="Times New Roman"/>
              <a:ea typeface="Times New Roman"/>
              <a:cs typeface="Times New Roman"/>
              <a:sym typeface="Times New Roman"/>
            </a:endParaRPr>
          </a:p>
        </p:txBody>
      </p:sp>
      <p:sp>
        <p:nvSpPr>
          <p:cNvPr id="968" name="Google Shape;968;p101"/>
          <p:cNvSpPr txBox="1"/>
          <p:nvPr/>
        </p:nvSpPr>
        <p:spPr>
          <a:xfrm>
            <a:off x="0" y="1347368"/>
            <a:ext cx="1923068" cy="346249"/>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SOLUTION </a:t>
            </a:r>
            <a:r>
              <a:rPr b="1" lang="en-IN" sz="1800">
                <a:solidFill>
                  <a:schemeClr val="lt1"/>
                </a:solidFill>
                <a:latin typeface="Times New Roman"/>
                <a:ea typeface="Times New Roman"/>
                <a:cs typeface="Times New Roman"/>
                <a:sym typeface="Times New Roman"/>
              </a:rPr>
              <a:t>45</a:t>
            </a:r>
            <a:endParaRPr b="1" i="0" sz="1800" u="none" cap="none" strike="noStrike">
              <a:solidFill>
                <a:schemeClr val="lt1"/>
              </a:solidFill>
              <a:latin typeface="Times New Roman"/>
              <a:ea typeface="Times New Roman"/>
              <a:cs typeface="Times New Roman"/>
              <a:sym typeface="Times New Roman"/>
            </a:endParaRPr>
          </a:p>
        </p:txBody>
      </p:sp>
      <p:sp>
        <p:nvSpPr>
          <p:cNvPr id="969" name="Google Shape;969;p101"/>
          <p:cNvSpPr txBox="1"/>
          <p:nvPr/>
        </p:nvSpPr>
        <p:spPr>
          <a:xfrm>
            <a:off x="-1" y="346249"/>
            <a:ext cx="8796043" cy="930994"/>
          </a:xfrm>
          <a:prstGeom prst="rect">
            <a:avLst/>
          </a:prstGeom>
          <a:noFill/>
          <a:ln>
            <a:noFill/>
          </a:ln>
        </p:spPr>
        <p:txBody>
          <a:bodyPr anchorCtr="0" anchor="t" bIns="34275" lIns="68575" spcFirstLastPara="1" rIns="68575" wrap="square" tIns="34275">
            <a:spAutoFit/>
          </a:bodyPr>
          <a:lstStyle/>
          <a:p>
            <a:pPr indent="0" lvl="0" marL="0" marR="0" rtl="0" algn="just">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Up-convolve the following input x using the filter h. What is the value at (2, 2) in the up-convolved feature map? We assume index of first cell of any 2D-matrix is (0,0).</a:t>
            </a:r>
            <a:endParaRPr/>
          </a:p>
          <a:p>
            <a:pPr indent="0" lvl="0" marL="0" marR="0" rtl="0" algn="just">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Given: x(0, 0) = 1, x(0, 1) = 2, x(1, 0) = 3, x(1, 1) = 1. </a:t>
            </a:r>
            <a:endParaRPr/>
          </a:p>
          <a:p>
            <a:pPr indent="0" lvl="0" marL="0" marR="0" rtl="0" algn="just">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h(0, 0) = 0, h(0, 1) = 1, h(0, 2) = 0, h(1, 0) = 2, h(1, 1) = 2, h(1, 2) = 1, h(2, 0) = 0, h(2, 1) =1, h(2, 2) = 0.</a:t>
            </a:r>
            <a:endParaRPr/>
          </a:p>
        </p:txBody>
      </p:sp>
      <p:pic>
        <p:nvPicPr>
          <p:cNvPr id="970" name="Google Shape;970;p101"/>
          <p:cNvPicPr preferRelativeResize="0"/>
          <p:nvPr/>
        </p:nvPicPr>
        <p:blipFill>
          <a:blip r:embed="rId3">
            <a:alphaModFix/>
          </a:blip>
          <a:stretch>
            <a:fillRect/>
          </a:stretch>
        </p:blipFill>
        <p:spPr>
          <a:xfrm>
            <a:off x="0" y="1763750"/>
            <a:ext cx="6312000" cy="30896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8"/>
                                        </p:tgtEl>
                                        <p:attrNameLst>
                                          <p:attrName>style.visibility</p:attrName>
                                        </p:attrNameLst>
                                      </p:cBhvr>
                                      <p:to>
                                        <p:strVal val="visible"/>
                                      </p:to>
                                    </p:set>
                                    <p:animEffect filter="fade" transition="in">
                                      <p:cBhvr>
                                        <p:cTn dur="1000"/>
                                        <p:tgtEl>
                                          <p:spTgt spid="9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pic>
        <p:nvPicPr>
          <p:cNvPr id="975" name="Google Shape;975;p102"/>
          <p:cNvPicPr preferRelativeResize="0"/>
          <p:nvPr/>
        </p:nvPicPr>
        <p:blipFill>
          <a:blip r:embed="rId3">
            <a:alphaModFix/>
          </a:blip>
          <a:stretch>
            <a:fillRect/>
          </a:stretch>
        </p:blipFill>
        <p:spPr>
          <a:xfrm>
            <a:off x="152400" y="152400"/>
            <a:ext cx="4093851" cy="1715450"/>
          </a:xfrm>
          <a:prstGeom prst="rect">
            <a:avLst/>
          </a:prstGeom>
          <a:noFill/>
          <a:ln>
            <a:noFill/>
          </a:ln>
        </p:spPr>
      </p:pic>
      <p:pic>
        <p:nvPicPr>
          <p:cNvPr id="976" name="Google Shape;976;p102"/>
          <p:cNvPicPr preferRelativeResize="0"/>
          <p:nvPr/>
        </p:nvPicPr>
        <p:blipFill>
          <a:blip r:embed="rId4">
            <a:alphaModFix/>
          </a:blip>
          <a:stretch>
            <a:fillRect/>
          </a:stretch>
        </p:blipFill>
        <p:spPr>
          <a:xfrm>
            <a:off x="152400" y="2020250"/>
            <a:ext cx="5435746" cy="2970849"/>
          </a:xfrm>
          <a:prstGeom prst="rect">
            <a:avLst/>
          </a:prstGeom>
          <a:noFill/>
          <a:ln>
            <a:noFill/>
          </a:ln>
        </p:spPr>
      </p:pic>
      <p:pic>
        <p:nvPicPr>
          <p:cNvPr id="977" name="Google Shape;977;p102"/>
          <p:cNvPicPr preferRelativeResize="0"/>
          <p:nvPr/>
        </p:nvPicPr>
        <p:blipFill>
          <a:blip r:embed="rId5">
            <a:alphaModFix/>
          </a:blip>
          <a:stretch>
            <a:fillRect/>
          </a:stretch>
        </p:blipFill>
        <p:spPr>
          <a:xfrm>
            <a:off x="4868151" y="2823275"/>
            <a:ext cx="4231441" cy="1715449"/>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p103"/>
          <p:cNvSpPr txBox="1"/>
          <p:nvPr/>
        </p:nvSpPr>
        <p:spPr>
          <a:xfrm>
            <a:off x="0" y="0"/>
            <a:ext cx="1923068" cy="346249"/>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QUESTION </a:t>
            </a:r>
            <a:r>
              <a:rPr b="1" lang="en-IN" sz="1800">
                <a:solidFill>
                  <a:schemeClr val="lt1"/>
                </a:solidFill>
                <a:latin typeface="Times New Roman"/>
                <a:ea typeface="Times New Roman"/>
                <a:cs typeface="Times New Roman"/>
                <a:sym typeface="Times New Roman"/>
              </a:rPr>
              <a:t>46</a:t>
            </a:r>
            <a:endParaRPr b="1" i="0" sz="1800" u="none" cap="none" strike="noStrike">
              <a:solidFill>
                <a:schemeClr val="lt1"/>
              </a:solidFill>
              <a:latin typeface="Times New Roman"/>
              <a:ea typeface="Times New Roman"/>
              <a:cs typeface="Times New Roman"/>
              <a:sym typeface="Times New Roman"/>
            </a:endParaRPr>
          </a:p>
        </p:txBody>
      </p:sp>
      <p:sp>
        <p:nvSpPr>
          <p:cNvPr id="984" name="Google Shape;984;p103"/>
          <p:cNvSpPr txBox="1"/>
          <p:nvPr/>
        </p:nvSpPr>
        <p:spPr>
          <a:xfrm>
            <a:off x="0" y="908486"/>
            <a:ext cx="1923068" cy="346249"/>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SOLUTION </a:t>
            </a:r>
            <a:r>
              <a:rPr b="1" lang="en-IN" sz="1800">
                <a:solidFill>
                  <a:schemeClr val="lt1"/>
                </a:solidFill>
                <a:latin typeface="Times New Roman"/>
                <a:ea typeface="Times New Roman"/>
                <a:cs typeface="Times New Roman"/>
                <a:sym typeface="Times New Roman"/>
              </a:rPr>
              <a:t>46</a:t>
            </a:r>
            <a:endParaRPr b="1" i="0" sz="1800" u="none" cap="none" strike="noStrike">
              <a:solidFill>
                <a:schemeClr val="lt1"/>
              </a:solidFill>
              <a:latin typeface="Times New Roman"/>
              <a:ea typeface="Times New Roman"/>
              <a:cs typeface="Times New Roman"/>
              <a:sym typeface="Times New Roman"/>
            </a:endParaRPr>
          </a:p>
        </p:txBody>
      </p:sp>
      <p:sp>
        <p:nvSpPr>
          <p:cNvPr id="985" name="Google Shape;985;p103"/>
          <p:cNvSpPr txBox="1"/>
          <p:nvPr/>
        </p:nvSpPr>
        <p:spPr>
          <a:xfrm>
            <a:off x="0" y="4763850"/>
            <a:ext cx="27543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CORRECT ANSWER </a:t>
            </a:r>
            <a:r>
              <a:rPr b="1" lang="en-IN" sz="1800">
                <a:solidFill>
                  <a:schemeClr val="lt1"/>
                </a:solidFill>
                <a:latin typeface="Times New Roman"/>
                <a:ea typeface="Times New Roman"/>
                <a:cs typeface="Times New Roman"/>
                <a:sym typeface="Times New Roman"/>
              </a:rPr>
              <a:t>46</a:t>
            </a:r>
            <a:endParaRPr b="1" i="0" sz="1800" u="none" cap="none" strike="noStrike">
              <a:solidFill>
                <a:schemeClr val="lt1"/>
              </a:solidFill>
              <a:latin typeface="Times New Roman"/>
              <a:ea typeface="Times New Roman"/>
              <a:cs typeface="Times New Roman"/>
              <a:sym typeface="Times New Roman"/>
            </a:endParaRPr>
          </a:p>
        </p:txBody>
      </p:sp>
      <p:sp>
        <p:nvSpPr>
          <p:cNvPr id="986" name="Google Shape;986;p103"/>
          <p:cNvSpPr txBox="1"/>
          <p:nvPr/>
        </p:nvSpPr>
        <p:spPr>
          <a:xfrm>
            <a:off x="3017816" y="4763840"/>
            <a:ext cx="1185215" cy="346218"/>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IN" sz="1800" u="none" cap="none" strike="noStrike">
                <a:solidFill>
                  <a:schemeClr val="lt1"/>
                </a:solidFill>
                <a:latin typeface="Times New Roman"/>
                <a:ea typeface="Times New Roman"/>
                <a:cs typeface="Times New Roman"/>
                <a:sym typeface="Times New Roman"/>
              </a:rPr>
              <a:t>0.9163</a:t>
            </a:r>
            <a:endParaRPr/>
          </a:p>
        </p:txBody>
      </p:sp>
      <p:cxnSp>
        <p:nvCxnSpPr>
          <p:cNvPr id="987" name="Google Shape;987;p103"/>
          <p:cNvCxnSpPr/>
          <p:nvPr/>
        </p:nvCxnSpPr>
        <p:spPr>
          <a:xfrm>
            <a:off x="2776481" y="4936956"/>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988" name="Google Shape;988;p103"/>
          <p:cNvSpPr txBox="1"/>
          <p:nvPr/>
        </p:nvSpPr>
        <p:spPr>
          <a:xfrm>
            <a:off x="0" y="377314"/>
            <a:ext cx="9047747" cy="500107"/>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The softmax predictions of four different classes are [0.1 0.3 0.2 0.4]. Calculate the cross entropy loss for this sample (use natural logarithm) if the true labels are [0 0 0 1]. Round off the answer to 4 places of decimals.</a:t>
            </a:r>
            <a:endParaRPr/>
          </a:p>
        </p:txBody>
      </p:sp>
      <p:pic>
        <p:nvPicPr>
          <p:cNvPr id="989" name="Google Shape;989;p103"/>
          <p:cNvPicPr preferRelativeResize="0"/>
          <p:nvPr/>
        </p:nvPicPr>
        <p:blipFill rotWithShape="1">
          <a:blip r:embed="rId3">
            <a:alphaModFix/>
          </a:blip>
          <a:srcRect b="0" l="0" r="0" t="0"/>
          <a:stretch/>
        </p:blipFill>
        <p:spPr>
          <a:xfrm>
            <a:off x="0" y="1305706"/>
            <a:ext cx="4053016" cy="2022035"/>
          </a:xfrm>
          <a:prstGeom prst="rect">
            <a:avLst/>
          </a:prstGeom>
          <a:noFill/>
          <a:ln>
            <a:noFill/>
          </a:ln>
        </p:spPr>
      </p:pic>
      <p:pic>
        <p:nvPicPr>
          <p:cNvPr id="990" name="Google Shape;990;p103"/>
          <p:cNvPicPr preferRelativeResize="0"/>
          <p:nvPr/>
        </p:nvPicPr>
        <p:blipFill rotWithShape="1">
          <a:blip r:embed="rId4">
            <a:alphaModFix/>
          </a:blip>
          <a:srcRect b="0" l="0" r="0" t="0"/>
          <a:stretch/>
        </p:blipFill>
        <p:spPr>
          <a:xfrm>
            <a:off x="4863237" y="999150"/>
            <a:ext cx="3403890" cy="411090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4"/>
                                        </p:tgtEl>
                                        <p:attrNameLst>
                                          <p:attrName>style.visibility</p:attrName>
                                        </p:attrNameLst>
                                      </p:cBhvr>
                                      <p:to>
                                        <p:strVal val="visible"/>
                                      </p:to>
                                    </p:set>
                                    <p:animEffect filter="fade" transition="in">
                                      <p:cBhvr>
                                        <p:cTn dur="1000"/>
                                        <p:tgtEl>
                                          <p:spTgt spid="9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9"/>
                                        </p:tgtEl>
                                        <p:attrNameLst>
                                          <p:attrName>style.visibility</p:attrName>
                                        </p:attrNameLst>
                                      </p:cBhvr>
                                      <p:to>
                                        <p:strVal val="visible"/>
                                      </p:to>
                                    </p:set>
                                    <p:animEffect filter="fade" transition="in">
                                      <p:cBhvr>
                                        <p:cTn dur="1000"/>
                                        <p:tgtEl>
                                          <p:spTgt spid="9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0"/>
                                        </p:tgtEl>
                                        <p:attrNameLst>
                                          <p:attrName>style.visibility</p:attrName>
                                        </p:attrNameLst>
                                      </p:cBhvr>
                                      <p:to>
                                        <p:strVal val="visible"/>
                                      </p:to>
                                    </p:set>
                                    <p:animEffect filter="fade" transition="in">
                                      <p:cBhvr>
                                        <p:cTn dur="1000"/>
                                        <p:tgtEl>
                                          <p:spTgt spid="9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5"/>
                                        </p:tgtEl>
                                        <p:attrNameLst>
                                          <p:attrName>style.visibility</p:attrName>
                                        </p:attrNameLst>
                                      </p:cBhvr>
                                      <p:to>
                                        <p:strVal val="visible"/>
                                      </p:to>
                                    </p:set>
                                    <p:animEffect filter="fade" transition="in">
                                      <p:cBhvr>
                                        <p:cTn dur="500"/>
                                        <p:tgtEl>
                                          <p:spTgt spid="985"/>
                                        </p:tgtEl>
                                      </p:cBhvr>
                                    </p:animEffect>
                                  </p:childTnLst>
                                </p:cTn>
                              </p:par>
                              <p:par>
                                <p:cTn fill="hold" nodeType="withEffect" presetClass="entr" presetID="10" presetSubtype="0">
                                  <p:stCondLst>
                                    <p:cond delay="0"/>
                                  </p:stCondLst>
                                  <p:childTnLst>
                                    <p:set>
                                      <p:cBhvr>
                                        <p:cTn dur="1" fill="hold">
                                          <p:stCondLst>
                                            <p:cond delay="0"/>
                                          </p:stCondLst>
                                        </p:cTn>
                                        <p:tgtEl>
                                          <p:spTgt spid="987"/>
                                        </p:tgtEl>
                                        <p:attrNameLst>
                                          <p:attrName>style.visibility</p:attrName>
                                        </p:attrNameLst>
                                      </p:cBhvr>
                                      <p:to>
                                        <p:strVal val="visible"/>
                                      </p:to>
                                    </p:set>
                                    <p:animEffect filter="fade" transition="in">
                                      <p:cBhvr>
                                        <p:cTn dur="500"/>
                                        <p:tgtEl>
                                          <p:spTgt spid="987"/>
                                        </p:tgtEl>
                                      </p:cBhvr>
                                    </p:animEffect>
                                  </p:childTnLst>
                                </p:cTn>
                              </p:par>
                              <p:par>
                                <p:cTn fill="hold" nodeType="withEffect" presetClass="entr" presetID="10" presetSubtype="0">
                                  <p:stCondLst>
                                    <p:cond delay="0"/>
                                  </p:stCondLst>
                                  <p:childTnLst>
                                    <p:set>
                                      <p:cBhvr>
                                        <p:cTn dur="1" fill="hold">
                                          <p:stCondLst>
                                            <p:cond delay="0"/>
                                          </p:stCondLst>
                                        </p:cTn>
                                        <p:tgtEl>
                                          <p:spTgt spid="986"/>
                                        </p:tgtEl>
                                        <p:attrNameLst>
                                          <p:attrName>style.visibility</p:attrName>
                                        </p:attrNameLst>
                                      </p:cBhvr>
                                      <p:to>
                                        <p:strVal val="visible"/>
                                      </p:to>
                                    </p:set>
                                    <p:animEffect filter="fade" transition="in">
                                      <p:cBhvr>
                                        <p:cTn dur="500"/>
                                        <p:tgtEl>
                                          <p:spTgt spid="9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sp>
        <p:nvSpPr>
          <p:cNvPr id="995" name="Google Shape;995;p104"/>
          <p:cNvSpPr txBox="1"/>
          <p:nvPr/>
        </p:nvSpPr>
        <p:spPr>
          <a:xfrm>
            <a:off x="192505" y="1763070"/>
            <a:ext cx="8622600" cy="12006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IN" sz="1800" u="none" cap="none" strike="noStrike">
                <a:solidFill>
                  <a:srgbClr val="000000"/>
                </a:solidFill>
                <a:latin typeface="Times New Roman"/>
                <a:ea typeface="Times New Roman"/>
                <a:cs typeface="Times New Roman"/>
                <a:sym typeface="Times New Roman"/>
              </a:rPr>
              <a:t>Consider an input image of dimension 19 × 15 × 3. It passes through a convolutional layer with 64 kernels of dimension 5 × 5 × 3. The image has been zero padded on both sides with 1 × 1 padding and convolved using 2 × 2 stride. </a:t>
            </a:r>
            <a:endParaRPr/>
          </a:p>
          <a:p>
            <a:pPr indent="0" lvl="0" marL="0" marR="0" rtl="0" algn="just">
              <a:lnSpc>
                <a:spcPct val="100000"/>
              </a:lnSpc>
              <a:spcBef>
                <a:spcPts val="0"/>
              </a:spcBef>
              <a:spcAft>
                <a:spcPts val="0"/>
              </a:spcAft>
              <a:buNone/>
            </a:pPr>
            <a:r>
              <a:rPr b="1" i="0" lang="en-IN" sz="1800" u="none" cap="none" strike="noStrike">
                <a:solidFill>
                  <a:srgbClr val="000000"/>
                </a:solidFill>
                <a:latin typeface="Times New Roman"/>
                <a:ea typeface="Times New Roman"/>
                <a:cs typeface="Times New Roman"/>
                <a:sym typeface="Times New Roman"/>
              </a:rPr>
              <a:t>Based on the given data solve the following questions </a:t>
            </a:r>
            <a:r>
              <a:rPr b="1" lang="en-IN" sz="1800">
                <a:latin typeface="Times New Roman"/>
                <a:ea typeface="Times New Roman"/>
                <a:cs typeface="Times New Roman"/>
                <a:sym typeface="Times New Roman"/>
              </a:rPr>
              <a:t>47</a:t>
            </a:r>
            <a:r>
              <a:rPr b="1" i="0" lang="en-IN" sz="1800" u="none" cap="none" strike="noStrike">
                <a:solidFill>
                  <a:srgbClr val="000000"/>
                </a:solidFill>
                <a:latin typeface="Times New Roman"/>
                <a:ea typeface="Times New Roman"/>
                <a:cs typeface="Times New Roman"/>
                <a:sym typeface="Times New Roman"/>
              </a:rPr>
              <a:t>, </a:t>
            </a:r>
            <a:r>
              <a:rPr b="1" lang="en-IN" sz="1800">
                <a:latin typeface="Times New Roman"/>
                <a:ea typeface="Times New Roman"/>
                <a:cs typeface="Times New Roman"/>
                <a:sym typeface="Times New Roman"/>
              </a:rPr>
              <a:t>48</a:t>
            </a:r>
            <a:r>
              <a:rPr b="1" i="0" lang="en-IN" sz="1800" u="none" cap="none" strike="noStrike">
                <a:solidFill>
                  <a:srgbClr val="000000"/>
                </a:solidFill>
                <a:latin typeface="Times New Roman"/>
                <a:ea typeface="Times New Roman"/>
                <a:cs typeface="Times New Roman"/>
                <a:sym typeface="Times New Roman"/>
              </a:rPr>
              <a:t> and </a:t>
            </a:r>
            <a:r>
              <a:rPr b="1" lang="en-IN" sz="1800">
                <a:latin typeface="Times New Roman"/>
                <a:ea typeface="Times New Roman"/>
                <a:cs typeface="Times New Roman"/>
                <a:sym typeface="Times New Roman"/>
              </a:rPr>
              <a:t>49</a:t>
            </a:r>
            <a:r>
              <a:rPr b="1" i="0" lang="en-IN" sz="1800" u="none" cap="none" strike="noStrike">
                <a:solidFill>
                  <a:srgbClr val="000000"/>
                </a:solidFill>
                <a:latin typeface="Times New Roman"/>
                <a:ea typeface="Times New Roman"/>
                <a:cs typeface="Times New Roman"/>
                <a:sym typeface="Times New Roman"/>
              </a:rPr>
              <a:t>.</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sp>
        <p:nvSpPr>
          <p:cNvPr id="1001" name="Google Shape;1001;p105"/>
          <p:cNvSpPr txBox="1"/>
          <p:nvPr/>
        </p:nvSpPr>
        <p:spPr>
          <a:xfrm>
            <a:off x="0" y="12431"/>
            <a:ext cx="1923068" cy="346249"/>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QUESTION </a:t>
            </a:r>
            <a:r>
              <a:rPr b="1" lang="en-IN" sz="1800">
                <a:solidFill>
                  <a:schemeClr val="lt1"/>
                </a:solidFill>
                <a:latin typeface="Times New Roman"/>
                <a:ea typeface="Times New Roman"/>
                <a:cs typeface="Times New Roman"/>
                <a:sym typeface="Times New Roman"/>
              </a:rPr>
              <a:t>47</a:t>
            </a:r>
            <a:endParaRPr b="1" i="0" sz="1800" u="none" cap="none" strike="noStrike">
              <a:solidFill>
                <a:schemeClr val="lt1"/>
              </a:solidFill>
              <a:latin typeface="Times New Roman"/>
              <a:ea typeface="Times New Roman"/>
              <a:cs typeface="Times New Roman"/>
              <a:sym typeface="Times New Roman"/>
            </a:endParaRPr>
          </a:p>
        </p:txBody>
      </p:sp>
      <p:sp>
        <p:nvSpPr>
          <p:cNvPr id="1002" name="Google Shape;1002;p105"/>
          <p:cNvSpPr txBox="1"/>
          <p:nvPr/>
        </p:nvSpPr>
        <p:spPr>
          <a:xfrm>
            <a:off x="3877876" y="683924"/>
            <a:ext cx="1923068" cy="346249"/>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SOLUTION </a:t>
            </a:r>
            <a:r>
              <a:rPr b="1" lang="en-IN" sz="1800">
                <a:solidFill>
                  <a:schemeClr val="lt1"/>
                </a:solidFill>
                <a:latin typeface="Times New Roman"/>
                <a:ea typeface="Times New Roman"/>
                <a:cs typeface="Times New Roman"/>
                <a:sym typeface="Times New Roman"/>
              </a:rPr>
              <a:t>47</a:t>
            </a:r>
            <a:endParaRPr b="1" i="0" sz="1800" u="none" cap="none" strike="noStrike">
              <a:solidFill>
                <a:schemeClr val="lt1"/>
              </a:solidFill>
              <a:latin typeface="Times New Roman"/>
              <a:ea typeface="Times New Roman"/>
              <a:cs typeface="Times New Roman"/>
              <a:sym typeface="Times New Roman"/>
            </a:endParaRPr>
          </a:p>
        </p:txBody>
      </p:sp>
      <p:sp>
        <p:nvSpPr>
          <p:cNvPr id="1003" name="Google Shape;1003;p105"/>
          <p:cNvSpPr txBox="1"/>
          <p:nvPr/>
        </p:nvSpPr>
        <p:spPr>
          <a:xfrm>
            <a:off x="0" y="476385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CORRECT ANSWER </a:t>
            </a:r>
            <a:r>
              <a:rPr b="1" lang="en-IN" sz="1800">
                <a:solidFill>
                  <a:schemeClr val="lt1"/>
                </a:solidFill>
                <a:latin typeface="Times New Roman"/>
                <a:ea typeface="Times New Roman"/>
                <a:cs typeface="Times New Roman"/>
                <a:sym typeface="Times New Roman"/>
              </a:rPr>
              <a:t>47</a:t>
            </a:r>
            <a:endParaRPr b="1" i="0" sz="1800" u="none" cap="none" strike="noStrike">
              <a:solidFill>
                <a:schemeClr val="lt1"/>
              </a:solidFill>
              <a:latin typeface="Times New Roman"/>
              <a:ea typeface="Times New Roman"/>
              <a:cs typeface="Times New Roman"/>
              <a:sym typeface="Times New Roman"/>
            </a:endParaRPr>
          </a:p>
        </p:txBody>
      </p:sp>
      <p:sp>
        <p:nvSpPr>
          <p:cNvPr id="1004" name="Google Shape;1004;p105"/>
          <p:cNvSpPr txBox="1"/>
          <p:nvPr/>
        </p:nvSpPr>
        <p:spPr>
          <a:xfrm>
            <a:off x="3017816" y="4763840"/>
            <a:ext cx="1046184" cy="346218"/>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a:t>
            </a:r>
            <a:endParaRPr b="1" i="0" sz="1800" u="none" cap="none" strike="noStrike">
              <a:solidFill>
                <a:schemeClr val="lt1"/>
              </a:solidFill>
              <a:latin typeface="Times New Roman"/>
              <a:ea typeface="Times New Roman"/>
              <a:cs typeface="Times New Roman"/>
              <a:sym typeface="Times New Roman"/>
            </a:endParaRPr>
          </a:p>
        </p:txBody>
      </p:sp>
      <p:cxnSp>
        <p:nvCxnSpPr>
          <p:cNvPr id="1005" name="Google Shape;1005;p105"/>
          <p:cNvCxnSpPr/>
          <p:nvPr/>
        </p:nvCxnSpPr>
        <p:spPr>
          <a:xfrm>
            <a:off x="2688731" y="4944931"/>
            <a:ext cx="219173" cy="0"/>
          </a:xfrm>
          <a:prstGeom prst="straightConnector1">
            <a:avLst/>
          </a:prstGeom>
          <a:noFill/>
          <a:ln cap="flat" cmpd="sng" w="19050">
            <a:solidFill>
              <a:schemeClr val="accent6"/>
            </a:solidFill>
            <a:prstDash val="solid"/>
            <a:miter lim="800000"/>
            <a:headEnd len="sm" w="sm" type="none"/>
            <a:tailEnd len="med" w="med" type="triangle"/>
          </a:ln>
        </p:spPr>
      </p:cxnSp>
      <p:sp>
        <p:nvSpPr>
          <p:cNvPr id="1006" name="Google Shape;1006;p105"/>
          <p:cNvSpPr txBox="1"/>
          <p:nvPr/>
        </p:nvSpPr>
        <p:spPr>
          <a:xfrm>
            <a:off x="58050" y="434597"/>
            <a:ext cx="9027900" cy="1169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What is the dimension of the activation map?</a:t>
            </a:r>
            <a:endParaRPr/>
          </a:p>
          <a:p>
            <a:pPr indent="0" lvl="0" marL="0" marR="0" rtl="0" algn="just">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a) 15 × 11 × 64</a:t>
            </a:r>
            <a:endParaRPr/>
          </a:p>
          <a:p>
            <a:pPr indent="0" lvl="0" marL="0" marR="0" rtl="0" algn="just">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b) 15 × 11 × 3</a:t>
            </a:r>
            <a:endParaRPr/>
          </a:p>
          <a:p>
            <a:pPr indent="0" lvl="0" marL="0" marR="0" rtl="0" algn="just">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c) 9 × 7 × 64</a:t>
            </a:r>
            <a:endParaRPr/>
          </a:p>
          <a:p>
            <a:pPr indent="0" lvl="0" marL="0" marR="0" rtl="0" algn="just">
              <a:lnSpc>
                <a:spcPct val="100000"/>
              </a:lnSpc>
              <a:spcBef>
                <a:spcPts val="0"/>
              </a:spcBef>
              <a:spcAft>
                <a:spcPts val="0"/>
              </a:spcAft>
              <a:buNone/>
            </a:pPr>
            <a:r>
              <a:rPr b="0" i="0" lang="en-IN" sz="1400" u="none" cap="none" strike="noStrike">
                <a:solidFill>
                  <a:schemeClr val="dk1"/>
                </a:solidFill>
                <a:latin typeface="Times New Roman"/>
                <a:ea typeface="Times New Roman"/>
                <a:cs typeface="Times New Roman"/>
                <a:sym typeface="Times New Roman"/>
              </a:rPr>
              <a:t>d) 9 × 7 × 3</a:t>
            </a:r>
            <a:endParaRPr/>
          </a:p>
        </p:txBody>
      </p:sp>
      <p:pic>
        <p:nvPicPr>
          <p:cNvPr id="1007" name="Google Shape;1007;p105"/>
          <p:cNvPicPr preferRelativeResize="0"/>
          <p:nvPr/>
        </p:nvPicPr>
        <p:blipFill rotWithShape="1">
          <a:blip r:embed="rId3">
            <a:alphaModFix/>
          </a:blip>
          <a:srcRect b="0" l="0" r="0" t="0"/>
          <a:stretch/>
        </p:blipFill>
        <p:spPr>
          <a:xfrm>
            <a:off x="2133600" y="1785380"/>
            <a:ext cx="6129866" cy="2978460"/>
          </a:xfrm>
          <a:prstGeom prst="rect">
            <a:avLst/>
          </a:prstGeom>
          <a:noFill/>
          <a:ln>
            <a:noFill/>
          </a:ln>
        </p:spPr>
      </p:pic>
      <p:pic>
        <p:nvPicPr>
          <p:cNvPr id="1008" name="Google Shape;1008;p105"/>
          <p:cNvPicPr preferRelativeResize="0"/>
          <p:nvPr/>
        </p:nvPicPr>
        <p:blipFill rotWithShape="1">
          <a:blip r:embed="rId4">
            <a:alphaModFix/>
          </a:blip>
          <a:srcRect b="0" l="0" r="0" t="18600"/>
          <a:stretch/>
        </p:blipFill>
        <p:spPr>
          <a:xfrm>
            <a:off x="2133599" y="1216864"/>
            <a:ext cx="6760390" cy="63102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2"/>
                                        </p:tgtEl>
                                        <p:attrNameLst>
                                          <p:attrName>style.visibility</p:attrName>
                                        </p:attrNameLst>
                                      </p:cBhvr>
                                      <p:to>
                                        <p:strVal val="visible"/>
                                      </p:to>
                                    </p:set>
                                    <p:animEffect filter="fade" transition="in">
                                      <p:cBhvr>
                                        <p:cTn dur="1000"/>
                                        <p:tgtEl>
                                          <p:spTgt spid="10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8"/>
                                        </p:tgtEl>
                                        <p:attrNameLst>
                                          <p:attrName>style.visibility</p:attrName>
                                        </p:attrNameLst>
                                      </p:cBhvr>
                                      <p:to>
                                        <p:strVal val="visible"/>
                                      </p:to>
                                    </p:set>
                                    <p:animEffect filter="fade" transition="in">
                                      <p:cBhvr>
                                        <p:cTn dur="1000"/>
                                        <p:tgtEl>
                                          <p:spTgt spid="10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7"/>
                                        </p:tgtEl>
                                        <p:attrNameLst>
                                          <p:attrName>style.visibility</p:attrName>
                                        </p:attrNameLst>
                                      </p:cBhvr>
                                      <p:to>
                                        <p:strVal val="visible"/>
                                      </p:to>
                                    </p:set>
                                    <p:animEffect filter="fade" transition="in">
                                      <p:cBhvr>
                                        <p:cTn dur="1000"/>
                                        <p:tgtEl>
                                          <p:spTgt spid="10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3"/>
                                        </p:tgtEl>
                                        <p:attrNameLst>
                                          <p:attrName>style.visibility</p:attrName>
                                        </p:attrNameLst>
                                      </p:cBhvr>
                                      <p:to>
                                        <p:strVal val="visible"/>
                                      </p:to>
                                    </p:set>
                                    <p:animEffect filter="fade" transition="in">
                                      <p:cBhvr>
                                        <p:cTn dur="1000"/>
                                        <p:tgtEl>
                                          <p:spTgt spid="1003"/>
                                        </p:tgtEl>
                                      </p:cBhvr>
                                    </p:animEffect>
                                  </p:childTnLst>
                                </p:cTn>
                              </p:par>
                              <p:par>
                                <p:cTn fill="hold" nodeType="withEffect" presetClass="entr" presetID="10" presetSubtype="0">
                                  <p:stCondLst>
                                    <p:cond delay="0"/>
                                  </p:stCondLst>
                                  <p:childTnLst>
                                    <p:set>
                                      <p:cBhvr>
                                        <p:cTn dur="1" fill="hold">
                                          <p:stCondLst>
                                            <p:cond delay="0"/>
                                          </p:stCondLst>
                                        </p:cTn>
                                        <p:tgtEl>
                                          <p:spTgt spid="1005"/>
                                        </p:tgtEl>
                                        <p:attrNameLst>
                                          <p:attrName>style.visibility</p:attrName>
                                        </p:attrNameLst>
                                      </p:cBhvr>
                                      <p:to>
                                        <p:strVal val="visible"/>
                                      </p:to>
                                    </p:set>
                                    <p:animEffect filter="fade" transition="in">
                                      <p:cBhvr>
                                        <p:cTn dur="1000"/>
                                        <p:tgtEl>
                                          <p:spTgt spid="1005"/>
                                        </p:tgtEl>
                                      </p:cBhvr>
                                    </p:animEffect>
                                  </p:childTnLst>
                                </p:cTn>
                              </p:par>
                              <p:par>
                                <p:cTn fill="hold" nodeType="withEffect" presetClass="entr" presetID="10" presetSubtype="0">
                                  <p:stCondLst>
                                    <p:cond delay="0"/>
                                  </p:stCondLst>
                                  <p:childTnLst>
                                    <p:set>
                                      <p:cBhvr>
                                        <p:cTn dur="1" fill="hold">
                                          <p:stCondLst>
                                            <p:cond delay="0"/>
                                          </p:stCondLst>
                                        </p:cTn>
                                        <p:tgtEl>
                                          <p:spTgt spid="1004"/>
                                        </p:tgtEl>
                                        <p:attrNameLst>
                                          <p:attrName>style.visibility</p:attrName>
                                        </p:attrNameLst>
                                      </p:cBhvr>
                                      <p:to>
                                        <p:strVal val="visible"/>
                                      </p:to>
                                    </p:set>
                                    <p:animEffect filter="fade" transition="in">
                                      <p:cBhvr>
                                        <p:cTn dur="1000"/>
                                        <p:tgtEl>
                                          <p:spTgt spid="10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3" name="Shape 1013"/>
        <p:cNvGrpSpPr/>
        <p:nvPr/>
      </p:nvGrpSpPr>
      <p:grpSpPr>
        <a:xfrm>
          <a:off x="0" y="0"/>
          <a:ext cx="0" cy="0"/>
          <a:chOff x="0" y="0"/>
          <a:chExt cx="0" cy="0"/>
        </a:xfrm>
      </p:grpSpPr>
      <p:sp>
        <p:nvSpPr>
          <p:cNvPr id="1014" name="Google Shape;1014;p106"/>
          <p:cNvSpPr txBox="1"/>
          <p:nvPr/>
        </p:nvSpPr>
        <p:spPr>
          <a:xfrm>
            <a:off x="0" y="86312"/>
            <a:ext cx="1923068" cy="346249"/>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QUESTION </a:t>
            </a:r>
            <a:r>
              <a:rPr b="1" lang="en-IN" sz="1800">
                <a:solidFill>
                  <a:schemeClr val="lt1"/>
                </a:solidFill>
                <a:latin typeface="Times New Roman"/>
                <a:ea typeface="Times New Roman"/>
                <a:cs typeface="Times New Roman"/>
                <a:sym typeface="Times New Roman"/>
              </a:rPr>
              <a:t>48</a:t>
            </a:r>
            <a:endParaRPr b="1" i="0" sz="1800" u="none" cap="none" strike="noStrike">
              <a:solidFill>
                <a:schemeClr val="lt1"/>
              </a:solidFill>
              <a:latin typeface="Times New Roman"/>
              <a:ea typeface="Times New Roman"/>
              <a:cs typeface="Times New Roman"/>
              <a:sym typeface="Times New Roman"/>
            </a:endParaRPr>
          </a:p>
        </p:txBody>
      </p:sp>
      <p:sp>
        <p:nvSpPr>
          <p:cNvPr id="1015" name="Google Shape;1015;p106"/>
          <p:cNvSpPr txBox="1"/>
          <p:nvPr/>
        </p:nvSpPr>
        <p:spPr>
          <a:xfrm>
            <a:off x="107847" y="991793"/>
            <a:ext cx="1923068" cy="346249"/>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SOLUTION </a:t>
            </a:r>
            <a:r>
              <a:rPr b="1" lang="en-IN" sz="1800">
                <a:solidFill>
                  <a:schemeClr val="lt1"/>
                </a:solidFill>
                <a:latin typeface="Times New Roman"/>
                <a:ea typeface="Times New Roman"/>
                <a:cs typeface="Times New Roman"/>
                <a:sym typeface="Times New Roman"/>
              </a:rPr>
              <a:t>48</a:t>
            </a:r>
            <a:endParaRPr b="1" i="0" sz="1800" u="none" cap="none" strike="noStrike">
              <a:solidFill>
                <a:schemeClr val="lt1"/>
              </a:solidFill>
              <a:latin typeface="Times New Roman"/>
              <a:ea typeface="Times New Roman"/>
              <a:cs typeface="Times New Roman"/>
              <a:sym typeface="Times New Roman"/>
            </a:endParaRPr>
          </a:p>
        </p:txBody>
      </p:sp>
      <p:sp>
        <p:nvSpPr>
          <p:cNvPr id="1016" name="Google Shape;1016;p106"/>
          <p:cNvSpPr txBox="1"/>
          <p:nvPr/>
        </p:nvSpPr>
        <p:spPr>
          <a:xfrm>
            <a:off x="0" y="476385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CORRECT ANSWER </a:t>
            </a:r>
            <a:r>
              <a:rPr b="1" lang="en-IN" sz="1800">
                <a:solidFill>
                  <a:schemeClr val="lt1"/>
                </a:solidFill>
                <a:latin typeface="Times New Roman"/>
                <a:ea typeface="Times New Roman"/>
                <a:cs typeface="Times New Roman"/>
                <a:sym typeface="Times New Roman"/>
              </a:rPr>
              <a:t>48</a:t>
            </a:r>
            <a:endParaRPr b="1" i="0" sz="1800" u="none" cap="none" strike="noStrike">
              <a:solidFill>
                <a:schemeClr val="lt1"/>
              </a:solidFill>
              <a:latin typeface="Times New Roman"/>
              <a:ea typeface="Times New Roman"/>
              <a:cs typeface="Times New Roman"/>
              <a:sym typeface="Times New Roman"/>
            </a:endParaRPr>
          </a:p>
        </p:txBody>
      </p:sp>
      <p:sp>
        <p:nvSpPr>
          <p:cNvPr id="1017" name="Google Shape;1017;p106"/>
          <p:cNvSpPr txBox="1"/>
          <p:nvPr/>
        </p:nvSpPr>
        <p:spPr>
          <a:xfrm>
            <a:off x="3017815" y="4763840"/>
            <a:ext cx="866361" cy="346218"/>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1" i="0" lang="en-IN" sz="1800" u="none" cap="none" strike="noStrike">
                <a:solidFill>
                  <a:schemeClr val="lt1"/>
                </a:solidFill>
                <a:latin typeface="Times New Roman"/>
                <a:ea typeface="Times New Roman"/>
                <a:cs typeface="Times New Roman"/>
                <a:sym typeface="Times New Roman"/>
              </a:rPr>
              <a:t>4864</a:t>
            </a:r>
            <a:endParaRPr/>
          </a:p>
        </p:txBody>
      </p:sp>
      <p:cxnSp>
        <p:nvCxnSpPr>
          <p:cNvPr id="1018" name="Google Shape;1018;p106"/>
          <p:cNvCxnSpPr/>
          <p:nvPr/>
        </p:nvCxnSpPr>
        <p:spPr>
          <a:xfrm>
            <a:off x="2743631" y="4936956"/>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1019" name="Google Shape;1019;p106"/>
          <p:cNvSpPr txBox="1"/>
          <p:nvPr/>
        </p:nvSpPr>
        <p:spPr>
          <a:xfrm>
            <a:off x="107847" y="450256"/>
            <a:ext cx="8105222" cy="338514"/>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IN" sz="1600" u="none" cap="none" strike="noStrike">
                <a:solidFill>
                  <a:schemeClr val="dk1"/>
                </a:solidFill>
                <a:latin typeface="Times New Roman"/>
                <a:ea typeface="Times New Roman"/>
                <a:cs typeface="Times New Roman"/>
                <a:sym typeface="Times New Roman"/>
              </a:rPr>
              <a:t>Calculate the number of parameters in the convolutional layer.</a:t>
            </a:r>
            <a:endParaRPr/>
          </a:p>
        </p:txBody>
      </p:sp>
      <p:pic>
        <p:nvPicPr>
          <p:cNvPr id="1020" name="Google Shape;1020;p106"/>
          <p:cNvPicPr preferRelativeResize="0"/>
          <p:nvPr/>
        </p:nvPicPr>
        <p:blipFill rotWithShape="1">
          <a:blip r:embed="rId3">
            <a:alphaModFix/>
          </a:blip>
          <a:srcRect b="0" l="0" r="0" t="0"/>
          <a:stretch/>
        </p:blipFill>
        <p:spPr>
          <a:xfrm>
            <a:off x="-1327" y="1416050"/>
            <a:ext cx="5261949" cy="1834626"/>
          </a:xfrm>
          <a:prstGeom prst="rect">
            <a:avLst/>
          </a:prstGeom>
          <a:noFill/>
          <a:ln>
            <a:noFill/>
          </a:ln>
        </p:spPr>
      </p:pic>
      <p:pic>
        <p:nvPicPr>
          <p:cNvPr id="1021" name="Google Shape;1021;p106"/>
          <p:cNvPicPr preferRelativeResize="0"/>
          <p:nvPr/>
        </p:nvPicPr>
        <p:blipFill rotWithShape="1">
          <a:blip r:embed="rId4">
            <a:alphaModFix/>
          </a:blip>
          <a:srcRect b="0" l="0" r="0" t="0"/>
          <a:stretch/>
        </p:blipFill>
        <p:spPr>
          <a:xfrm>
            <a:off x="0" y="3360743"/>
            <a:ext cx="6592711" cy="128919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5"/>
                                        </p:tgtEl>
                                        <p:attrNameLst>
                                          <p:attrName>style.visibility</p:attrName>
                                        </p:attrNameLst>
                                      </p:cBhvr>
                                      <p:to>
                                        <p:strVal val="visible"/>
                                      </p:to>
                                    </p:set>
                                    <p:animEffect filter="fade" transition="in">
                                      <p:cBhvr>
                                        <p:cTn dur="1000"/>
                                        <p:tgtEl>
                                          <p:spTgt spid="10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0"/>
                                        </p:tgtEl>
                                        <p:attrNameLst>
                                          <p:attrName>style.visibility</p:attrName>
                                        </p:attrNameLst>
                                      </p:cBhvr>
                                      <p:to>
                                        <p:strVal val="visible"/>
                                      </p:to>
                                    </p:set>
                                    <p:animEffect filter="fade" transition="in">
                                      <p:cBhvr>
                                        <p:cTn dur="1000"/>
                                        <p:tgtEl>
                                          <p:spTgt spid="10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1"/>
                                        </p:tgtEl>
                                        <p:attrNameLst>
                                          <p:attrName>style.visibility</p:attrName>
                                        </p:attrNameLst>
                                      </p:cBhvr>
                                      <p:to>
                                        <p:strVal val="visible"/>
                                      </p:to>
                                    </p:set>
                                    <p:animEffect filter="fade" transition="in">
                                      <p:cBhvr>
                                        <p:cTn dur="1000"/>
                                        <p:tgtEl>
                                          <p:spTgt spid="10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6"/>
                                        </p:tgtEl>
                                        <p:attrNameLst>
                                          <p:attrName>style.visibility</p:attrName>
                                        </p:attrNameLst>
                                      </p:cBhvr>
                                      <p:to>
                                        <p:strVal val="visible"/>
                                      </p:to>
                                    </p:set>
                                    <p:animEffect filter="fade" transition="in">
                                      <p:cBhvr>
                                        <p:cTn dur="500"/>
                                        <p:tgtEl>
                                          <p:spTgt spid="1016"/>
                                        </p:tgtEl>
                                      </p:cBhvr>
                                    </p:animEffect>
                                  </p:childTnLst>
                                </p:cTn>
                              </p:par>
                              <p:par>
                                <p:cTn fill="hold" nodeType="withEffect" presetClass="entr" presetID="10" presetSubtype="0">
                                  <p:stCondLst>
                                    <p:cond delay="0"/>
                                  </p:stCondLst>
                                  <p:childTnLst>
                                    <p:set>
                                      <p:cBhvr>
                                        <p:cTn dur="1" fill="hold">
                                          <p:stCondLst>
                                            <p:cond delay="0"/>
                                          </p:stCondLst>
                                        </p:cTn>
                                        <p:tgtEl>
                                          <p:spTgt spid="1018"/>
                                        </p:tgtEl>
                                        <p:attrNameLst>
                                          <p:attrName>style.visibility</p:attrName>
                                        </p:attrNameLst>
                                      </p:cBhvr>
                                      <p:to>
                                        <p:strVal val="visible"/>
                                      </p:to>
                                    </p:set>
                                    <p:animEffect filter="fade" transition="in">
                                      <p:cBhvr>
                                        <p:cTn dur="500"/>
                                        <p:tgtEl>
                                          <p:spTgt spid="1018"/>
                                        </p:tgtEl>
                                      </p:cBhvr>
                                    </p:animEffect>
                                  </p:childTnLst>
                                </p:cTn>
                              </p:par>
                              <p:par>
                                <p:cTn fill="hold" nodeType="withEffect" presetClass="entr" presetID="10" presetSubtype="0">
                                  <p:stCondLst>
                                    <p:cond delay="0"/>
                                  </p:stCondLst>
                                  <p:childTnLst>
                                    <p:set>
                                      <p:cBhvr>
                                        <p:cTn dur="1" fill="hold">
                                          <p:stCondLst>
                                            <p:cond delay="0"/>
                                          </p:stCondLst>
                                        </p:cTn>
                                        <p:tgtEl>
                                          <p:spTgt spid="1017"/>
                                        </p:tgtEl>
                                        <p:attrNameLst>
                                          <p:attrName>style.visibility</p:attrName>
                                        </p:attrNameLst>
                                      </p:cBhvr>
                                      <p:to>
                                        <p:strVal val="visible"/>
                                      </p:to>
                                    </p:set>
                                    <p:animEffect filter="fade" transition="in">
                                      <p:cBhvr>
                                        <p:cTn dur="500"/>
                                        <p:tgtEl>
                                          <p:spTgt spid="10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p107"/>
          <p:cNvSpPr txBox="1"/>
          <p:nvPr/>
        </p:nvSpPr>
        <p:spPr>
          <a:xfrm>
            <a:off x="0" y="86312"/>
            <a:ext cx="1923068" cy="346249"/>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QUESTION </a:t>
            </a:r>
            <a:r>
              <a:rPr b="1" lang="en-IN" sz="1800">
                <a:solidFill>
                  <a:schemeClr val="lt1"/>
                </a:solidFill>
                <a:latin typeface="Times New Roman"/>
                <a:ea typeface="Times New Roman"/>
                <a:cs typeface="Times New Roman"/>
                <a:sym typeface="Times New Roman"/>
              </a:rPr>
              <a:t>49</a:t>
            </a:r>
            <a:endParaRPr b="1" i="0" sz="1800" u="none" cap="none" strike="noStrike">
              <a:solidFill>
                <a:schemeClr val="lt1"/>
              </a:solidFill>
              <a:latin typeface="Times New Roman"/>
              <a:ea typeface="Times New Roman"/>
              <a:cs typeface="Times New Roman"/>
              <a:sym typeface="Times New Roman"/>
            </a:endParaRPr>
          </a:p>
        </p:txBody>
      </p:sp>
      <p:sp>
        <p:nvSpPr>
          <p:cNvPr id="1028" name="Google Shape;1028;p107"/>
          <p:cNvSpPr txBox="1"/>
          <p:nvPr/>
        </p:nvSpPr>
        <p:spPr>
          <a:xfrm>
            <a:off x="55906" y="1338196"/>
            <a:ext cx="1923068" cy="346249"/>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SOLUTION </a:t>
            </a:r>
            <a:r>
              <a:rPr b="1" lang="en-IN" sz="1800">
                <a:solidFill>
                  <a:schemeClr val="lt1"/>
                </a:solidFill>
                <a:latin typeface="Times New Roman"/>
                <a:ea typeface="Times New Roman"/>
                <a:cs typeface="Times New Roman"/>
                <a:sym typeface="Times New Roman"/>
              </a:rPr>
              <a:t>49</a:t>
            </a:r>
            <a:endParaRPr b="1" i="0" sz="1800" u="none" cap="none" strike="noStrike">
              <a:solidFill>
                <a:schemeClr val="lt1"/>
              </a:solidFill>
              <a:latin typeface="Times New Roman"/>
              <a:ea typeface="Times New Roman"/>
              <a:cs typeface="Times New Roman"/>
              <a:sym typeface="Times New Roman"/>
            </a:endParaRPr>
          </a:p>
        </p:txBody>
      </p:sp>
      <p:sp>
        <p:nvSpPr>
          <p:cNvPr id="1029" name="Google Shape;1029;p107"/>
          <p:cNvSpPr txBox="1"/>
          <p:nvPr/>
        </p:nvSpPr>
        <p:spPr>
          <a:xfrm>
            <a:off x="0" y="476385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CORRECT ANSWER </a:t>
            </a:r>
            <a:r>
              <a:rPr b="1" lang="en-IN" sz="1800">
                <a:solidFill>
                  <a:schemeClr val="lt1"/>
                </a:solidFill>
                <a:latin typeface="Times New Roman"/>
                <a:ea typeface="Times New Roman"/>
                <a:cs typeface="Times New Roman"/>
                <a:sym typeface="Times New Roman"/>
              </a:rPr>
              <a:t>49</a:t>
            </a:r>
            <a:endParaRPr b="1" i="0" sz="1800" u="none" cap="none" strike="noStrike">
              <a:solidFill>
                <a:schemeClr val="lt1"/>
              </a:solidFill>
              <a:latin typeface="Times New Roman"/>
              <a:ea typeface="Times New Roman"/>
              <a:cs typeface="Times New Roman"/>
              <a:sym typeface="Times New Roman"/>
            </a:endParaRPr>
          </a:p>
        </p:txBody>
      </p:sp>
      <p:sp>
        <p:nvSpPr>
          <p:cNvPr id="1030" name="Google Shape;1030;p107"/>
          <p:cNvSpPr txBox="1"/>
          <p:nvPr/>
        </p:nvSpPr>
        <p:spPr>
          <a:xfrm>
            <a:off x="3017815" y="4763840"/>
            <a:ext cx="728797" cy="346218"/>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0</a:t>
            </a:r>
            <a:endParaRPr b="1" i="0" sz="1800" u="none" cap="none" strike="noStrike">
              <a:solidFill>
                <a:schemeClr val="lt1"/>
              </a:solidFill>
              <a:latin typeface="Times New Roman"/>
              <a:ea typeface="Times New Roman"/>
              <a:cs typeface="Times New Roman"/>
              <a:sym typeface="Times New Roman"/>
            </a:endParaRPr>
          </a:p>
        </p:txBody>
      </p:sp>
      <p:cxnSp>
        <p:nvCxnSpPr>
          <p:cNvPr id="1031" name="Google Shape;1031;p107"/>
          <p:cNvCxnSpPr/>
          <p:nvPr/>
        </p:nvCxnSpPr>
        <p:spPr>
          <a:xfrm>
            <a:off x="2743631" y="4936956"/>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1032" name="Google Shape;1032;p107"/>
          <p:cNvSpPr txBox="1"/>
          <p:nvPr/>
        </p:nvSpPr>
        <p:spPr>
          <a:xfrm>
            <a:off x="0" y="535217"/>
            <a:ext cx="8885054"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IN" sz="1800" u="none" cap="none" strike="noStrike">
                <a:solidFill>
                  <a:schemeClr val="dk1"/>
                </a:solidFill>
                <a:latin typeface="Times New Roman"/>
                <a:ea typeface="Times New Roman"/>
                <a:cs typeface="Times New Roman"/>
                <a:sym typeface="Times New Roman"/>
              </a:rPr>
              <a:t>Assume that the convolutional layer is followed by a MaxPool layer with kernel size 2 × 2.</a:t>
            </a:r>
            <a:endParaRPr/>
          </a:p>
          <a:p>
            <a:pPr indent="0" lvl="0" marL="0" marR="0" rtl="0" algn="just">
              <a:lnSpc>
                <a:spcPct val="100000"/>
              </a:lnSpc>
              <a:spcBef>
                <a:spcPts val="0"/>
              </a:spcBef>
              <a:spcAft>
                <a:spcPts val="0"/>
              </a:spcAft>
              <a:buNone/>
            </a:pPr>
            <a:r>
              <a:rPr b="0" i="0" lang="en-IN" sz="1800" u="none" cap="none" strike="noStrike">
                <a:solidFill>
                  <a:schemeClr val="dk1"/>
                </a:solidFill>
                <a:latin typeface="Times New Roman"/>
                <a:ea typeface="Times New Roman"/>
                <a:cs typeface="Times New Roman"/>
                <a:sym typeface="Times New Roman"/>
              </a:rPr>
              <a:t>Calculate the number of parameters in the pooling layer.</a:t>
            </a:r>
            <a:endParaRPr/>
          </a:p>
        </p:txBody>
      </p:sp>
      <p:pic>
        <p:nvPicPr>
          <p:cNvPr id="1033" name="Google Shape;1033;p107"/>
          <p:cNvPicPr preferRelativeResize="0"/>
          <p:nvPr/>
        </p:nvPicPr>
        <p:blipFill rotWithShape="1">
          <a:blip r:embed="rId3">
            <a:alphaModFix/>
          </a:blip>
          <a:srcRect b="0" l="0" r="0" t="0"/>
          <a:stretch/>
        </p:blipFill>
        <p:spPr>
          <a:xfrm>
            <a:off x="143934" y="2021321"/>
            <a:ext cx="7772400" cy="86082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8"/>
                                        </p:tgtEl>
                                        <p:attrNameLst>
                                          <p:attrName>style.visibility</p:attrName>
                                        </p:attrNameLst>
                                      </p:cBhvr>
                                      <p:to>
                                        <p:strVal val="visible"/>
                                      </p:to>
                                    </p:set>
                                    <p:animEffect filter="fade" transition="in">
                                      <p:cBhvr>
                                        <p:cTn dur="1000"/>
                                        <p:tgtEl>
                                          <p:spTgt spid="10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3"/>
                                        </p:tgtEl>
                                        <p:attrNameLst>
                                          <p:attrName>style.visibility</p:attrName>
                                        </p:attrNameLst>
                                      </p:cBhvr>
                                      <p:to>
                                        <p:strVal val="visible"/>
                                      </p:to>
                                    </p:set>
                                    <p:animEffect filter="fade" transition="in">
                                      <p:cBhvr>
                                        <p:cTn dur="1000"/>
                                        <p:tgtEl>
                                          <p:spTgt spid="10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9"/>
                                        </p:tgtEl>
                                        <p:attrNameLst>
                                          <p:attrName>style.visibility</p:attrName>
                                        </p:attrNameLst>
                                      </p:cBhvr>
                                      <p:to>
                                        <p:strVal val="visible"/>
                                      </p:to>
                                    </p:set>
                                    <p:animEffect filter="fade" transition="in">
                                      <p:cBhvr>
                                        <p:cTn dur="500"/>
                                        <p:tgtEl>
                                          <p:spTgt spid="1029"/>
                                        </p:tgtEl>
                                      </p:cBhvr>
                                    </p:animEffect>
                                  </p:childTnLst>
                                </p:cTn>
                              </p:par>
                              <p:par>
                                <p:cTn fill="hold" nodeType="withEffect" presetClass="entr" presetID="10" presetSubtype="0">
                                  <p:stCondLst>
                                    <p:cond delay="0"/>
                                  </p:stCondLst>
                                  <p:childTnLst>
                                    <p:set>
                                      <p:cBhvr>
                                        <p:cTn dur="1" fill="hold">
                                          <p:stCondLst>
                                            <p:cond delay="0"/>
                                          </p:stCondLst>
                                        </p:cTn>
                                        <p:tgtEl>
                                          <p:spTgt spid="1031"/>
                                        </p:tgtEl>
                                        <p:attrNameLst>
                                          <p:attrName>style.visibility</p:attrName>
                                        </p:attrNameLst>
                                      </p:cBhvr>
                                      <p:to>
                                        <p:strVal val="visible"/>
                                      </p:to>
                                    </p:set>
                                    <p:animEffect filter="fade" transition="in">
                                      <p:cBhvr>
                                        <p:cTn dur="500"/>
                                        <p:tgtEl>
                                          <p:spTgt spid="1031"/>
                                        </p:tgtEl>
                                      </p:cBhvr>
                                    </p:animEffect>
                                  </p:childTnLst>
                                </p:cTn>
                              </p:par>
                              <p:par>
                                <p:cTn fill="hold" nodeType="withEffect" presetClass="entr" presetID="10" presetSubtype="0">
                                  <p:stCondLst>
                                    <p:cond delay="0"/>
                                  </p:stCondLst>
                                  <p:childTnLst>
                                    <p:set>
                                      <p:cBhvr>
                                        <p:cTn dur="1" fill="hold">
                                          <p:stCondLst>
                                            <p:cond delay="0"/>
                                          </p:stCondLst>
                                        </p:cTn>
                                        <p:tgtEl>
                                          <p:spTgt spid="1030"/>
                                        </p:tgtEl>
                                        <p:attrNameLst>
                                          <p:attrName>style.visibility</p:attrName>
                                        </p:attrNameLst>
                                      </p:cBhvr>
                                      <p:to>
                                        <p:strVal val="visible"/>
                                      </p:to>
                                    </p:set>
                                    <p:animEffect filter="fade" transition="in">
                                      <p:cBhvr>
                                        <p:cTn dur="500"/>
                                        <p:tgtEl>
                                          <p:spTgt spid="10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 name="Shape 1038"/>
        <p:cNvGrpSpPr/>
        <p:nvPr/>
      </p:nvGrpSpPr>
      <p:grpSpPr>
        <a:xfrm>
          <a:off x="0" y="0"/>
          <a:ext cx="0" cy="0"/>
          <a:chOff x="0" y="0"/>
          <a:chExt cx="0" cy="0"/>
        </a:xfrm>
      </p:grpSpPr>
      <p:sp>
        <p:nvSpPr>
          <p:cNvPr id="1039" name="Google Shape;1039;p108"/>
          <p:cNvSpPr txBox="1"/>
          <p:nvPr/>
        </p:nvSpPr>
        <p:spPr>
          <a:xfrm>
            <a:off x="0" y="33442"/>
            <a:ext cx="1923000" cy="346200"/>
          </a:xfrm>
          <a:prstGeom prst="rect">
            <a:avLst/>
          </a:prstGeom>
          <a:solidFill>
            <a:srgbClr val="FF0000"/>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QUESTION </a:t>
            </a:r>
            <a:r>
              <a:rPr b="1" lang="en-IN" sz="1800">
                <a:solidFill>
                  <a:schemeClr val="lt1"/>
                </a:solidFill>
                <a:latin typeface="Times New Roman"/>
                <a:ea typeface="Times New Roman"/>
                <a:cs typeface="Times New Roman"/>
                <a:sym typeface="Times New Roman"/>
              </a:rPr>
              <a:t>5</a:t>
            </a:r>
            <a:r>
              <a:rPr b="1" i="0" lang="en-IN" sz="1800" u="none" cap="none" strike="noStrike">
                <a:solidFill>
                  <a:schemeClr val="lt1"/>
                </a:solidFill>
                <a:latin typeface="Times New Roman"/>
                <a:ea typeface="Times New Roman"/>
                <a:cs typeface="Times New Roman"/>
                <a:sym typeface="Times New Roman"/>
              </a:rPr>
              <a:t>0</a:t>
            </a:r>
            <a:endParaRPr b="1" i="0" sz="1800" u="none" cap="none" strike="noStrike">
              <a:solidFill>
                <a:schemeClr val="lt1"/>
              </a:solidFill>
              <a:latin typeface="Times New Roman"/>
              <a:ea typeface="Times New Roman"/>
              <a:cs typeface="Times New Roman"/>
              <a:sym typeface="Times New Roman"/>
            </a:endParaRPr>
          </a:p>
        </p:txBody>
      </p:sp>
      <p:sp>
        <p:nvSpPr>
          <p:cNvPr id="1040" name="Google Shape;1040;p108"/>
          <p:cNvSpPr txBox="1"/>
          <p:nvPr/>
        </p:nvSpPr>
        <p:spPr>
          <a:xfrm>
            <a:off x="-1" y="1314663"/>
            <a:ext cx="1923000" cy="346200"/>
          </a:xfrm>
          <a:prstGeom prst="rect">
            <a:avLst/>
          </a:prstGeom>
          <a:solidFill>
            <a:srgbClr val="2E75B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SOLUTION </a:t>
            </a:r>
            <a:r>
              <a:rPr b="1" lang="en-IN" sz="1800">
                <a:solidFill>
                  <a:schemeClr val="lt1"/>
                </a:solidFill>
                <a:latin typeface="Times New Roman"/>
                <a:ea typeface="Times New Roman"/>
                <a:cs typeface="Times New Roman"/>
                <a:sym typeface="Times New Roman"/>
              </a:rPr>
              <a:t>5</a:t>
            </a:r>
            <a:r>
              <a:rPr b="1" i="0" lang="en-IN" sz="1800" u="none" cap="none" strike="noStrike">
                <a:solidFill>
                  <a:schemeClr val="lt1"/>
                </a:solidFill>
                <a:latin typeface="Times New Roman"/>
                <a:ea typeface="Times New Roman"/>
                <a:cs typeface="Times New Roman"/>
                <a:sym typeface="Times New Roman"/>
              </a:rPr>
              <a:t>0</a:t>
            </a:r>
            <a:endParaRPr b="1" i="0" sz="1800" u="none" cap="none" strike="noStrike">
              <a:solidFill>
                <a:schemeClr val="lt1"/>
              </a:solidFill>
              <a:latin typeface="Times New Roman"/>
              <a:ea typeface="Times New Roman"/>
              <a:cs typeface="Times New Roman"/>
              <a:sym typeface="Times New Roman"/>
            </a:endParaRPr>
          </a:p>
        </p:txBody>
      </p:sp>
      <p:sp>
        <p:nvSpPr>
          <p:cNvPr id="1041" name="Google Shape;1041;p108"/>
          <p:cNvSpPr txBox="1"/>
          <p:nvPr/>
        </p:nvSpPr>
        <p:spPr>
          <a:xfrm>
            <a:off x="-1" y="4763840"/>
            <a:ext cx="2688600" cy="346200"/>
          </a:xfrm>
          <a:prstGeom prst="rect">
            <a:avLst/>
          </a:prstGeom>
          <a:solidFill>
            <a:srgbClr val="548135"/>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CORRECT ANSWER </a:t>
            </a:r>
            <a:r>
              <a:rPr b="1" lang="en-IN" sz="1800">
                <a:solidFill>
                  <a:schemeClr val="lt1"/>
                </a:solidFill>
                <a:latin typeface="Times New Roman"/>
                <a:ea typeface="Times New Roman"/>
                <a:cs typeface="Times New Roman"/>
                <a:sym typeface="Times New Roman"/>
              </a:rPr>
              <a:t>5</a:t>
            </a:r>
            <a:r>
              <a:rPr b="1" i="0" lang="en-IN" sz="1800" u="none" cap="none" strike="noStrike">
                <a:solidFill>
                  <a:schemeClr val="lt1"/>
                </a:solidFill>
                <a:latin typeface="Times New Roman"/>
                <a:ea typeface="Times New Roman"/>
                <a:cs typeface="Times New Roman"/>
                <a:sym typeface="Times New Roman"/>
              </a:rPr>
              <a:t>0</a:t>
            </a:r>
            <a:endParaRPr b="1" i="0" sz="1800" u="none" cap="none" strike="noStrike">
              <a:solidFill>
                <a:schemeClr val="lt1"/>
              </a:solidFill>
              <a:latin typeface="Times New Roman"/>
              <a:ea typeface="Times New Roman"/>
              <a:cs typeface="Times New Roman"/>
              <a:sym typeface="Times New Roman"/>
            </a:endParaRPr>
          </a:p>
        </p:txBody>
      </p:sp>
      <p:sp>
        <p:nvSpPr>
          <p:cNvPr id="1042" name="Google Shape;1042;p108"/>
          <p:cNvSpPr txBox="1"/>
          <p:nvPr/>
        </p:nvSpPr>
        <p:spPr>
          <a:xfrm>
            <a:off x="3127729" y="4771822"/>
            <a:ext cx="629700" cy="346200"/>
          </a:xfrm>
          <a:prstGeom prst="rect">
            <a:avLst/>
          </a:prstGeom>
          <a:solidFill>
            <a:schemeClr val="accent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Times New Roman"/>
                <a:ea typeface="Times New Roman"/>
                <a:cs typeface="Times New Roman"/>
                <a:sym typeface="Times New Roman"/>
              </a:rPr>
              <a:t>9.25</a:t>
            </a:r>
            <a:endParaRPr b="1" i="0" sz="1800" u="none" cap="none" strike="noStrike">
              <a:solidFill>
                <a:schemeClr val="lt1"/>
              </a:solidFill>
              <a:latin typeface="Times New Roman"/>
              <a:ea typeface="Times New Roman"/>
              <a:cs typeface="Times New Roman"/>
              <a:sym typeface="Times New Roman"/>
            </a:endParaRPr>
          </a:p>
        </p:txBody>
      </p:sp>
      <p:cxnSp>
        <p:nvCxnSpPr>
          <p:cNvPr id="1043" name="Google Shape;1043;p108"/>
          <p:cNvCxnSpPr/>
          <p:nvPr/>
        </p:nvCxnSpPr>
        <p:spPr>
          <a:xfrm>
            <a:off x="2798643" y="4944931"/>
            <a:ext cx="219300" cy="0"/>
          </a:xfrm>
          <a:prstGeom prst="straightConnector1">
            <a:avLst/>
          </a:prstGeom>
          <a:noFill/>
          <a:ln cap="flat" cmpd="sng" w="19050">
            <a:solidFill>
              <a:schemeClr val="accent6"/>
            </a:solidFill>
            <a:prstDash val="solid"/>
            <a:miter lim="800000"/>
            <a:headEnd len="sm" w="sm" type="none"/>
            <a:tailEnd len="med" w="med" type="triangle"/>
          </a:ln>
        </p:spPr>
      </p:cxnSp>
      <p:sp>
        <p:nvSpPr>
          <p:cNvPr id="1044" name="Google Shape;1044;p108"/>
          <p:cNvSpPr txBox="1"/>
          <p:nvPr/>
        </p:nvSpPr>
        <p:spPr>
          <a:xfrm>
            <a:off x="-1" y="445515"/>
            <a:ext cx="8844300" cy="7389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IN" sz="1400" u="none" cap="none" strike="noStrike">
                <a:solidFill>
                  <a:srgbClr val="000000"/>
                </a:solidFill>
                <a:latin typeface="Times New Roman"/>
                <a:ea typeface="Times New Roman"/>
                <a:cs typeface="Times New Roman"/>
                <a:sym typeface="Times New Roman"/>
              </a:rPr>
              <a:t>In an object detection problem, the time taken to generate all proposals is 0.75. There are 4 number of proposals generated. What is the inference time of a Faster RCNN if the convolution time and the time taken by the fully connected layer are 2.25 and 1.75, respectively? Round off the answer to 2 places of decimals.</a:t>
            </a:r>
            <a:endParaRPr/>
          </a:p>
        </p:txBody>
      </p:sp>
      <p:pic>
        <p:nvPicPr>
          <p:cNvPr id="1045" name="Google Shape;1045;p108"/>
          <p:cNvPicPr preferRelativeResize="0"/>
          <p:nvPr/>
        </p:nvPicPr>
        <p:blipFill rotWithShape="1">
          <a:blip r:embed="rId3">
            <a:alphaModFix/>
          </a:blip>
          <a:srcRect b="0" l="0" r="0" t="0"/>
          <a:stretch/>
        </p:blipFill>
        <p:spPr>
          <a:xfrm>
            <a:off x="107093" y="1742986"/>
            <a:ext cx="6458465" cy="2955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0"/>
                                        </p:tgtEl>
                                        <p:attrNameLst>
                                          <p:attrName>style.visibility</p:attrName>
                                        </p:attrNameLst>
                                      </p:cBhvr>
                                      <p:to>
                                        <p:strVal val="visible"/>
                                      </p:to>
                                    </p:set>
                                    <p:animEffect filter="fade" transition="in">
                                      <p:cBhvr>
                                        <p:cTn dur="1000"/>
                                        <p:tgtEl>
                                          <p:spTgt spid="10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5"/>
                                        </p:tgtEl>
                                        <p:attrNameLst>
                                          <p:attrName>style.visibility</p:attrName>
                                        </p:attrNameLst>
                                      </p:cBhvr>
                                      <p:to>
                                        <p:strVal val="visible"/>
                                      </p:to>
                                    </p:set>
                                    <p:animEffect filter="fade" transition="in">
                                      <p:cBhvr>
                                        <p:cTn dur="1000"/>
                                        <p:tgtEl>
                                          <p:spTgt spid="10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1"/>
                                        </p:tgtEl>
                                        <p:attrNameLst>
                                          <p:attrName>style.visibility</p:attrName>
                                        </p:attrNameLst>
                                      </p:cBhvr>
                                      <p:to>
                                        <p:strVal val="visible"/>
                                      </p:to>
                                    </p:set>
                                    <p:animEffect filter="fade" transition="in">
                                      <p:cBhvr>
                                        <p:cTn dur="500"/>
                                        <p:tgtEl>
                                          <p:spTgt spid="1041"/>
                                        </p:tgtEl>
                                      </p:cBhvr>
                                    </p:animEffect>
                                  </p:childTnLst>
                                </p:cTn>
                              </p:par>
                              <p:par>
                                <p:cTn fill="hold" nodeType="withEffect" presetClass="entr" presetID="10" presetSubtype="0">
                                  <p:stCondLst>
                                    <p:cond delay="0"/>
                                  </p:stCondLst>
                                  <p:childTnLst>
                                    <p:set>
                                      <p:cBhvr>
                                        <p:cTn dur="1" fill="hold">
                                          <p:stCondLst>
                                            <p:cond delay="0"/>
                                          </p:stCondLst>
                                        </p:cTn>
                                        <p:tgtEl>
                                          <p:spTgt spid="1043"/>
                                        </p:tgtEl>
                                        <p:attrNameLst>
                                          <p:attrName>style.visibility</p:attrName>
                                        </p:attrNameLst>
                                      </p:cBhvr>
                                      <p:to>
                                        <p:strVal val="visible"/>
                                      </p:to>
                                    </p:set>
                                    <p:animEffect filter="fade" transition="in">
                                      <p:cBhvr>
                                        <p:cTn dur="500"/>
                                        <p:tgtEl>
                                          <p:spTgt spid="1043"/>
                                        </p:tgtEl>
                                      </p:cBhvr>
                                    </p:animEffect>
                                  </p:childTnLst>
                                </p:cTn>
                              </p:par>
                              <p:par>
                                <p:cTn fill="hold" nodeType="withEffect" presetClass="entr" presetID="10" presetSubtype="0">
                                  <p:stCondLst>
                                    <p:cond delay="0"/>
                                  </p:stCondLst>
                                  <p:childTnLst>
                                    <p:set>
                                      <p:cBhvr>
                                        <p:cTn dur="1" fill="hold">
                                          <p:stCondLst>
                                            <p:cond delay="0"/>
                                          </p:stCondLst>
                                        </p:cTn>
                                        <p:tgtEl>
                                          <p:spTgt spid="1042"/>
                                        </p:tgtEl>
                                        <p:attrNameLst>
                                          <p:attrName>style.visibility</p:attrName>
                                        </p:attrNameLst>
                                      </p:cBhvr>
                                      <p:to>
                                        <p:strVal val="visible"/>
                                      </p:to>
                                    </p:set>
                                    <p:animEffect filter="fade" transition="in">
                                      <p:cBhvr>
                                        <p:cTn dur="500"/>
                                        <p:tgtEl>
                                          <p:spTgt spid="10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9" name="Shape 1049"/>
        <p:cNvGrpSpPr/>
        <p:nvPr/>
      </p:nvGrpSpPr>
      <p:grpSpPr>
        <a:xfrm>
          <a:off x="0" y="0"/>
          <a:ext cx="0" cy="0"/>
          <a:chOff x="0" y="0"/>
          <a:chExt cx="0" cy="0"/>
        </a:xfrm>
      </p:grpSpPr>
      <p:pic>
        <p:nvPicPr>
          <p:cNvPr id="1050" name="Google Shape;1050;p109"/>
          <p:cNvPicPr preferRelativeResize="0"/>
          <p:nvPr/>
        </p:nvPicPr>
        <p:blipFill>
          <a:blip r:embed="rId3">
            <a:alphaModFix/>
          </a:blip>
          <a:stretch>
            <a:fillRect/>
          </a:stretch>
        </p:blipFill>
        <p:spPr>
          <a:xfrm>
            <a:off x="0" y="0"/>
            <a:ext cx="3743576" cy="5143501"/>
          </a:xfrm>
          <a:prstGeom prst="rect">
            <a:avLst/>
          </a:prstGeom>
          <a:noFill/>
          <a:ln>
            <a:noFill/>
          </a:ln>
        </p:spPr>
      </p:pic>
      <p:pic>
        <p:nvPicPr>
          <p:cNvPr id="1051" name="Google Shape;1051;p109"/>
          <p:cNvPicPr preferRelativeResize="0"/>
          <p:nvPr/>
        </p:nvPicPr>
        <p:blipFill rotWithShape="1">
          <a:blip r:embed="rId4">
            <a:alphaModFix/>
          </a:blip>
          <a:srcRect b="5464" l="0" r="0" t="0"/>
          <a:stretch/>
        </p:blipFill>
        <p:spPr>
          <a:xfrm>
            <a:off x="3703165" y="0"/>
            <a:ext cx="5440836" cy="5143499"/>
          </a:xfrm>
          <a:prstGeom prst="rect">
            <a:avLst/>
          </a:prstGeom>
          <a:noFill/>
          <a:ln>
            <a:noFill/>
          </a:ln>
        </p:spPr>
      </p:pic>
      <p:sp>
        <p:nvSpPr>
          <p:cNvPr id="1052" name="Google Shape;1052;p109"/>
          <p:cNvSpPr txBox="1"/>
          <p:nvPr/>
        </p:nvSpPr>
        <p:spPr>
          <a:xfrm>
            <a:off x="3703225" y="4758125"/>
            <a:ext cx="5440800" cy="3858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IN">
                <a:solidFill>
                  <a:schemeClr val="lt1"/>
                </a:solidFill>
                <a:latin typeface="Calibri"/>
                <a:ea typeface="Calibri"/>
                <a:cs typeface="Calibri"/>
                <a:sym typeface="Calibri"/>
              </a:rPr>
              <a:t>Contact me: </a:t>
            </a:r>
            <a:r>
              <a:rPr lang="en-IN" u="sng">
                <a:solidFill>
                  <a:srgbClr val="00FFFF"/>
                </a:solidFill>
                <a:latin typeface="Calibri"/>
                <a:ea typeface="Calibri"/>
                <a:cs typeface="Calibri"/>
                <a:sym typeface="Calibri"/>
                <a:hlinkClick r:id="rId5">
                  <a:extLst>
                    <a:ext uri="{A12FA001-AC4F-418D-AE19-62706E023703}">
                      <ahyp:hlinkClr val="tx"/>
                    </a:ext>
                  </a:extLst>
                </a:hlinkClick>
              </a:rPr>
              <a:t>https://sites.google.com/view/ayans-agribot/home</a:t>
            </a:r>
            <a:endParaRPr>
              <a:solidFill>
                <a:srgbClr val="00FFFF"/>
              </a:solidFill>
              <a:latin typeface="Calibri"/>
              <a:ea typeface="Calibri"/>
              <a:cs typeface="Calibri"/>
              <a:sym typeface="Calibri"/>
            </a:endParaRPr>
          </a:p>
          <a:p>
            <a:pPr indent="0" lvl="0" marL="0" rtl="0" algn="r">
              <a:spcBef>
                <a:spcPts val="0"/>
              </a:spcBef>
              <a:spcAft>
                <a:spcPts val="0"/>
              </a:spcAft>
              <a:buNone/>
            </a:pPr>
            <a:r>
              <a:rPr lang="en-IN">
                <a:solidFill>
                  <a:schemeClr val="lt1"/>
                </a:solidFill>
                <a:latin typeface="Calibri"/>
                <a:ea typeface="Calibri"/>
                <a:cs typeface="Calibri"/>
                <a:sym typeface="Calibri"/>
              </a:rPr>
              <a:t>  </a:t>
            </a:r>
            <a:endParaRPr>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