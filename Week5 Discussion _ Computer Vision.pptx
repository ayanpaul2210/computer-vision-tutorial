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21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22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3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70" r:id="rId4"/>
    <p:sldMasterId id="2147483671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</p:sldIdLst>
  <p:sldSz cy="5143500" cx="9144000"/>
  <p:notesSz cx="6858000" cy="9144000"/>
  <p:embeddedFontLst>
    <p:embeddedFont>
      <p:font typeface="Nunito"/>
      <p:regular r:id="rId30"/>
      <p:bold r:id="rId31"/>
      <p:italic r:id="rId32"/>
      <p:boldItalic r:id="rId33"/>
    </p:embeddedFont>
    <p:embeddedFont>
      <p:font typeface="Arial Black"/>
      <p:regular r:id="rId3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29" Type="http://schemas.openxmlformats.org/officeDocument/2006/relationships/slide" Target="slides/slide23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font" Target="fonts/Nunito-bold.fntdata"/><Relationship Id="rId30" Type="http://schemas.openxmlformats.org/officeDocument/2006/relationships/font" Target="fonts/Nunito-regular.fntdata"/><Relationship Id="rId11" Type="http://schemas.openxmlformats.org/officeDocument/2006/relationships/slide" Target="slides/slide5.xml"/><Relationship Id="rId33" Type="http://schemas.openxmlformats.org/officeDocument/2006/relationships/font" Target="fonts/Nunito-boldItalic.fntdata"/><Relationship Id="rId10" Type="http://schemas.openxmlformats.org/officeDocument/2006/relationships/slide" Target="slides/slide4.xml"/><Relationship Id="rId32" Type="http://schemas.openxmlformats.org/officeDocument/2006/relationships/font" Target="fonts/Nunito-italic.fntdata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34" Type="http://schemas.openxmlformats.org/officeDocument/2006/relationships/font" Target="fonts/ArialBlack-regular.fntdata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g37b82f11921_2_7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27" name="Google Shape;127;g37b82f11921_2_7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g37b82f11921_2_8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" name="Google Shape;137;g37b82f11921_2_85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g37b82f11921_0_8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" name="Google Shape;151;g37b82f11921_0_8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g37b82f11921_2_1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0" name="Google Shape;170;g37b82f11921_2_115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g382fe6fbe38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2" name="Google Shape;182;g382fe6fbe38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g37b82f11921_2_1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9" name="Google Shape;189;g37b82f11921_2_126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g37b82f11921_2_1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2" name="Google Shape;202;g37b82f11921_2_138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g37b82f11921_2_1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4" name="Google Shape;214;g37b82f11921_2_149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g37b82f11921_2_1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3" name="Google Shape;223;g37b82f11921_2_157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g37b82f11921_0_17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0" name="Google Shape;230;g37b82f11921_0_17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28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g37b82f11921_0_19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3" name="Google Shape;243;g37b82f11921_0_19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2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g37b82f11921_0_20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4" name="Google Shape;254;g37b82f11921_0_20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3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g37b82f11921_2_16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65" name="Google Shape;265;g37b82f11921_2_16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9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g37b82f11921_2_16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1" name="Google Shape;271;g37b82f11921_2_16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72" name="Google Shape;272;g37b82f11921_2_16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4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g37b82f11921_2_18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86" name="Google Shape;286;g37b82f11921_2_18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87" name="Google Shape;287;g37b82f11921_2_18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Google Shape;302;g37b82f11921_2_19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03" name="Google Shape;303;g37b82f11921_2_19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04" name="Google Shape;304;g37b82f11921_2_19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5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Google Shape;316;g37b82f11921_2_2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17" name="Google Shape;317;g37b82f11921_2_2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18" name="Google Shape;318;g37b82f11921_2_21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1" name="Shape 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Google Shape;332;g37b82f11921_2_22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33" name="Google Shape;333;g37b82f11921_2_22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34" name="Google Shape;334;g37b82f11921_2_22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8" name="Shape 3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" name="Google Shape;349;g37b82f11921_2_24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50" name="Google Shape;350;g37b82f11921_2_24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51" name="Google Shape;351;g37b82f11921_2_24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2" name="Shape 3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" name="Google Shape;363;g37b82f11921_2_25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64" name="Google Shape;364;g37b82f11921_2_25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65" name="Google Shape;365;g37b82f11921_2_25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5" name="Shape 3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6" name="Google Shape;376;g37b82f11921_2_26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77" name="Google Shape;377;g37b82f11921_2_26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78" name="Google Shape;378;g37b82f11921_2_26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2" name="Shape 3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3" name="Google Shape;393;g37b82f11921_2_28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94" name="Google Shape;394;g37b82f11921_2_28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95" name="Google Shape;395;g37b82f11921_2_28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4" name="Shape 4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5" name="Google Shape;405;g37b82f11921_2_29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06" name="Google Shape;406;g37b82f11921_2_29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407" name="Google Shape;407;g37b82f11921_2_29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4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8" name="Google Shape;58;p14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9" name="Google Shape;59;p14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5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2" name="Google Shape;62;p15"/>
          <p:cNvSpPr txBox="1"/>
          <p:nvPr>
            <p:ph idx="1" type="body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63" name="Google Shape;63;p15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4" name="Google Shape;64;p15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5" name="Google Shape;65;p15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6"/>
          <p:cNvSpPr txBox="1"/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45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8" name="Google Shape;68;p16"/>
          <p:cNvSpPr txBox="1"/>
          <p:nvPr>
            <p:ph idx="1" type="subTitle"/>
          </p:nvPr>
        </p:nvSpPr>
        <p:spPr>
          <a:xfrm>
            <a:off x="1143000" y="2701528"/>
            <a:ext cx="6858000" cy="124182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lv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69" name="Google Shape;69;p16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0" name="Google Shape;70;p16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1" name="Google Shape;71;p16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7"/>
          <p:cNvSpPr txBox="1"/>
          <p:nvPr>
            <p:ph type="title"/>
          </p:nvPr>
        </p:nvSpPr>
        <p:spPr>
          <a:xfrm>
            <a:off x="623888" y="1282304"/>
            <a:ext cx="7886700" cy="2139553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45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4" name="Google Shape;74;p17"/>
          <p:cNvSpPr txBox="1"/>
          <p:nvPr>
            <p:ph idx="1" type="body"/>
          </p:nvPr>
        </p:nvSpPr>
        <p:spPr>
          <a:xfrm>
            <a:off x="623888" y="3442097"/>
            <a:ext cx="7886700" cy="112514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75" name="Google Shape;75;p17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6" name="Google Shape;76;p17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7" name="Google Shape;77;p17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8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0" name="Google Shape;80;p18"/>
          <p:cNvSpPr txBox="1"/>
          <p:nvPr>
            <p:ph idx="1" type="body"/>
          </p:nvPr>
        </p:nvSpPr>
        <p:spPr>
          <a:xfrm>
            <a:off x="6286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81" name="Google Shape;81;p18"/>
          <p:cNvSpPr txBox="1"/>
          <p:nvPr>
            <p:ph idx="2" type="body"/>
          </p:nvPr>
        </p:nvSpPr>
        <p:spPr>
          <a:xfrm>
            <a:off x="46291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82" name="Google Shape;82;p18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3" name="Google Shape;83;p18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4" name="Google Shape;84;p18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9"/>
          <p:cNvSpPr txBox="1"/>
          <p:nvPr>
            <p:ph type="title"/>
          </p:nvPr>
        </p:nvSpPr>
        <p:spPr>
          <a:xfrm>
            <a:off x="629841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7" name="Google Shape;87;p19"/>
          <p:cNvSpPr txBox="1"/>
          <p:nvPr>
            <p:ph idx="1" type="body"/>
          </p:nvPr>
        </p:nvSpPr>
        <p:spPr>
          <a:xfrm>
            <a:off x="629841" y="1260872"/>
            <a:ext cx="3868340" cy="617934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88" name="Google Shape;88;p19"/>
          <p:cNvSpPr txBox="1"/>
          <p:nvPr>
            <p:ph idx="2" type="body"/>
          </p:nvPr>
        </p:nvSpPr>
        <p:spPr>
          <a:xfrm>
            <a:off x="629841" y="1878806"/>
            <a:ext cx="3868340" cy="276344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89" name="Google Shape;89;p19"/>
          <p:cNvSpPr txBox="1"/>
          <p:nvPr>
            <p:ph idx="3" type="body"/>
          </p:nvPr>
        </p:nvSpPr>
        <p:spPr>
          <a:xfrm>
            <a:off x="4629150" y="1260872"/>
            <a:ext cx="3887391" cy="617934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90" name="Google Shape;90;p19"/>
          <p:cNvSpPr txBox="1"/>
          <p:nvPr>
            <p:ph idx="4" type="body"/>
          </p:nvPr>
        </p:nvSpPr>
        <p:spPr>
          <a:xfrm>
            <a:off x="4629150" y="1878806"/>
            <a:ext cx="3887391" cy="276344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91" name="Google Shape;91;p19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2" name="Google Shape;92;p19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3" name="Google Shape;93;p19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0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6" name="Google Shape;96;p20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7" name="Google Shape;97;p20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8" name="Google Shape;98;p20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21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01" name="Google Shape;101;p21"/>
          <p:cNvSpPr txBox="1"/>
          <p:nvPr>
            <p:ph idx="1" type="body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810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6195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indent="-3429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2385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indent="-32385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indent="-32385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indent="-32385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indent="-32385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indent="-32385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/>
        </p:txBody>
      </p:sp>
      <p:sp>
        <p:nvSpPr>
          <p:cNvPr id="102" name="Google Shape;102;p21"/>
          <p:cNvSpPr txBox="1"/>
          <p:nvPr>
            <p:ph idx="2" type="body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103" name="Google Shape;103;p21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04" name="Google Shape;104;p21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05" name="Google Shape;105;p21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22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08" name="Google Shape;108;p22"/>
          <p:cNvSpPr/>
          <p:nvPr>
            <p:ph idx="2" type="pic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</p:sp>
      <p:sp>
        <p:nvSpPr>
          <p:cNvPr id="109" name="Google Shape;109;p22"/>
          <p:cNvSpPr txBox="1"/>
          <p:nvPr>
            <p:ph idx="1" type="body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110" name="Google Shape;110;p22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11" name="Google Shape;111;p22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12" name="Google Shape;112;p22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3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15" name="Google Shape;115;p23"/>
          <p:cNvSpPr txBox="1"/>
          <p:nvPr>
            <p:ph idx="1" type="body"/>
          </p:nvPr>
        </p:nvSpPr>
        <p:spPr>
          <a:xfrm rot="5400000">
            <a:off x="2940248" y="-942379"/>
            <a:ext cx="3263504" cy="7886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16" name="Google Shape;116;p23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17" name="Google Shape;117;p23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18" name="Google Shape;118;p23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24"/>
          <p:cNvSpPr txBox="1"/>
          <p:nvPr>
            <p:ph type="title"/>
          </p:nvPr>
        </p:nvSpPr>
        <p:spPr>
          <a:xfrm rot="5400000">
            <a:off x="5350073" y="1467445"/>
            <a:ext cx="4358879" cy="1971675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21" name="Google Shape;121;p24"/>
          <p:cNvSpPr txBox="1"/>
          <p:nvPr>
            <p:ph idx="1" type="body"/>
          </p:nvPr>
        </p:nvSpPr>
        <p:spPr>
          <a:xfrm rot="5400000">
            <a:off x="1349573" y="-447080"/>
            <a:ext cx="4358879" cy="5800725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22" name="Google Shape;122;p24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23" name="Google Shape;123;p24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24" name="Google Shape;124;p24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20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  <a:defRPr b="0" i="0" sz="3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2" name="Google Shape;52;p13"/>
          <p:cNvSpPr txBox="1"/>
          <p:nvPr>
            <p:ph idx="1" type="body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6195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75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75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3" name="Google Shape;53;p13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4" name="Google Shape;54;p13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5" name="Google Shape;55;p13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4.png"/><Relationship Id="rId4" Type="http://schemas.openxmlformats.org/officeDocument/2006/relationships/image" Target="../media/image10.png"/><Relationship Id="rId5" Type="http://schemas.openxmlformats.org/officeDocument/2006/relationships/image" Target="../media/image1.png"/><Relationship Id="rId6" Type="http://schemas.openxmlformats.org/officeDocument/2006/relationships/image" Target="../media/image5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1.png"/><Relationship Id="rId4" Type="http://schemas.openxmlformats.org/officeDocument/2006/relationships/image" Target="../media/image2.png"/><Relationship Id="rId5" Type="http://schemas.openxmlformats.org/officeDocument/2006/relationships/image" Target="../media/image15.png"/><Relationship Id="rId6" Type="http://schemas.openxmlformats.org/officeDocument/2006/relationships/image" Target="../media/image6.png"/><Relationship Id="rId7" Type="http://schemas.openxmlformats.org/officeDocument/2006/relationships/image" Target="../media/image3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2.png"/><Relationship Id="rId4" Type="http://schemas.openxmlformats.org/officeDocument/2006/relationships/image" Target="../media/image9.png"/><Relationship Id="rId9" Type="http://schemas.openxmlformats.org/officeDocument/2006/relationships/image" Target="../media/image8.png"/><Relationship Id="rId5" Type="http://schemas.openxmlformats.org/officeDocument/2006/relationships/image" Target="../media/image18.png"/><Relationship Id="rId6" Type="http://schemas.openxmlformats.org/officeDocument/2006/relationships/image" Target="../media/image21.png"/><Relationship Id="rId7" Type="http://schemas.openxmlformats.org/officeDocument/2006/relationships/image" Target="../media/image7.png"/><Relationship Id="rId8" Type="http://schemas.openxmlformats.org/officeDocument/2006/relationships/image" Target="../media/image30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4.png"/><Relationship Id="rId4" Type="http://schemas.openxmlformats.org/officeDocument/2006/relationships/image" Target="../media/image13.png"/><Relationship Id="rId5" Type="http://schemas.openxmlformats.org/officeDocument/2006/relationships/image" Target="../media/image32.png"/><Relationship Id="rId6" Type="http://schemas.openxmlformats.org/officeDocument/2006/relationships/image" Target="../media/image19.png"/><Relationship Id="rId7" Type="http://schemas.openxmlformats.org/officeDocument/2006/relationships/image" Target="../media/image16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46.png"/><Relationship Id="rId4" Type="http://schemas.openxmlformats.org/officeDocument/2006/relationships/image" Target="../media/image34.png"/><Relationship Id="rId5" Type="http://schemas.openxmlformats.org/officeDocument/2006/relationships/image" Target="../media/image22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3.png"/><Relationship Id="rId4" Type="http://schemas.openxmlformats.org/officeDocument/2006/relationships/image" Target="../media/image24.png"/><Relationship Id="rId5" Type="http://schemas.openxmlformats.org/officeDocument/2006/relationships/image" Target="../media/image25.png"/><Relationship Id="rId6" Type="http://schemas.openxmlformats.org/officeDocument/2006/relationships/image" Target="../media/image17.png"/><Relationship Id="rId7" Type="http://schemas.openxmlformats.org/officeDocument/2006/relationships/image" Target="../media/image40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0.png"/><Relationship Id="rId4" Type="http://schemas.openxmlformats.org/officeDocument/2006/relationships/image" Target="../media/image35.png"/><Relationship Id="rId5" Type="http://schemas.openxmlformats.org/officeDocument/2006/relationships/image" Target="../media/image29.png"/><Relationship Id="rId6" Type="http://schemas.openxmlformats.org/officeDocument/2006/relationships/image" Target="../media/image28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1.png"/><Relationship Id="rId4" Type="http://schemas.openxmlformats.org/officeDocument/2006/relationships/image" Target="../media/image26.png"/><Relationship Id="rId5" Type="http://schemas.openxmlformats.org/officeDocument/2006/relationships/image" Target="../media/image27.png"/><Relationship Id="rId6" Type="http://schemas.openxmlformats.org/officeDocument/2006/relationships/image" Target="../media/image43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52.png"/><Relationship Id="rId4" Type="http://schemas.openxmlformats.org/officeDocument/2006/relationships/image" Target="../media/image33.png"/><Relationship Id="rId5" Type="http://schemas.openxmlformats.org/officeDocument/2006/relationships/image" Target="../media/image36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9.png"/><Relationship Id="rId4" Type="http://schemas.openxmlformats.org/officeDocument/2006/relationships/image" Target="../media/image38.png"/><Relationship Id="rId5" Type="http://schemas.openxmlformats.org/officeDocument/2006/relationships/image" Target="../media/image37.png"/><Relationship Id="rId6" Type="http://schemas.openxmlformats.org/officeDocument/2006/relationships/image" Target="../media/image66.png"/><Relationship Id="rId7" Type="http://schemas.openxmlformats.org/officeDocument/2006/relationships/image" Target="../media/image41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77.png"/><Relationship Id="rId4" Type="http://schemas.openxmlformats.org/officeDocument/2006/relationships/image" Target="../media/image50.png"/><Relationship Id="rId5" Type="http://schemas.openxmlformats.org/officeDocument/2006/relationships/image" Target="../media/image53.png"/><Relationship Id="rId6" Type="http://schemas.openxmlformats.org/officeDocument/2006/relationships/image" Target="../media/image55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45.png"/><Relationship Id="rId4" Type="http://schemas.openxmlformats.org/officeDocument/2006/relationships/image" Target="../media/image51.png"/><Relationship Id="rId5" Type="http://schemas.openxmlformats.org/officeDocument/2006/relationships/image" Target="../media/image56.png"/><Relationship Id="rId6" Type="http://schemas.openxmlformats.org/officeDocument/2006/relationships/image" Target="../media/image54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44.png"/><Relationship Id="rId4" Type="http://schemas.openxmlformats.org/officeDocument/2006/relationships/image" Target="../media/image42.png"/><Relationship Id="rId5" Type="http://schemas.openxmlformats.org/officeDocument/2006/relationships/image" Target="../media/image47.png"/><Relationship Id="rId6" Type="http://schemas.openxmlformats.org/officeDocument/2006/relationships/image" Target="../media/image48.png"/><Relationship Id="rId7" Type="http://schemas.openxmlformats.org/officeDocument/2006/relationships/image" Target="../media/image59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60.png"/><Relationship Id="rId4" Type="http://schemas.openxmlformats.org/officeDocument/2006/relationships/image" Target="../media/image49.png"/><Relationship Id="rId5" Type="http://schemas.openxmlformats.org/officeDocument/2006/relationships/image" Target="../media/image87.png"/><Relationship Id="rId6" Type="http://schemas.openxmlformats.org/officeDocument/2006/relationships/image" Target="../media/image70.png"/><Relationship Id="rId7" Type="http://schemas.openxmlformats.org/officeDocument/2006/relationships/image" Target="../media/image65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57.png"/><Relationship Id="rId4" Type="http://schemas.openxmlformats.org/officeDocument/2006/relationships/image" Target="../media/image58.png"/><Relationship Id="rId5" Type="http://schemas.openxmlformats.org/officeDocument/2006/relationships/image" Target="../media/image67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64.png"/><Relationship Id="rId4" Type="http://schemas.openxmlformats.org/officeDocument/2006/relationships/image" Target="../media/image62.png"/><Relationship Id="rId5" Type="http://schemas.openxmlformats.org/officeDocument/2006/relationships/image" Target="../media/image69.png"/><Relationship Id="rId6" Type="http://schemas.openxmlformats.org/officeDocument/2006/relationships/image" Target="../media/image61.png"/><Relationship Id="rId7" Type="http://schemas.openxmlformats.org/officeDocument/2006/relationships/image" Target="../media/image68.png"/><Relationship Id="rId8" Type="http://schemas.openxmlformats.org/officeDocument/2006/relationships/image" Target="../media/image63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79.png"/><Relationship Id="rId4" Type="http://schemas.openxmlformats.org/officeDocument/2006/relationships/image" Target="../media/image75.png"/><Relationship Id="rId5" Type="http://schemas.openxmlformats.org/officeDocument/2006/relationships/image" Target="../media/image78.png"/><Relationship Id="rId6" Type="http://schemas.openxmlformats.org/officeDocument/2006/relationships/image" Target="../media/image88.png"/><Relationship Id="rId7" Type="http://schemas.openxmlformats.org/officeDocument/2006/relationships/image" Target="../media/image76.png"/><Relationship Id="rId8" Type="http://schemas.openxmlformats.org/officeDocument/2006/relationships/image" Target="../media/image71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72.png"/><Relationship Id="rId4" Type="http://schemas.openxmlformats.org/officeDocument/2006/relationships/image" Target="../media/image73.png"/><Relationship Id="rId5" Type="http://schemas.openxmlformats.org/officeDocument/2006/relationships/image" Target="../media/image81.png"/><Relationship Id="rId6" Type="http://schemas.openxmlformats.org/officeDocument/2006/relationships/image" Target="../media/image74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80.png"/><Relationship Id="rId4" Type="http://schemas.openxmlformats.org/officeDocument/2006/relationships/image" Target="../media/image92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84.png"/><Relationship Id="rId4" Type="http://schemas.openxmlformats.org/officeDocument/2006/relationships/image" Target="../media/image89.png"/><Relationship Id="rId5" Type="http://schemas.openxmlformats.org/officeDocument/2006/relationships/image" Target="../media/image82.png"/><Relationship Id="rId6" Type="http://schemas.openxmlformats.org/officeDocument/2006/relationships/image" Target="../media/image91.png"/><Relationship Id="rId7" Type="http://schemas.openxmlformats.org/officeDocument/2006/relationships/image" Target="../media/image90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94.png"/><Relationship Id="rId4" Type="http://schemas.openxmlformats.org/officeDocument/2006/relationships/image" Target="../media/image86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93.png"/><Relationship Id="rId4" Type="http://schemas.openxmlformats.org/officeDocument/2006/relationships/image" Target="../media/image83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 amt="80000"/>
          </a:blip>
          <a:stretch>
            <a:fillRect/>
          </a:stretch>
        </a:blipFill>
      </p:bgPr>
    </p:bg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25"/>
          <p:cNvSpPr/>
          <p:nvPr/>
        </p:nvSpPr>
        <p:spPr>
          <a:xfrm>
            <a:off x="2296980" y="128010"/>
            <a:ext cx="4550044" cy="131574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100"/>
              <a:buFont typeface="Arial"/>
              <a:buNone/>
            </a:pPr>
            <a:r>
              <a:rPr b="1" i="0" lang="en" sz="4100" u="none" cap="none" strike="noStrike">
                <a:solidFill>
                  <a:srgbClr val="F7CAAC"/>
                </a:solidFill>
                <a:latin typeface="Calibri"/>
                <a:ea typeface="Calibri"/>
                <a:cs typeface="Calibri"/>
                <a:sym typeface="Calibri"/>
              </a:rPr>
              <a:t>Week-5 (Discussion)</a:t>
            </a:r>
            <a:endParaRPr b="0" i="0" sz="1100" u="none" cap="none" strike="noStrike">
              <a:solidFill>
                <a:srgbClr val="F7CAAC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100"/>
              <a:buFont typeface="Arial"/>
              <a:buNone/>
            </a:pPr>
            <a:r>
              <a:rPr b="1" i="0" lang="en" sz="4100" u="none" cap="none" strike="noStrike">
                <a:solidFill>
                  <a:srgbClr val="F7CAAC"/>
                </a:solidFill>
                <a:latin typeface="Calibri"/>
                <a:ea typeface="Calibri"/>
                <a:cs typeface="Calibri"/>
                <a:sym typeface="Calibri"/>
              </a:rPr>
              <a:t>22</a:t>
            </a:r>
            <a:r>
              <a:rPr b="1" baseline="30000" i="0" lang="en" sz="4100" u="none" cap="none" strike="noStrike">
                <a:solidFill>
                  <a:srgbClr val="F7CAAC"/>
                </a:solidFill>
                <a:latin typeface="Calibri"/>
                <a:ea typeface="Calibri"/>
                <a:cs typeface="Calibri"/>
                <a:sym typeface="Calibri"/>
              </a:rPr>
              <a:t>nd </a:t>
            </a:r>
            <a:r>
              <a:rPr b="1" i="0" lang="en" sz="4100" u="none" cap="none" strike="noStrike">
                <a:solidFill>
                  <a:srgbClr val="F7CAAC"/>
                </a:solidFill>
                <a:latin typeface="Calibri"/>
                <a:ea typeface="Calibri"/>
                <a:cs typeface="Calibri"/>
                <a:sym typeface="Calibri"/>
              </a:rPr>
              <a:t>Aug, 2025</a:t>
            </a:r>
            <a:endParaRPr b="1" i="0" sz="4100" u="none" cap="none" strike="noStrike">
              <a:solidFill>
                <a:srgbClr val="F7CAAC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30" name="Google Shape;130;p2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1911" y="122195"/>
            <a:ext cx="1477652" cy="1477652"/>
          </a:xfrm>
          <a:prstGeom prst="rect">
            <a:avLst/>
          </a:prstGeom>
          <a:noFill/>
          <a:ln>
            <a:noFill/>
          </a:ln>
        </p:spPr>
      </p:pic>
      <p:pic>
        <p:nvPicPr>
          <p:cNvPr id="131" name="Google Shape;131;p2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851774" y="122195"/>
            <a:ext cx="1133573" cy="1269602"/>
          </a:xfrm>
          <a:prstGeom prst="rect">
            <a:avLst/>
          </a:prstGeom>
          <a:noFill/>
          <a:ln>
            <a:noFill/>
          </a:ln>
        </p:spPr>
      </p:pic>
      <p:sp>
        <p:nvSpPr>
          <p:cNvPr id="132" name="Google Shape;132;p25"/>
          <p:cNvSpPr txBox="1"/>
          <p:nvPr/>
        </p:nvSpPr>
        <p:spPr>
          <a:xfrm>
            <a:off x="0" y="1922667"/>
            <a:ext cx="7105200" cy="1915879"/>
          </a:xfrm>
          <a:prstGeom prst="rect">
            <a:avLst/>
          </a:prstGeom>
          <a:solidFill>
            <a:srgbClr val="FBE4D4">
              <a:alpha val="74117"/>
            </a:srgbClr>
          </a:solidFill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0" i="0" lang="en" sz="3000" u="none" cap="none" strike="noStrike">
                <a:solidFill>
                  <a:srgbClr val="AC1684"/>
                </a:solidFill>
                <a:latin typeface="Arial Black"/>
                <a:ea typeface="Arial Black"/>
                <a:cs typeface="Arial Black"/>
                <a:sym typeface="Arial Black"/>
              </a:rPr>
              <a:t>Computer Vision</a:t>
            </a:r>
            <a:endParaRPr b="0" i="0" sz="1800" u="none" cap="none" strike="noStrike">
              <a:solidFill>
                <a:srgbClr val="AC1684"/>
              </a:solidFill>
              <a:latin typeface="Arial Black"/>
              <a:ea typeface="Arial Black"/>
              <a:cs typeface="Arial Black"/>
              <a:sym typeface="Arial Black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n" sz="1500" u="none" cap="none" strike="noStrike">
                <a:solidFill>
                  <a:srgbClr val="AC1684"/>
                </a:solidFill>
                <a:latin typeface="Arial"/>
                <a:ea typeface="Arial"/>
                <a:cs typeface="Arial"/>
                <a:sym typeface="Arial"/>
              </a:rPr>
              <a:t>Prof. Jayanta Mukhopadhyay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n" sz="1500" u="none" cap="none" strike="noStrike">
                <a:solidFill>
                  <a:srgbClr val="AC1684"/>
                </a:solidFill>
                <a:latin typeface="Arial"/>
                <a:ea typeface="Arial"/>
                <a:cs typeface="Arial"/>
                <a:sym typeface="Arial"/>
              </a:rPr>
              <a:t>Professor 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n" sz="1500" u="none" cap="none" strike="noStrike">
                <a:solidFill>
                  <a:srgbClr val="AC1684"/>
                </a:solidFill>
                <a:latin typeface="Arial"/>
                <a:ea typeface="Arial"/>
                <a:cs typeface="Arial"/>
                <a:sym typeface="Arial"/>
              </a:rPr>
              <a:t>Computer Science and Engineering Department</a:t>
            </a:r>
            <a:endParaRPr b="0" i="0" sz="1400" u="none" cap="none" strike="noStrike">
              <a:solidFill>
                <a:srgbClr val="AC1684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n" sz="1500" u="none" cap="none" strike="noStrike">
                <a:solidFill>
                  <a:srgbClr val="AC1684"/>
                </a:solidFill>
                <a:latin typeface="Arial"/>
                <a:ea typeface="Arial"/>
                <a:cs typeface="Arial"/>
                <a:sym typeface="Arial"/>
              </a:rPr>
              <a:t>IIT Kharagpur</a:t>
            </a:r>
            <a:endParaRPr b="0" i="0" sz="1400" u="none" cap="none" strike="noStrike">
              <a:solidFill>
                <a:srgbClr val="AC1684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3" name="Google Shape;133;p25"/>
          <p:cNvSpPr txBox="1"/>
          <p:nvPr/>
        </p:nvSpPr>
        <p:spPr>
          <a:xfrm>
            <a:off x="1" y="3965274"/>
            <a:ext cx="6440864" cy="1073756"/>
          </a:xfrm>
          <a:prstGeom prst="rect">
            <a:avLst/>
          </a:prstGeom>
          <a:solidFill>
            <a:srgbClr val="7030A0"/>
          </a:solidFill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n" sz="1500" u="none" cap="none" strike="noStrike">
                <a:solidFill>
                  <a:srgbClr val="FFF2CC"/>
                </a:solidFill>
                <a:latin typeface="Arial"/>
                <a:ea typeface="Arial"/>
                <a:cs typeface="Arial"/>
                <a:sym typeface="Arial"/>
              </a:rPr>
              <a:t>Ayan Paul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n" sz="1500" u="none" cap="none" strike="noStrike">
                <a:solidFill>
                  <a:srgbClr val="FFF2CC"/>
                </a:solidFill>
                <a:latin typeface="Arial"/>
                <a:ea typeface="Arial"/>
                <a:cs typeface="Arial"/>
                <a:sym typeface="Arial"/>
              </a:rPr>
              <a:t>PMRF Research Scholar 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n" sz="1500" u="none" cap="none" strike="noStrike">
                <a:solidFill>
                  <a:srgbClr val="FFF2CC"/>
                </a:solidFill>
                <a:latin typeface="Arial"/>
                <a:ea typeface="Arial"/>
                <a:cs typeface="Arial"/>
                <a:sym typeface="Arial"/>
              </a:rPr>
              <a:t>IIT Kharagpur</a:t>
            </a:r>
            <a:endParaRPr b="1" i="0" sz="1500" u="none" cap="none" strike="noStrike">
              <a:solidFill>
                <a:srgbClr val="FFF2CC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34" name="Google Shape;134;p2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366084" y="1585053"/>
            <a:ext cx="3777916" cy="355844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26"/>
          <p:cNvSpPr txBox="1"/>
          <p:nvPr/>
        </p:nvSpPr>
        <p:spPr>
          <a:xfrm>
            <a:off x="2957280" y="0"/>
            <a:ext cx="3111747" cy="346218"/>
          </a:xfrm>
          <a:prstGeom prst="rect">
            <a:avLst/>
          </a:prstGeom>
          <a:solidFill>
            <a:srgbClr val="812494"/>
          </a:solidFill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8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singularity constraint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40" name="Google Shape;140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07075" y="764627"/>
            <a:ext cx="2975530" cy="1835887"/>
          </a:xfrm>
          <a:prstGeom prst="rect">
            <a:avLst/>
          </a:prstGeom>
          <a:noFill/>
          <a:ln>
            <a:noFill/>
          </a:ln>
        </p:spPr>
      </p:pic>
      <p:sp>
        <p:nvSpPr>
          <p:cNvPr id="141" name="Google Shape;141;p26"/>
          <p:cNvSpPr txBox="1"/>
          <p:nvPr/>
        </p:nvSpPr>
        <p:spPr>
          <a:xfrm>
            <a:off x="207075" y="397702"/>
            <a:ext cx="2975530" cy="315441"/>
          </a:xfrm>
          <a:prstGeom prst="rect">
            <a:avLst/>
          </a:prstGeom>
          <a:solidFill>
            <a:srgbClr val="F5133A"/>
          </a:solidFill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6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singularity constraint for F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2" name="Google Shape;142;p26"/>
          <p:cNvSpPr txBox="1"/>
          <p:nvPr/>
        </p:nvSpPr>
        <p:spPr>
          <a:xfrm>
            <a:off x="5615620" y="397702"/>
            <a:ext cx="2975530" cy="315441"/>
          </a:xfrm>
          <a:prstGeom prst="rect">
            <a:avLst/>
          </a:prstGeom>
          <a:solidFill>
            <a:srgbClr val="F5133A"/>
          </a:solidFill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6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singularity constraint for E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3" name="Google Shape;143;p26"/>
          <p:cNvSpPr txBox="1"/>
          <p:nvPr/>
        </p:nvSpPr>
        <p:spPr>
          <a:xfrm>
            <a:off x="115588" y="2679521"/>
            <a:ext cx="2886422" cy="315441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6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Parametric representation of F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4" name="Google Shape;144;p26"/>
          <p:cNvSpPr txBox="1"/>
          <p:nvPr/>
        </p:nvSpPr>
        <p:spPr>
          <a:xfrm>
            <a:off x="4513153" y="2600514"/>
            <a:ext cx="3707665" cy="315441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6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Retrieving the camera matrices from F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45" name="Google Shape;145;p2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513153" y="3043432"/>
            <a:ext cx="3785621" cy="198457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6" name="Google Shape;146;p2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927452" y="1125325"/>
            <a:ext cx="2939565" cy="1195517"/>
          </a:xfrm>
          <a:prstGeom prst="rect">
            <a:avLst/>
          </a:prstGeom>
          <a:noFill/>
          <a:ln>
            <a:noFill/>
          </a:ln>
        </p:spPr>
      </p:pic>
      <p:pic>
        <p:nvPicPr>
          <p:cNvPr id="147" name="Google Shape;147;p2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676900" y="770036"/>
            <a:ext cx="3467100" cy="1714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8" name="Google Shape;148;p26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494195" y="2524821"/>
            <a:ext cx="3467100" cy="264008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3" name="Google Shape;153;p2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670322"/>
            <a:ext cx="3436712" cy="1752271"/>
          </a:xfrm>
          <a:prstGeom prst="rect">
            <a:avLst/>
          </a:prstGeom>
          <a:noFill/>
          <a:ln>
            <a:noFill/>
          </a:ln>
        </p:spPr>
      </p:pic>
      <p:sp>
        <p:nvSpPr>
          <p:cNvPr id="154" name="Google Shape;154;p27"/>
          <p:cNvSpPr txBox="1"/>
          <p:nvPr/>
        </p:nvSpPr>
        <p:spPr>
          <a:xfrm>
            <a:off x="330429" y="45686"/>
            <a:ext cx="2850000" cy="561900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6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Property of retrieving the camera matrices from F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5" name="Google Shape;155;p27"/>
          <p:cNvSpPr txBox="1"/>
          <p:nvPr/>
        </p:nvSpPr>
        <p:spPr>
          <a:xfrm>
            <a:off x="4288092" y="184185"/>
            <a:ext cx="1202400" cy="28470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4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Exercise -1</a:t>
            </a:r>
            <a:endParaRPr b="1" i="0" sz="14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6" name="Google Shape;156;p27"/>
          <p:cNvSpPr txBox="1"/>
          <p:nvPr/>
        </p:nvSpPr>
        <p:spPr>
          <a:xfrm>
            <a:off x="7364611" y="184185"/>
            <a:ext cx="1344600" cy="284700"/>
          </a:xfrm>
          <a:prstGeom prst="rect">
            <a:avLst/>
          </a:prstGeom>
          <a:solidFill>
            <a:srgbClr val="385623"/>
          </a:solidFill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4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Solution</a:t>
            </a:r>
            <a:endParaRPr b="1" i="0" sz="14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7" name="Google Shape;157;p27"/>
          <p:cNvSpPr txBox="1"/>
          <p:nvPr/>
        </p:nvSpPr>
        <p:spPr>
          <a:xfrm>
            <a:off x="2718168" y="2424048"/>
            <a:ext cx="2886300" cy="31560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6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Computing scene points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8" name="Google Shape;158;p27"/>
          <p:cNvSpPr txBox="1"/>
          <p:nvPr/>
        </p:nvSpPr>
        <p:spPr>
          <a:xfrm>
            <a:off x="3128788" y="2871589"/>
            <a:ext cx="2886300" cy="284700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Minimizing Reprojection Error</a:t>
            </a:r>
            <a:endParaRPr b="0" i="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59" name="Google Shape;159;p2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454593" y="3372435"/>
            <a:ext cx="2759244" cy="1515851"/>
          </a:xfrm>
          <a:prstGeom prst="rect">
            <a:avLst/>
          </a:prstGeom>
          <a:noFill/>
          <a:ln>
            <a:noFill/>
          </a:ln>
        </p:spPr>
      </p:pic>
      <p:sp>
        <p:nvSpPr>
          <p:cNvPr id="160" name="Google Shape;160;p27"/>
          <p:cNvSpPr txBox="1"/>
          <p:nvPr/>
        </p:nvSpPr>
        <p:spPr>
          <a:xfrm>
            <a:off x="6257578" y="2871590"/>
            <a:ext cx="2886300" cy="284700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Linear triangulation methods</a:t>
            </a:r>
            <a:endParaRPr b="0" i="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61" name="Google Shape;161;p2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257578" y="3283430"/>
            <a:ext cx="2753666" cy="1437657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62" name="Google Shape;162;p27"/>
          <p:cNvGrpSpPr/>
          <p:nvPr/>
        </p:nvGrpSpPr>
        <p:grpSpPr>
          <a:xfrm>
            <a:off x="79328" y="2505878"/>
            <a:ext cx="3248087" cy="2591937"/>
            <a:chOff x="79328" y="2505878"/>
            <a:chExt cx="3248087" cy="2591937"/>
          </a:xfrm>
        </p:grpSpPr>
        <p:pic>
          <p:nvPicPr>
            <p:cNvPr id="163" name="Google Shape;163;p27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79328" y="3420278"/>
              <a:ext cx="3248087" cy="167753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64" name="Google Shape;164;p27"/>
            <p:cNvPicPr preferRelativeResize="0"/>
            <p:nvPr/>
          </p:nvPicPr>
          <p:blipFill rotWithShape="1">
            <a:blip r:embed="rId7">
              <a:alphaModFix/>
            </a:blip>
            <a:srcRect b="0" l="0" r="0" t="0"/>
            <a:stretch/>
          </p:blipFill>
          <p:spPr>
            <a:xfrm>
              <a:off x="228784" y="2505878"/>
              <a:ext cx="1130300" cy="914400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165" name="Google Shape;165;p27" title="cv ta5 3.png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3327414" y="621248"/>
            <a:ext cx="3254796" cy="1650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6" name="Google Shape;166;p27" title="cv ta5 4.png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6643637" y="721263"/>
            <a:ext cx="2494213" cy="1650400"/>
          </a:xfrm>
          <a:prstGeom prst="rect">
            <a:avLst/>
          </a:prstGeom>
          <a:noFill/>
          <a:ln>
            <a:noFill/>
          </a:ln>
        </p:spPr>
      </p:pic>
      <p:sp>
        <p:nvSpPr>
          <p:cNvPr id="167" name="Google Shape;167;p27"/>
          <p:cNvSpPr txBox="1"/>
          <p:nvPr/>
        </p:nvSpPr>
        <p:spPr>
          <a:xfrm>
            <a:off x="1427799" y="2779200"/>
            <a:ext cx="1458600" cy="469500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Computation </a:t>
            </a:r>
            <a:r>
              <a:rPr b="1" lang="en" sz="13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of Structure</a:t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5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16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5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16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5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16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5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6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16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28"/>
          <p:cNvSpPr txBox="1"/>
          <p:nvPr/>
        </p:nvSpPr>
        <p:spPr>
          <a:xfrm>
            <a:off x="451978" y="124550"/>
            <a:ext cx="1202266" cy="284663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4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Exercise -2</a:t>
            </a:r>
            <a:endParaRPr b="1" i="0" sz="14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73" name="Google Shape;173;p28"/>
          <p:cNvSpPr txBox="1"/>
          <p:nvPr/>
        </p:nvSpPr>
        <p:spPr>
          <a:xfrm>
            <a:off x="6046599" y="0"/>
            <a:ext cx="1344506" cy="284663"/>
          </a:xfrm>
          <a:prstGeom prst="rect">
            <a:avLst/>
          </a:prstGeom>
          <a:solidFill>
            <a:srgbClr val="385623"/>
          </a:solidFill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4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Solution</a:t>
            </a:r>
            <a:endParaRPr b="1" i="0" sz="14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74" name="Google Shape;174;p28"/>
          <p:cNvSpPr txBox="1"/>
          <p:nvPr/>
        </p:nvSpPr>
        <p:spPr>
          <a:xfrm>
            <a:off x="1938305" y="2416116"/>
            <a:ext cx="2428500" cy="315600"/>
          </a:xfrm>
          <a:prstGeom prst="rect">
            <a:avLst/>
          </a:prstGeom>
          <a:solidFill>
            <a:srgbClr val="7030A0"/>
          </a:solidFill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6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Line reconstruction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75" name="Google Shape;175;p2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771" y="572951"/>
            <a:ext cx="3319609" cy="158648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6" name="Google Shape;176;p2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335821" y="124538"/>
            <a:ext cx="2844800" cy="1981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7" name="Google Shape;177;p2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197600" y="409213"/>
            <a:ext cx="2946400" cy="2362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8" name="Google Shape;178;p2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581175" y="2823175"/>
            <a:ext cx="3424500" cy="1754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9" name="Google Shape;179;p28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654253" y="2988435"/>
            <a:ext cx="3200400" cy="1981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7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7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7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4" name="Google Shape;184;p2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5725" y="152400"/>
            <a:ext cx="5101925" cy="4731699"/>
          </a:xfrm>
          <a:prstGeom prst="rect">
            <a:avLst/>
          </a:prstGeom>
          <a:noFill/>
          <a:ln>
            <a:noFill/>
          </a:ln>
        </p:spPr>
      </p:pic>
      <p:pic>
        <p:nvPicPr>
          <p:cNvPr id="185" name="Google Shape;185;p2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887850" y="2837150"/>
            <a:ext cx="3564750" cy="14665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86" name="Google Shape;186;p2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664500" y="4238025"/>
            <a:ext cx="5429414" cy="755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18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18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18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30"/>
          <p:cNvSpPr txBox="1"/>
          <p:nvPr/>
        </p:nvSpPr>
        <p:spPr>
          <a:xfrm>
            <a:off x="2538656" y="10846"/>
            <a:ext cx="2806156" cy="315441"/>
          </a:xfrm>
          <a:prstGeom prst="rect">
            <a:avLst/>
          </a:prstGeom>
          <a:solidFill>
            <a:srgbClr val="BF9000"/>
          </a:solidFill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6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Plane-induced Homography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2" name="Google Shape;192;p30"/>
          <p:cNvSpPr txBox="1"/>
          <p:nvPr/>
        </p:nvSpPr>
        <p:spPr>
          <a:xfrm>
            <a:off x="0" y="2747399"/>
            <a:ext cx="4071000" cy="315600"/>
          </a:xfrm>
          <a:prstGeom prst="rect">
            <a:avLst/>
          </a:prstGeom>
          <a:solidFill>
            <a:srgbClr val="7F6000"/>
          </a:solidFill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6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Homography</a:t>
            </a:r>
            <a:r>
              <a:rPr b="1" lang="en" sz="16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-compatible</a:t>
            </a:r>
            <a:r>
              <a:rPr b="1" i="0" lang="en" sz="16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stereo geometry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3" name="Google Shape;193;p30"/>
          <p:cNvSpPr txBox="1"/>
          <p:nvPr/>
        </p:nvSpPr>
        <p:spPr>
          <a:xfrm>
            <a:off x="4436964" y="2345216"/>
            <a:ext cx="2491408" cy="315441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6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Infinite Homography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4" name="Google Shape;194;p30"/>
          <p:cNvSpPr txBox="1"/>
          <p:nvPr/>
        </p:nvSpPr>
        <p:spPr>
          <a:xfrm>
            <a:off x="6673318" y="2926877"/>
            <a:ext cx="2301717" cy="315441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" sz="16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</a:t>
            </a:r>
            <a:r>
              <a:rPr b="1" baseline="-25000" i="0" lang="en" sz="16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⍺  </a:t>
            </a:r>
            <a:r>
              <a:rPr b="1" i="0" lang="en" sz="16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and Vanishing points</a:t>
            </a:r>
            <a:endParaRPr b="1" i="0" sz="16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95" name="Google Shape;195;p3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651408" y="3302917"/>
            <a:ext cx="2492592" cy="1259144"/>
          </a:xfrm>
          <a:prstGeom prst="rect">
            <a:avLst/>
          </a:prstGeom>
          <a:noFill/>
          <a:ln>
            <a:noFill/>
          </a:ln>
        </p:spPr>
      </p:pic>
      <p:pic>
        <p:nvPicPr>
          <p:cNvPr id="196" name="Google Shape;196;p3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60865" y="501421"/>
            <a:ext cx="3810000" cy="2044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7" name="Google Shape;197;p3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850162" y="300817"/>
            <a:ext cx="3498708" cy="1991965"/>
          </a:xfrm>
          <a:prstGeom prst="rect">
            <a:avLst/>
          </a:prstGeom>
          <a:noFill/>
          <a:ln>
            <a:noFill/>
          </a:ln>
        </p:spPr>
      </p:pic>
      <p:pic>
        <p:nvPicPr>
          <p:cNvPr id="198" name="Google Shape;198;p30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284855" y="3145905"/>
            <a:ext cx="3060700" cy="1562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9" name="Google Shape;199;p30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3303350" y="2660650"/>
            <a:ext cx="3139100" cy="23389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9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9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9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9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31"/>
          <p:cNvSpPr txBox="1"/>
          <p:nvPr/>
        </p:nvSpPr>
        <p:spPr>
          <a:xfrm>
            <a:off x="88836" y="26252"/>
            <a:ext cx="2435880" cy="315441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6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Affine epipolar geometry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5" name="Google Shape;205;p31"/>
          <p:cNvSpPr txBox="1"/>
          <p:nvPr/>
        </p:nvSpPr>
        <p:spPr>
          <a:xfrm>
            <a:off x="6164606" y="26252"/>
            <a:ext cx="1595657" cy="284663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4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Affine stereo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6" name="Google Shape;206;p31"/>
          <p:cNvSpPr txBox="1"/>
          <p:nvPr/>
        </p:nvSpPr>
        <p:spPr>
          <a:xfrm>
            <a:off x="773962" y="2602528"/>
            <a:ext cx="1595657" cy="284663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4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Estimating </a:t>
            </a:r>
            <a:r>
              <a:rPr b="1" i="1" lang="en" sz="14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</a:t>
            </a:r>
            <a:r>
              <a:rPr b="1" baseline="-25000" i="1" lang="en" sz="14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</a:t>
            </a:r>
            <a:endParaRPr b="1" i="0" sz="14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07" name="Google Shape;207;p31"/>
          <p:cNvSpPr txBox="1"/>
          <p:nvPr/>
        </p:nvSpPr>
        <p:spPr>
          <a:xfrm>
            <a:off x="5686047" y="2887191"/>
            <a:ext cx="2446817" cy="500107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4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Estimating </a:t>
            </a:r>
            <a:r>
              <a:rPr b="1" i="1" lang="en" sz="14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</a:t>
            </a:r>
            <a:r>
              <a:rPr b="1" baseline="-25000" i="1" lang="en" sz="14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</a:t>
            </a:r>
            <a:endParaRPr b="1" i="1" sz="14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4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(Another approach)</a:t>
            </a:r>
            <a:endParaRPr b="1" i="0" sz="14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208" name="Google Shape;208;p3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27824" y="310915"/>
            <a:ext cx="3975100" cy="2235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9" name="Google Shape;209;p3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496339" y="317265"/>
            <a:ext cx="3301208" cy="2358006"/>
          </a:xfrm>
          <a:prstGeom prst="rect">
            <a:avLst/>
          </a:prstGeom>
          <a:noFill/>
          <a:ln>
            <a:noFill/>
          </a:ln>
        </p:spPr>
      </p:pic>
      <p:pic>
        <p:nvPicPr>
          <p:cNvPr id="210" name="Google Shape;210;p3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27824" y="2744859"/>
            <a:ext cx="3759200" cy="2286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1" name="Google Shape;211;p3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254643" y="3306846"/>
            <a:ext cx="3784600" cy="1689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0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0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0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0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32"/>
          <p:cNvSpPr txBox="1"/>
          <p:nvPr/>
        </p:nvSpPr>
        <p:spPr>
          <a:xfrm>
            <a:off x="3016126" y="0"/>
            <a:ext cx="3111747" cy="346218"/>
          </a:xfrm>
          <a:prstGeom prst="rect">
            <a:avLst/>
          </a:prstGeom>
          <a:solidFill>
            <a:srgbClr val="812494"/>
          </a:solidFill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8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Stereo geometry Summary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17" name="Google Shape;217;p3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466298"/>
            <a:ext cx="4072251" cy="2335719"/>
          </a:xfrm>
          <a:prstGeom prst="rect">
            <a:avLst/>
          </a:prstGeom>
          <a:noFill/>
          <a:ln>
            <a:noFill/>
          </a:ln>
        </p:spPr>
      </p:pic>
      <p:pic>
        <p:nvPicPr>
          <p:cNvPr id="218" name="Google Shape;218;p32"/>
          <p:cNvPicPr preferRelativeResize="0"/>
          <p:nvPr/>
        </p:nvPicPr>
        <p:blipFill rotWithShape="1">
          <a:blip r:embed="rId4">
            <a:alphaModFix/>
          </a:blip>
          <a:srcRect b="0" l="0" r="0" t="7856"/>
          <a:stretch/>
        </p:blipFill>
        <p:spPr>
          <a:xfrm>
            <a:off x="4299168" y="517482"/>
            <a:ext cx="4720714" cy="2148084"/>
          </a:xfrm>
          <a:prstGeom prst="rect">
            <a:avLst/>
          </a:prstGeom>
          <a:noFill/>
          <a:ln>
            <a:noFill/>
          </a:ln>
        </p:spPr>
      </p:pic>
      <p:pic>
        <p:nvPicPr>
          <p:cNvPr id="219" name="Google Shape;219;p3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86051" y="3027323"/>
            <a:ext cx="3886200" cy="1797738"/>
          </a:xfrm>
          <a:prstGeom prst="rect">
            <a:avLst/>
          </a:prstGeom>
          <a:noFill/>
          <a:ln>
            <a:noFill/>
          </a:ln>
        </p:spPr>
      </p:pic>
      <p:pic>
        <p:nvPicPr>
          <p:cNvPr id="220" name="Google Shape;220;p32"/>
          <p:cNvPicPr preferRelativeResize="0"/>
          <p:nvPr/>
        </p:nvPicPr>
        <p:blipFill rotWithShape="1">
          <a:blip r:embed="rId6">
            <a:alphaModFix/>
          </a:blip>
          <a:srcRect b="0" l="577" r="0" t="0"/>
          <a:stretch/>
        </p:blipFill>
        <p:spPr>
          <a:xfrm>
            <a:off x="4082662" y="2665566"/>
            <a:ext cx="4937220" cy="233881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5" name="Google Shape;225;p33"/>
          <p:cNvPicPr preferRelativeResize="0"/>
          <p:nvPr/>
        </p:nvPicPr>
        <p:blipFill rotWithShape="1">
          <a:blip r:embed="rId3">
            <a:alphaModFix/>
          </a:blip>
          <a:srcRect b="0" l="1484" r="0" t="0"/>
          <a:stretch/>
        </p:blipFill>
        <p:spPr>
          <a:xfrm>
            <a:off x="79513" y="112178"/>
            <a:ext cx="4701209" cy="2361164"/>
          </a:xfrm>
          <a:prstGeom prst="rect">
            <a:avLst/>
          </a:prstGeom>
          <a:noFill/>
          <a:ln>
            <a:noFill/>
          </a:ln>
        </p:spPr>
      </p:pic>
      <p:pic>
        <p:nvPicPr>
          <p:cNvPr id="226" name="Google Shape;226;p3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919870" y="215326"/>
            <a:ext cx="4144616" cy="2004315"/>
          </a:xfrm>
          <a:prstGeom prst="rect">
            <a:avLst/>
          </a:prstGeom>
          <a:noFill/>
          <a:ln>
            <a:noFill/>
          </a:ln>
        </p:spPr>
      </p:pic>
      <p:pic>
        <p:nvPicPr>
          <p:cNvPr id="227" name="Google Shape;227;p3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9513" y="2586737"/>
            <a:ext cx="4706925" cy="244458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34"/>
          <p:cNvSpPr txBox="1"/>
          <p:nvPr/>
        </p:nvSpPr>
        <p:spPr>
          <a:xfrm>
            <a:off x="2788170" y="22727"/>
            <a:ext cx="3145500" cy="346200"/>
          </a:xfrm>
          <a:prstGeom prst="rect">
            <a:avLst/>
          </a:prstGeom>
          <a:solidFill>
            <a:srgbClr val="C903A0"/>
          </a:solidFill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8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Eigen Value Decomposition</a:t>
            </a:r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3" name="Google Shape;233;p34"/>
          <p:cNvSpPr txBox="1"/>
          <p:nvPr/>
        </p:nvSpPr>
        <p:spPr>
          <a:xfrm>
            <a:off x="178904" y="485434"/>
            <a:ext cx="3906000" cy="1816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400" u="none" cap="none" strike="noStrike">
                <a:solidFill>
                  <a:srgbClr val="273239"/>
                </a:solidFill>
                <a:latin typeface="Nunito"/>
                <a:ea typeface="Nunito"/>
                <a:cs typeface="Nunito"/>
                <a:sym typeface="Nunito"/>
              </a:rPr>
              <a:t>Eigen decomposition is a method used in linear algebra to break down a square matrix into simpler components called eigenvalues and eigenvectors.</a:t>
            </a:r>
            <a:endParaRPr/>
          </a:p>
          <a:p>
            <a:pPr indent="-285750" lvl="0" marL="28575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Noto Sans Symbols"/>
              <a:buChar char="⮚"/>
            </a:pPr>
            <a:r>
              <a:rPr b="0" i="0" lang="en" sz="1400" u="none" cap="none" strike="noStrike">
                <a:solidFill>
                  <a:srgbClr val="273239"/>
                </a:solidFill>
                <a:latin typeface="Nunito"/>
                <a:ea typeface="Nunito"/>
                <a:cs typeface="Nunito"/>
                <a:sym typeface="Nunito"/>
              </a:rPr>
              <a:t>This decomposition is significant because it transforms matrix operations into simpler, scalar operations involving eigenvalues, making computations easier.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4" name="Google Shape;234;p34"/>
          <p:cNvSpPr txBox="1"/>
          <p:nvPr/>
        </p:nvSpPr>
        <p:spPr>
          <a:xfrm>
            <a:off x="2641106" y="2783157"/>
            <a:ext cx="3145500" cy="346200"/>
          </a:xfrm>
          <a:prstGeom prst="rect">
            <a:avLst/>
          </a:prstGeom>
          <a:solidFill>
            <a:srgbClr val="C903A0"/>
          </a:solidFill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8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Singular Value Decomposition</a:t>
            </a:r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5" name="Google Shape;235;p34"/>
          <p:cNvSpPr txBox="1"/>
          <p:nvPr/>
        </p:nvSpPr>
        <p:spPr>
          <a:xfrm>
            <a:off x="178904" y="3504457"/>
            <a:ext cx="3145500" cy="95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400" u="none" cap="none" strike="noStrike">
                <a:solidFill>
                  <a:srgbClr val="273239"/>
                </a:solidFill>
                <a:latin typeface="Nunito"/>
                <a:ea typeface="Nunito"/>
                <a:cs typeface="Nunito"/>
                <a:sym typeface="Nunito"/>
              </a:rPr>
              <a:t>It generalizes the Eigen value decomposition of a square matrix with an orthonormal eigen basis to any ⁠m × n matrix.</a:t>
            </a:r>
            <a:endParaRPr/>
          </a:p>
        </p:txBody>
      </p:sp>
      <p:pic>
        <p:nvPicPr>
          <p:cNvPr id="236" name="Google Shape;236;p3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798802" y="3303595"/>
            <a:ext cx="5257801" cy="1770552"/>
          </a:xfrm>
          <a:prstGeom prst="rect">
            <a:avLst/>
          </a:prstGeom>
          <a:noFill/>
          <a:ln>
            <a:noFill/>
          </a:ln>
        </p:spPr>
      </p:pic>
      <p:pic>
        <p:nvPicPr>
          <p:cNvPr id="237" name="Google Shape;237;p3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444401" y="539899"/>
            <a:ext cx="623205" cy="346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38" name="Google Shape;238;p3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357227" y="831650"/>
            <a:ext cx="1497242" cy="9541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39" name="Google Shape;239;p34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549444" y="527275"/>
            <a:ext cx="876300" cy="3714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40" name="Google Shape;240;p34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6549450" y="888766"/>
            <a:ext cx="2320950" cy="839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p35"/>
          <p:cNvSpPr txBox="1"/>
          <p:nvPr/>
        </p:nvSpPr>
        <p:spPr>
          <a:xfrm>
            <a:off x="3475144" y="60442"/>
            <a:ext cx="1492800" cy="284700"/>
          </a:xfrm>
          <a:prstGeom prst="rect">
            <a:avLst/>
          </a:prstGeom>
          <a:solidFill>
            <a:srgbClr val="7030A0"/>
          </a:solidFill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4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Sample Question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46" name="Google Shape;246;p35"/>
          <p:cNvGrpSpPr/>
          <p:nvPr/>
        </p:nvGrpSpPr>
        <p:grpSpPr>
          <a:xfrm>
            <a:off x="268357" y="492155"/>
            <a:ext cx="4502915" cy="610930"/>
            <a:chOff x="268357" y="492155"/>
            <a:chExt cx="4502915" cy="610930"/>
          </a:xfrm>
        </p:grpSpPr>
        <p:sp>
          <p:nvSpPr>
            <p:cNvPr id="247" name="Google Shape;247;p35"/>
            <p:cNvSpPr txBox="1"/>
            <p:nvPr/>
          </p:nvSpPr>
          <p:spPr>
            <a:xfrm>
              <a:off x="268357" y="492155"/>
              <a:ext cx="3478800" cy="307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" sz="1400" u="none" cap="none" strike="noStrike">
                  <a:solidFill>
                    <a:srgbClr val="273239"/>
                  </a:solidFill>
                  <a:latin typeface="Nunito"/>
                  <a:ea typeface="Nunito"/>
                  <a:cs typeface="Nunito"/>
                  <a:sym typeface="Nunito"/>
                </a:rPr>
                <a:t>Perform Eigen Value Decomposition for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248" name="Google Shape;248;p35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3747052" y="534074"/>
              <a:ext cx="1024220" cy="569011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249" name="Google Shape;249;p3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9271" y="1145004"/>
            <a:ext cx="3217736" cy="3786967"/>
          </a:xfrm>
          <a:prstGeom prst="rect">
            <a:avLst/>
          </a:prstGeom>
          <a:noFill/>
          <a:ln>
            <a:noFill/>
          </a:ln>
        </p:spPr>
      </p:pic>
      <p:pic>
        <p:nvPicPr>
          <p:cNvPr id="250" name="Google Shape;250;p3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475144" y="1145004"/>
            <a:ext cx="2496215" cy="3998497"/>
          </a:xfrm>
          <a:prstGeom prst="rect">
            <a:avLst/>
          </a:prstGeom>
          <a:noFill/>
          <a:ln>
            <a:noFill/>
          </a:ln>
        </p:spPr>
      </p:pic>
      <p:pic>
        <p:nvPicPr>
          <p:cNvPr id="251" name="Google Shape;251;p3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109496" y="1145004"/>
            <a:ext cx="2917602" cy="340118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5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p36"/>
          <p:cNvSpPr txBox="1"/>
          <p:nvPr/>
        </p:nvSpPr>
        <p:spPr>
          <a:xfrm>
            <a:off x="3475144" y="60442"/>
            <a:ext cx="1492800" cy="284700"/>
          </a:xfrm>
          <a:prstGeom prst="rect">
            <a:avLst/>
          </a:prstGeom>
          <a:solidFill>
            <a:srgbClr val="7030A0"/>
          </a:solidFill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4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Sample Question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57" name="Google Shape;257;p36"/>
          <p:cNvGrpSpPr/>
          <p:nvPr/>
        </p:nvGrpSpPr>
        <p:grpSpPr>
          <a:xfrm>
            <a:off x="268357" y="345105"/>
            <a:ext cx="5059293" cy="673100"/>
            <a:chOff x="268357" y="463382"/>
            <a:chExt cx="5059293" cy="673100"/>
          </a:xfrm>
        </p:grpSpPr>
        <p:sp>
          <p:nvSpPr>
            <p:cNvPr id="258" name="Google Shape;258;p36"/>
            <p:cNvSpPr txBox="1"/>
            <p:nvPr/>
          </p:nvSpPr>
          <p:spPr>
            <a:xfrm>
              <a:off x="268357" y="492155"/>
              <a:ext cx="3737100" cy="307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" sz="1400" u="none" cap="none" strike="noStrike">
                  <a:solidFill>
                    <a:srgbClr val="273239"/>
                  </a:solidFill>
                  <a:latin typeface="Nunito"/>
                  <a:ea typeface="Nunito"/>
                  <a:cs typeface="Nunito"/>
                  <a:sym typeface="Nunito"/>
                </a:rPr>
                <a:t>Perform Singular Value Decomposition for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259" name="Google Shape;259;p36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3816350" y="463382"/>
              <a:ext cx="1511300" cy="673100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260" name="Google Shape;260;p36"/>
          <p:cNvPicPr preferRelativeResize="0"/>
          <p:nvPr/>
        </p:nvPicPr>
        <p:blipFill rotWithShape="1">
          <a:blip r:embed="rId4">
            <a:alphaModFix/>
          </a:blip>
          <a:srcRect b="2114" l="0" r="0" t="0"/>
          <a:stretch/>
        </p:blipFill>
        <p:spPr>
          <a:xfrm>
            <a:off x="268357" y="828705"/>
            <a:ext cx="2962573" cy="4232003"/>
          </a:xfrm>
          <a:prstGeom prst="rect">
            <a:avLst/>
          </a:prstGeom>
          <a:noFill/>
          <a:ln>
            <a:noFill/>
          </a:ln>
        </p:spPr>
      </p:pic>
      <p:pic>
        <p:nvPicPr>
          <p:cNvPr id="261" name="Google Shape;261;p3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397106" y="1113314"/>
            <a:ext cx="2801471" cy="4030186"/>
          </a:xfrm>
          <a:prstGeom prst="rect">
            <a:avLst/>
          </a:prstGeom>
          <a:noFill/>
          <a:ln>
            <a:noFill/>
          </a:ln>
        </p:spPr>
      </p:pic>
      <p:pic>
        <p:nvPicPr>
          <p:cNvPr id="262" name="Google Shape;262;p3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198577" y="1113314"/>
            <a:ext cx="2942976" cy="288731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5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6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p37"/>
          <p:cNvSpPr txBox="1"/>
          <p:nvPr/>
        </p:nvSpPr>
        <p:spPr>
          <a:xfrm>
            <a:off x="1369678" y="791006"/>
            <a:ext cx="7197365" cy="4224203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AutoNum type="arabicPeriod"/>
            </a:pPr>
            <a:r>
              <a:rPr b="0" i="0" lang="en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Singularity constraint of F and E</a:t>
            </a:r>
            <a:endParaRPr b="0" i="0" sz="11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28600" lvl="0" marL="5715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AutoNum type="arabicPeriod"/>
            </a:pPr>
            <a:r>
              <a:rPr b="0" i="0" lang="en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Parametric representation of F</a:t>
            </a:r>
            <a:endParaRPr b="0" i="0" sz="14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AutoNum type="arabicPeriod"/>
            </a:pPr>
            <a:r>
              <a:rPr b="0" i="0" lang="en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Retrieving camera matrices from F</a:t>
            </a:r>
            <a:endParaRPr b="0" i="0" sz="11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28600" lvl="0" marL="5715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AutoNum type="arabicPeriod"/>
            </a:pPr>
            <a:r>
              <a:rPr b="0" i="0" lang="en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Computing scene points</a:t>
            </a:r>
            <a:endParaRPr/>
          </a:p>
          <a:p>
            <a:pPr indent="-2286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AutoNum type="arabicPeriod"/>
            </a:pPr>
            <a:r>
              <a:rPr b="0" i="0" lang="en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Line reconstruction</a:t>
            </a:r>
            <a:endParaRPr/>
          </a:p>
          <a:p>
            <a:pPr indent="-2286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AutoNum type="arabicPeriod"/>
            </a:pPr>
            <a:r>
              <a:rPr b="0" i="0" lang="en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Plane-induced Homography</a:t>
            </a:r>
            <a:endParaRPr b="0" i="0" sz="18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286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AutoNum type="arabicPeriod"/>
            </a:pPr>
            <a:r>
              <a:rPr b="0" i="0" lang="en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Affine stereo</a:t>
            </a:r>
            <a:endParaRPr/>
          </a:p>
          <a:p>
            <a:pPr indent="-2286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AutoNum type="arabicPeriod"/>
            </a:pPr>
            <a:r>
              <a:rPr b="0" i="0" lang="en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Stereo geometry Summary</a:t>
            </a:r>
            <a:endParaRPr/>
          </a:p>
        </p:txBody>
      </p:sp>
      <p:sp>
        <p:nvSpPr>
          <p:cNvPr id="268" name="Google Shape;268;p37"/>
          <p:cNvSpPr txBox="1"/>
          <p:nvPr/>
        </p:nvSpPr>
        <p:spPr>
          <a:xfrm>
            <a:off x="1538924" y="283105"/>
            <a:ext cx="6066149" cy="346249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Times New Roman"/>
              <a:buNone/>
            </a:pPr>
            <a:r>
              <a:rPr b="1" i="0" lang="en" sz="18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Topics on which Week 5 Assignment Questions are based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6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p38"/>
          <p:cNvSpPr txBox="1"/>
          <p:nvPr/>
        </p:nvSpPr>
        <p:spPr>
          <a:xfrm>
            <a:off x="0" y="18977"/>
            <a:ext cx="1923068" cy="346249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" sz="18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QUESTION 1</a:t>
            </a:r>
            <a:endParaRPr b="1" i="0" sz="18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75" name="Google Shape;275;p38"/>
          <p:cNvSpPr txBox="1"/>
          <p:nvPr/>
        </p:nvSpPr>
        <p:spPr>
          <a:xfrm>
            <a:off x="0" y="2111741"/>
            <a:ext cx="1923068" cy="346249"/>
          </a:xfrm>
          <a:prstGeom prst="rect">
            <a:avLst/>
          </a:prstGeom>
          <a:solidFill>
            <a:srgbClr val="2E75B5"/>
          </a:solidFill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" sz="18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SOLUTION 1</a:t>
            </a:r>
            <a:endParaRPr b="1" i="0" sz="18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76" name="Google Shape;276;p38"/>
          <p:cNvSpPr txBox="1"/>
          <p:nvPr/>
        </p:nvSpPr>
        <p:spPr>
          <a:xfrm>
            <a:off x="0" y="4763840"/>
            <a:ext cx="2578820" cy="346249"/>
          </a:xfrm>
          <a:prstGeom prst="rect">
            <a:avLst/>
          </a:prstGeom>
          <a:solidFill>
            <a:srgbClr val="548135"/>
          </a:solidFill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" sz="18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CORRECT ANSWER 1</a:t>
            </a:r>
            <a:endParaRPr b="1" i="0" sz="18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77" name="Google Shape;277;p38"/>
          <p:cNvSpPr txBox="1"/>
          <p:nvPr/>
        </p:nvSpPr>
        <p:spPr>
          <a:xfrm>
            <a:off x="3017816" y="4763840"/>
            <a:ext cx="1097835" cy="346249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" sz="18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c)</a:t>
            </a:r>
            <a:endParaRPr b="1" i="0" sz="18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278" name="Google Shape;278;p38"/>
          <p:cNvCxnSpPr/>
          <p:nvPr/>
        </p:nvCxnSpPr>
        <p:spPr>
          <a:xfrm>
            <a:off x="2688731" y="4944931"/>
            <a:ext cx="219173" cy="0"/>
          </a:xfrm>
          <a:prstGeom prst="straightConnector1">
            <a:avLst/>
          </a:prstGeom>
          <a:noFill/>
          <a:ln cap="flat" cmpd="sng" w="19050">
            <a:solidFill>
              <a:schemeClr val="accent6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279" name="Google Shape;279;p38"/>
          <p:cNvSpPr txBox="1"/>
          <p:nvPr/>
        </p:nvSpPr>
        <p:spPr>
          <a:xfrm>
            <a:off x="74506" y="365226"/>
            <a:ext cx="9069494" cy="1948442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-139" r="0" t="-643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400" u="none" cap="none" strike="noStrike">
                <a:latin typeface="Arial"/>
                <a:ea typeface="Arial"/>
                <a:cs typeface="Arial"/>
                <a:sym typeface="Arial"/>
              </a:rPr>
              <a:t> </a:t>
            </a:r>
            <a:endParaRPr/>
          </a:p>
        </p:txBody>
      </p:sp>
      <p:sp>
        <p:nvSpPr>
          <p:cNvPr id="280" name="Google Shape;280;p38"/>
          <p:cNvSpPr txBox="1"/>
          <p:nvPr/>
        </p:nvSpPr>
        <p:spPr>
          <a:xfrm>
            <a:off x="55783" y="2553187"/>
            <a:ext cx="2504314" cy="315441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 b="-23073" l="-2019" r="0" t="-11537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400" u="none" cap="none" strike="noStrike">
                <a:latin typeface="Arial"/>
                <a:ea typeface="Arial"/>
                <a:cs typeface="Arial"/>
                <a:sym typeface="Arial"/>
              </a:rPr>
              <a:t> </a:t>
            </a:r>
            <a:endParaRPr/>
          </a:p>
        </p:txBody>
      </p:sp>
      <p:pic>
        <p:nvPicPr>
          <p:cNvPr id="281" name="Google Shape;281;p38"/>
          <p:cNvPicPr preferRelativeResize="0"/>
          <p:nvPr/>
        </p:nvPicPr>
        <p:blipFill rotWithShape="1">
          <a:blip r:embed="rId5">
            <a:alphaModFix/>
          </a:blip>
          <a:srcRect b="0" l="23939" r="0" t="0"/>
          <a:stretch/>
        </p:blipFill>
        <p:spPr>
          <a:xfrm>
            <a:off x="74506" y="2918672"/>
            <a:ext cx="2943310" cy="689731"/>
          </a:xfrm>
          <a:prstGeom prst="rect">
            <a:avLst/>
          </a:prstGeom>
          <a:noFill/>
          <a:ln>
            <a:noFill/>
          </a:ln>
        </p:spPr>
      </p:pic>
      <p:pic>
        <p:nvPicPr>
          <p:cNvPr id="282" name="Google Shape;282;p3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3015523" y="2193142"/>
            <a:ext cx="2911794" cy="2570698"/>
          </a:xfrm>
          <a:prstGeom prst="rect">
            <a:avLst/>
          </a:prstGeom>
          <a:noFill/>
          <a:ln>
            <a:noFill/>
          </a:ln>
        </p:spPr>
      </p:pic>
      <p:pic>
        <p:nvPicPr>
          <p:cNvPr id="283" name="Google Shape;283;p38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739427" y="2143464"/>
            <a:ext cx="3404573" cy="194844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8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p39"/>
          <p:cNvSpPr txBox="1"/>
          <p:nvPr/>
        </p:nvSpPr>
        <p:spPr>
          <a:xfrm>
            <a:off x="0" y="6824"/>
            <a:ext cx="1923068" cy="346249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" sz="18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QUESTION 2</a:t>
            </a:r>
            <a:endParaRPr b="1" i="0" sz="18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90" name="Google Shape;290;p39"/>
          <p:cNvSpPr txBox="1"/>
          <p:nvPr/>
        </p:nvSpPr>
        <p:spPr>
          <a:xfrm>
            <a:off x="0" y="227095"/>
            <a:ext cx="8796043" cy="1930242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-3267" l="-576" r="-432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400" u="none" cap="none" strike="noStrike">
                <a:latin typeface="Arial"/>
                <a:ea typeface="Arial"/>
                <a:cs typeface="Arial"/>
                <a:sym typeface="Arial"/>
              </a:rPr>
              <a:t> </a:t>
            </a:r>
            <a:endParaRPr/>
          </a:p>
        </p:txBody>
      </p:sp>
      <p:sp>
        <p:nvSpPr>
          <p:cNvPr id="291" name="Google Shape;291;p39"/>
          <p:cNvSpPr txBox="1"/>
          <p:nvPr/>
        </p:nvSpPr>
        <p:spPr>
          <a:xfrm>
            <a:off x="3706151" y="1108043"/>
            <a:ext cx="1923068" cy="346249"/>
          </a:xfrm>
          <a:prstGeom prst="rect">
            <a:avLst/>
          </a:prstGeom>
          <a:solidFill>
            <a:srgbClr val="2E75B5"/>
          </a:solidFill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" sz="18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SOLUTION 2</a:t>
            </a:r>
            <a:endParaRPr b="1" i="0" sz="18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92" name="Google Shape;292;p39"/>
          <p:cNvSpPr txBox="1"/>
          <p:nvPr/>
        </p:nvSpPr>
        <p:spPr>
          <a:xfrm>
            <a:off x="0" y="4763840"/>
            <a:ext cx="2578820" cy="346249"/>
          </a:xfrm>
          <a:prstGeom prst="rect">
            <a:avLst/>
          </a:prstGeom>
          <a:solidFill>
            <a:srgbClr val="548135"/>
          </a:solidFill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" sz="18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CORRECT ANSWER 2</a:t>
            </a:r>
            <a:endParaRPr b="1" i="0" sz="18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93" name="Google Shape;293;p39"/>
          <p:cNvSpPr txBox="1"/>
          <p:nvPr/>
        </p:nvSpPr>
        <p:spPr>
          <a:xfrm>
            <a:off x="3017816" y="4763840"/>
            <a:ext cx="1097835" cy="346249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" sz="18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b)</a:t>
            </a:r>
            <a:endParaRPr b="1" i="0" sz="18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294" name="Google Shape;294;p39"/>
          <p:cNvCxnSpPr/>
          <p:nvPr/>
        </p:nvCxnSpPr>
        <p:spPr>
          <a:xfrm>
            <a:off x="2688731" y="4944931"/>
            <a:ext cx="219173" cy="0"/>
          </a:xfrm>
          <a:prstGeom prst="straightConnector1">
            <a:avLst/>
          </a:prstGeom>
          <a:noFill/>
          <a:ln cap="flat" cmpd="sng" w="19050">
            <a:solidFill>
              <a:schemeClr val="accent6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295" name="Google Shape;295;p39"/>
          <p:cNvSpPr txBox="1"/>
          <p:nvPr/>
        </p:nvSpPr>
        <p:spPr>
          <a:xfrm>
            <a:off x="3706151" y="1424539"/>
            <a:ext cx="2654189" cy="30773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Epipolar line </a:t>
            </a:r>
            <a:r>
              <a:rPr b="0" i="1" lang="en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l′ = e′ × x′</a:t>
            </a:r>
            <a:r>
              <a:rPr b="0" i="0" lang="en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96" name="Google Shape;296;p3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8577" y="2206470"/>
            <a:ext cx="2679740" cy="836079"/>
          </a:xfrm>
          <a:prstGeom prst="rect">
            <a:avLst/>
          </a:prstGeom>
          <a:noFill/>
          <a:ln>
            <a:noFill/>
          </a:ln>
        </p:spPr>
      </p:pic>
      <p:pic>
        <p:nvPicPr>
          <p:cNvPr id="297" name="Google Shape;297;p3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0" y="3215749"/>
            <a:ext cx="4221351" cy="967822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98" name="Google Shape;298;p39"/>
          <p:cNvGrpSpPr/>
          <p:nvPr/>
        </p:nvGrpSpPr>
        <p:grpSpPr>
          <a:xfrm>
            <a:off x="4633233" y="1759289"/>
            <a:ext cx="3940514" cy="3350800"/>
            <a:chOff x="4572000" y="1826647"/>
            <a:chExt cx="3707566" cy="3118284"/>
          </a:xfrm>
        </p:grpSpPr>
        <p:pic>
          <p:nvPicPr>
            <p:cNvPr id="299" name="Google Shape;299;p39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4572000" y="1826647"/>
              <a:ext cx="2582258" cy="29050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00" name="Google Shape;300;p39"/>
            <p:cNvPicPr preferRelativeResize="0"/>
            <p:nvPr/>
          </p:nvPicPr>
          <p:blipFill rotWithShape="1">
            <a:blip r:embed="rId7">
              <a:alphaModFix/>
            </a:blip>
            <a:srcRect b="0" l="0" r="0" t="0"/>
            <a:stretch/>
          </p:blipFill>
          <p:spPr>
            <a:xfrm>
              <a:off x="4572000" y="2056933"/>
              <a:ext cx="3707566" cy="2887998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5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p40"/>
          <p:cNvSpPr txBox="1"/>
          <p:nvPr/>
        </p:nvSpPr>
        <p:spPr>
          <a:xfrm>
            <a:off x="0" y="-33050"/>
            <a:ext cx="1923068" cy="346249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" sz="18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QUESTION 3</a:t>
            </a:r>
            <a:endParaRPr b="1" i="0" sz="18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07" name="Google Shape;307;p40"/>
          <p:cNvSpPr txBox="1"/>
          <p:nvPr/>
        </p:nvSpPr>
        <p:spPr>
          <a:xfrm>
            <a:off x="0" y="140074"/>
            <a:ext cx="8833402" cy="1782894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-708" l="-574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400" u="none" cap="none" strike="noStrike">
                <a:latin typeface="Arial"/>
                <a:ea typeface="Arial"/>
                <a:cs typeface="Arial"/>
                <a:sym typeface="Arial"/>
              </a:rPr>
              <a:t> </a:t>
            </a:r>
            <a:endParaRPr/>
          </a:p>
        </p:txBody>
      </p:sp>
      <p:sp>
        <p:nvSpPr>
          <p:cNvPr id="308" name="Google Shape;308;p40"/>
          <p:cNvSpPr txBox="1"/>
          <p:nvPr/>
        </p:nvSpPr>
        <p:spPr>
          <a:xfrm>
            <a:off x="37282" y="1963474"/>
            <a:ext cx="1923068" cy="346249"/>
          </a:xfrm>
          <a:prstGeom prst="rect">
            <a:avLst/>
          </a:prstGeom>
          <a:solidFill>
            <a:srgbClr val="2E75B5"/>
          </a:solidFill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" sz="18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SOLUTION 3</a:t>
            </a:r>
            <a:endParaRPr b="1" i="0" sz="18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09" name="Google Shape;309;p40"/>
          <p:cNvSpPr txBox="1"/>
          <p:nvPr/>
        </p:nvSpPr>
        <p:spPr>
          <a:xfrm>
            <a:off x="0" y="4763840"/>
            <a:ext cx="2578820" cy="346249"/>
          </a:xfrm>
          <a:prstGeom prst="rect">
            <a:avLst/>
          </a:prstGeom>
          <a:solidFill>
            <a:srgbClr val="548135"/>
          </a:solidFill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" sz="18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CORRECT ANSWER 3</a:t>
            </a:r>
            <a:endParaRPr b="1" i="0" sz="18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10" name="Google Shape;310;p40"/>
          <p:cNvSpPr txBox="1"/>
          <p:nvPr/>
        </p:nvSpPr>
        <p:spPr>
          <a:xfrm>
            <a:off x="3017816" y="4763840"/>
            <a:ext cx="1097835" cy="346249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" sz="18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c)</a:t>
            </a:r>
            <a:endParaRPr b="1" i="0" sz="18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311" name="Google Shape;311;p40"/>
          <p:cNvCxnSpPr/>
          <p:nvPr/>
        </p:nvCxnSpPr>
        <p:spPr>
          <a:xfrm>
            <a:off x="2688731" y="4944931"/>
            <a:ext cx="219173" cy="0"/>
          </a:xfrm>
          <a:prstGeom prst="straightConnector1">
            <a:avLst/>
          </a:prstGeom>
          <a:noFill/>
          <a:ln cap="flat" cmpd="sng" w="19050">
            <a:solidFill>
              <a:schemeClr val="accent6"/>
            </a:solidFill>
            <a:prstDash val="solid"/>
            <a:miter lim="800000"/>
            <a:headEnd len="sm" w="sm" type="none"/>
            <a:tailEnd len="med" w="med" type="triangle"/>
          </a:ln>
        </p:spPr>
      </p:cxnSp>
      <p:pic>
        <p:nvPicPr>
          <p:cNvPr id="312" name="Google Shape;312;p4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0" y="2335812"/>
            <a:ext cx="3111593" cy="1526442"/>
          </a:xfrm>
          <a:prstGeom prst="rect">
            <a:avLst/>
          </a:prstGeom>
          <a:noFill/>
          <a:ln>
            <a:noFill/>
          </a:ln>
        </p:spPr>
      </p:pic>
      <p:pic>
        <p:nvPicPr>
          <p:cNvPr id="313" name="Google Shape;313;p40"/>
          <p:cNvPicPr preferRelativeResize="0"/>
          <p:nvPr/>
        </p:nvPicPr>
        <p:blipFill rotWithShape="1">
          <a:blip r:embed="rId5">
            <a:alphaModFix/>
          </a:blip>
          <a:srcRect b="0" l="0" r="0" t="19819"/>
          <a:stretch/>
        </p:blipFill>
        <p:spPr>
          <a:xfrm>
            <a:off x="4369698" y="2008039"/>
            <a:ext cx="3353005" cy="3135460"/>
          </a:xfrm>
          <a:prstGeom prst="rect">
            <a:avLst/>
          </a:prstGeom>
          <a:noFill/>
          <a:ln>
            <a:noFill/>
          </a:ln>
        </p:spPr>
      </p:pic>
      <p:pic>
        <p:nvPicPr>
          <p:cNvPr id="314" name="Google Shape;314;p40"/>
          <p:cNvPicPr preferRelativeResize="0"/>
          <p:nvPr/>
        </p:nvPicPr>
        <p:blipFill rotWithShape="1">
          <a:blip r:embed="rId5">
            <a:alphaModFix/>
          </a:blip>
          <a:srcRect b="80483" l="0" r="0" t="0"/>
          <a:stretch/>
        </p:blipFill>
        <p:spPr>
          <a:xfrm>
            <a:off x="0" y="3888343"/>
            <a:ext cx="3111593" cy="70826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9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p41"/>
          <p:cNvSpPr txBox="1"/>
          <p:nvPr/>
        </p:nvSpPr>
        <p:spPr>
          <a:xfrm>
            <a:off x="0" y="0"/>
            <a:ext cx="1923068" cy="346249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" sz="18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QUESTION 4</a:t>
            </a:r>
            <a:endParaRPr b="1" i="0" sz="18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21" name="Google Shape;321;p41"/>
          <p:cNvSpPr txBox="1"/>
          <p:nvPr/>
        </p:nvSpPr>
        <p:spPr>
          <a:xfrm>
            <a:off x="5775960" y="139875"/>
            <a:ext cx="1923068" cy="346249"/>
          </a:xfrm>
          <a:prstGeom prst="rect">
            <a:avLst/>
          </a:prstGeom>
          <a:solidFill>
            <a:srgbClr val="2E75B5"/>
          </a:solidFill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" sz="18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SOLUTION 4</a:t>
            </a:r>
            <a:endParaRPr b="1" i="0" sz="18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22" name="Google Shape;322;p41"/>
          <p:cNvSpPr txBox="1"/>
          <p:nvPr/>
        </p:nvSpPr>
        <p:spPr>
          <a:xfrm>
            <a:off x="0" y="4763840"/>
            <a:ext cx="2578820" cy="346249"/>
          </a:xfrm>
          <a:prstGeom prst="rect">
            <a:avLst/>
          </a:prstGeom>
          <a:solidFill>
            <a:srgbClr val="548135"/>
          </a:solidFill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" sz="18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CORRECT ANSWER 4</a:t>
            </a:r>
            <a:endParaRPr b="1" i="0" sz="18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23" name="Google Shape;323;p41"/>
          <p:cNvSpPr txBox="1"/>
          <p:nvPr/>
        </p:nvSpPr>
        <p:spPr>
          <a:xfrm>
            <a:off x="3017816" y="4763840"/>
            <a:ext cx="1097835" cy="346249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" sz="18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b), d)</a:t>
            </a:r>
            <a:endParaRPr b="1" i="0" sz="18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324" name="Google Shape;324;p41"/>
          <p:cNvCxnSpPr/>
          <p:nvPr/>
        </p:nvCxnSpPr>
        <p:spPr>
          <a:xfrm>
            <a:off x="2688731" y="4944931"/>
            <a:ext cx="219173" cy="0"/>
          </a:xfrm>
          <a:prstGeom prst="straightConnector1">
            <a:avLst/>
          </a:prstGeom>
          <a:noFill/>
          <a:ln cap="flat" cmpd="sng" w="19050">
            <a:solidFill>
              <a:schemeClr val="accent6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325" name="Google Shape;325;p41"/>
          <p:cNvSpPr txBox="1"/>
          <p:nvPr/>
        </p:nvSpPr>
        <p:spPr>
          <a:xfrm>
            <a:off x="60960" y="313000"/>
            <a:ext cx="5534770" cy="2362540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-2672" l="-685" r="-914" t="-534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400" u="none" cap="none" strike="noStrike">
                <a:latin typeface="Arial"/>
                <a:ea typeface="Arial"/>
                <a:cs typeface="Arial"/>
                <a:sym typeface="Arial"/>
              </a:rPr>
              <a:t> </a:t>
            </a:r>
            <a:endParaRPr/>
          </a:p>
        </p:txBody>
      </p:sp>
      <p:pic>
        <p:nvPicPr>
          <p:cNvPr id="326" name="Google Shape;326;p4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662250" y="533899"/>
            <a:ext cx="3481750" cy="688093"/>
          </a:xfrm>
          <a:prstGeom prst="rect">
            <a:avLst/>
          </a:prstGeom>
          <a:noFill/>
          <a:ln>
            <a:noFill/>
          </a:ln>
        </p:spPr>
      </p:pic>
      <p:pic>
        <p:nvPicPr>
          <p:cNvPr id="327" name="Google Shape;327;p4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656690" y="1331442"/>
            <a:ext cx="3358713" cy="1122243"/>
          </a:xfrm>
          <a:prstGeom prst="rect">
            <a:avLst/>
          </a:prstGeom>
          <a:noFill/>
          <a:ln>
            <a:noFill/>
          </a:ln>
        </p:spPr>
      </p:pic>
      <p:pic>
        <p:nvPicPr>
          <p:cNvPr id="328" name="Google Shape;328;p4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90480" y="2637771"/>
            <a:ext cx="3338520" cy="21039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29" name="Google Shape;329;p41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4091975" y="2724137"/>
            <a:ext cx="4234886" cy="1209968"/>
          </a:xfrm>
          <a:prstGeom prst="rect">
            <a:avLst/>
          </a:prstGeom>
          <a:noFill/>
          <a:ln>
            <a:noFill/>
          </a:ln>
        </p:spPr>
      </p:pic>
      <p:pic>
        <p:nvPicPr>
          <p:cNvPr id="330" name="Google Shape;330;p41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4159315" y="3959790"/>
            <a:ext cx="4811734" cy="120996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5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" name="Google Shape;336;p42"/>
          <p:cNvSpPr txBox="1"/>
          <p:nvPr/>
        </p:nvSpPr>
        <p:spPr>
          <a:xfrm>
            <a:off x="0" y="15260"/>
            <a:ext cx="1923068" cy="346249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" sz="18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QUESTION 5</a:t>
            </a:r>
            <a:endParaRPr b="1" i="0" sz="18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37" name="Google Shape;337;p42"/>
          <p:cNvSpPr txBox="1"/>
          <p:nvPr/>
        </p:nvSpPr>
        <p:spPr>
          <a:xfrm>
            <a:off x="58100" y="2058350"/>
            <a:ext cx="1923068" cy="346249"/>
          </a:xfrm>
          <a:prstGeom prst="rect">
            <a:avLst/>
          </a:prstGeom>
          <a:solidFill>
            <a:srgbClr val="2E75B5"/>
          </a:solidFill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" sz="18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SOLUTION 5</a:t>
            </a:r>
            <a:endParaRPr b="1" i="0" sz="18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38" name="Google Shape;338;p42"/>
          <p:cNvSpPr txBox="1"/>
          <p:nvPr/>
        </p:nvSpPr>
        <p:spPr>
          <a:xfrm>
            <a:off x="0" y="4763840"/>
            <a:ext cx="2578820" cy="346249"/>
          </a:xfrm>
          <a:prstGeom prst="rect">
            <a:avLst/>
          </a:prstGeom>
          <a:solidFill>
            <a:srgbClr val="548135"/>
          </a:solidFill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" sz="18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CORRECT ANSWER 5</a:t>
            </a:r>
            <a:endParaRPr b="1" i="0" sz="18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39" name="Google Shape;339;p42"/>
          <p:cNvSpPr txBox="1"/>
          <p:nvPr/>
        </p:nvSpPr>
        <p:spPr>
          <a:xfrm>
            <a:off x="3017816" y="4763840"/>
            <a:ext cx="1046184" cy="346218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" sz="18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b)</a:t>
            </a:r>
            <a:endParaRPr b="1" i="0" sz="18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340" name="Google Shape;340;p42"/>
          <p:cNvCxnSpPr/>
          <p:nvPr/>
        </p:nvCxnSpPr>
        <p:spPr>
          <a:xfrm>
            <a:off x="2688731" y="4944931"/>
            <a:ext cx="219173" cy="0"/>
          </a:xfrm>
          <a:prstGeom prst="straightConnector1">
            <a:avLst/>
          </a:prstGeom>
          <a:noFill/>
          <a:ln cap="flat" cmpd="sng" w="19050">
            <a:solidFill>
              <a:schemeClr val="accent6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341" name="Google Shape;341;p42"/>
          <p:cNvSpPr txBox="1"/>
          <p:nvPr/>
        </p:nvSpPr>
        <p:spPr>
          <a:xfrm>
            <a:off x="58100" y="348736"/>
            <a:ext cx="9027800" cy="1667083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-3029" l="-280" r="0" t="-757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400" u="none" cap="none" strike="noStrike">
                <a:latin typeface="Arial"/>
                <a:ea typeface="Arial"/>
                <a:cs typeface="Arial"/>
                <a:sym typeface="Arial"/>
              </a:rPr>
              <a:t> </a:t>
            </a:r>
            <a:endParaRPr/>
          </a:p>
        </p:txBody>
      </p:sp>
      <p:sp>
        <p:nvSpPr>
          <p:cNvPr id="342" name="Google Shape;342;p42"/>
          <p:cNvSpPr txBox="1"/>
          <p:nvPr/>
        </p:nvSpPr>
        <p:spPr>
          <a:xfrm>
            <a:off x="58100" y="2447130"/>
            <a:ext cx="8498661" cy="307777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 b="-23997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400" u="none" cap="none" strike="noStrike">
                <a:latin typeface="Arial"/>
                <a:ea typeface="Arial"/>
                <a:cs typeface="Arial"/>
                <a:sym typeface="Arial"/>
              </a:rPr>
              <a:t> </a:t>
            </a:r>
            <a:endParaRPr/>
          </a:p>
        </p:txBody>
      </p:sp>
      <p:pic>
        <p:nvPicPr>
          <p:cNvPr id="343" name="Google Shape;343;p4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0" y="2835910"/>
            <a:ext cx="3250096" cy="787651"/>
          </a:xfrm>
          <a:prstGeom prst="rect">
            <a:avLst/>
          </a:prstGeom>
          <a:noFill/>
          <a:ln>
            <a:noFill/>
          </a:ln>
        </p:spPr>
      </p:pic>
      <p:pic>
        <p:nvPicPr>
          <p:cNvPr id="344" name="Google Shape;344;p4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27382" y="3704563"/>
            <a:ext cx="3277214" cy="990411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45" name="Google Shape;345;p42"/>
          <p:cNvGrpSpPr/>
          <p:nvPr/>
        </p:nvGrpSpPr>
        <p:grpSpPr>
          <a:xfrm>
            <a:off x="4426701" y="2860988"/>
            <a:ext cx="3618948" cy="2152880"/>
            <a:chOff x="4426701" y="2860988"/>
            <a:chExt cx="3618948" cy="2152880"/>
          </a:xfrm>
        </p:grpSpPr>
        <p:pic>
          <p:nvPicPr>
            <p:cNvPr id="346" name="Google Shape;346;p42"/>
            <p:cNvPicPr preferRelativeResize="0"/>
            <p:nvPr/>
          </p:nvPicPr>
          <p:blipFill rotWithShape="1">
            <a:blip r:embed="rId7">
              <a:alphaModFix/>
            </a:blip>
            <a:srcRect b="0" l="0" r="0" t="0"/>
            <a:stretch/>
          </p:blipFill>
          <p:spPr>
            <a:xfrm>
              <a:off x="4426701" y="2860988"/>
              <a:ext cx="1467205" cy="25631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47" name="Google Shape;347;p42"/>
            <p:cNvPicPr preferRelativeResize="0"/>
            <p:nvPr/>
          </p:nvPicPr>
          <p:blipFill rotWithShape="1">
            <a:blip r:embed="rId8">
              <a:alphaModFix/>
            </a:blip>
            <a:srcRect b="0" l="0" r="0" t="0"/>
            <a:stretch/>
          </p:blipFill>
          <p:spPr>
            <a:xfrm>
              <a:off x="4426701" y="3117307"/>
              <a:ext cx="3618948" cy="1896561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2" name="Shape 3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3" name="Google Shape;353;p43"/>
          <p:cNvSpPr txBox="1"/>
          <p:nvPr/>
        </p:nvSpPr>
        <p:spPr>
          <a:xfrm>
            <a:off x="0" y="9571"/>
            <a:ext cx="1923068" cy="346249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" sz="18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QUESTION 6</a:t>
            </a:r>
            <a:endParaRPr b="1" i="0" sz="18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54" name="Google Shape;354;p43"/>
          <p:cNvSpPr txBox="1"/>
          <p:nvPr/>
        </p:nvSpPr>
        <p:spPr>
          <a:xfrm>
            <a:off x="53808" y="2040456"/>
            <a:ext cx="1923068" cy="346249"/>
          </a:xfrm>
          <a:prstGeom prst="rect">
            <a:avLst/>
          </a:prstGeom>
          <a:solidFill>
            <a:srgbClr val="2E75B5"/>
          </a:solidFill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" sz="18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SOLUTION 6</a:t>
            </a:r>
            <a:endParaRPr b="1" i="0" sz="18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55" name="Google Shape;355;p43"/>
          <p:cNvSpPr txBox="1"/>
          <p:nvPr/>
        </p:nvSpPr>
        <p:spPr>
          <a:xfrm>
            <a:off x="0" y="4763840"/>
            <a:ext cx="2578820" cy="346249"/>
          </a:xfrm>
          <a:prstGeom prst="rect">
            <a:avLst/>
          </a:prstGeom>
          <a:solidFill>
            <a:srgbClr val="548135"/>
          </a:solidFill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" sz="18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CORRECT ANSWER 6</a:t>
            </a:r>
            <a:endParaRPr b="1" i="0" sz="18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56" name="Google Shape;356;p43"/>
          <p:cNvSpPr txBox="1"/>
          <p:nvPr/>
        </p:nvSpPr>
        <p:spPr>
          <a:xfrm>
            <a:off x="3017815" y="4763840"/>
            <a:ext cx="866361" cy="346218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" sz="18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b)</a:t>
            </a:r>
            <a:endParaRPr b="1" i="0" sz="18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357" name="Google Shape;357;p43"/>
          <p:cNvCxnSpPr/>
          <p:nvPr/>
        </p:nvCxnSpPr>
        <p:spPr>
          <a:xfrm>
            <a:off x="2688731" y="4944931"/>
            <a:ext cx="219173" cy="0"/>
          </a:xfrm>
          <a:prstGeom prst="straightConnector1">
            <a:avLst/>
          </a:prstGeom>
          <a:noFill/>
          <a:ln cap="flat" cmpd="sng" w="19050">
            <a:solidFill>
              <a:schemeClr val="accent6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358" name="Google Shape;358;p43"/>
          <p:cNvSpPr txBox="1"/>
          <p:nvPr/>
        </p:nvSpPr>
        <p:spPr>
          <a:xfrm>
            <a:off x="37921" y="316751"/>
            <a:ext cx="8833500" cy="1662722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-142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400" u="none" cap="none" strike="noStrike">
                <a:latin typeface="Arial"/>
                <a:ea typeface="Arial"/>
                <a:cs typeface="Arial"/>
                <a:sym typeface="Arial"/>
              </a:rPr>
              <a:t> </a:t>
            </a:r>
            <a:endParaRPr/>
          </a:p>
        </p:txBody>
      </p:sp>
      <p:pic>
        <p:nvPicPr>
          <p:cNvPr id="359" name="Google Shape;359;p4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3808" y="3164028"/>
            <a:ext cx="2572571" cy="536235"/>
          </a:xfrm>
          <a:prstGeom prst="rect">
            <a:avLst/>
          </a:prstGeom>
          <a:noFill/>
          <a:ln>
            <a:noFill/>
          </a:ln>
        </p:spPr>
      </p:pic>
      <p:pic>
        <p:nvPicPr>
          <p:cNvPr id="360" name="Google Shape;360;p4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907904" y="2545313"/>
            <a:ext cx="2768739" cy="2120412"/>
          </a:xfrm>
          <a:prstGeom prst="rect">
            <a:avLst/>
          </a:prstGeom>
          <a:noFill/>
          <a:ln>
            <a:noFill/>
          </a:ln>
        </p:spPr>
      </p:pic>
      <p:pic>
        <p:nvPicPr>
          <p:cNvPr id="361" name="Google Shape;361;p4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923053" y="2545313"/>
            <a:ext cx="2948368" cy="7638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6" name="Shape 3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7" name="Google Shape;367;p44"/>
          <p:cNvSpPr txBox="1"/>
          <p:nvPr/>
        </p:nvSpPr>
        <p:spPr>
          <a:xfrm>
            <a:off x="0" y="86312"/>
            <a:ext cx="1923068" cy="346249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" sz="18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QUESTION 7</a:t>
            </a:r>
            <a:endParaRPr b="1" i="0" sz="18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68" name="Google Shape;368;p44"/>
          <p:cNvSpPr txBox="1"/>
          <p:nvPr/>
        </p:nvSpPr>
        <p:spPr>
          <a:xfrm>
            <a:off x="0" y="2078827"/>
            <a:ext cx="1923068" cy="346249"/>
          </a:xfrm>
          <a:prstGeom prst="rect">
            <a:avLst/>
          </a:prstGeom>
          <a:solidFill>
            <a:srgbClr val="2E75B5"/>
          </a:solidFill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" sz="18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SOLUTION 7</a:t>
            </a:r>
            <a:endParaRPr b="1" i="0" sz="18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69" name="Google Shape;369;p44"/>
          <p:cNvSpPr txBox="1"/>
          <p:nvPr/>
        </p:nvSpPr>
        <p:spPr>
          <a:xfrm>
            <a:off x="0" y="4763840"/>
            <a:ext cx="2578820" cy="346249"/>
          </a:xfrm>
          <a:prstGeom prst="rect">
            <a:avLst/>
          </a:prstGeom>
          <a:solidFill>
            <a:srgbClr val="548135"/>
          </a:solidFill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" sz="18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CORRECT ANSWER 7</a:t>
            </a:r>
            <a:endParaRPr b="1" i="0" sz="18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70" name="Google Shape;370;p44"/>
          <p:cNvSpPr txBox="1"/>
          <p:nvPr/>
        </p:nvSpPr>
        <p:spPr>
          <a:xfrm>
            <a:off x="3017815" y="4763840"/>
            <a:ext cx="728797" cy="346218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" sz="18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c)</a:t>
            </a:r>
            <a:endParaRPr b="1" i="0" sz="18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371" name="Google Shape;371;p44"/>
          <p:cNvCxnSpPr/>
          <p:nvPr/>
        </p:nvCxnSpPr>
        <p:spPr>
          <a:xfrm>
            <a:off x="2688731" y="4944931"/>
            <a:ext cx="219173" cy="0"/>
          </a:xfrm>
          <a:prstGeom prst="straightConnector1">
            <a:avLst/>
          </a:prstGeom>
          <a:noFill/>
          <a:ln cap="flat" cmpd="sng" w="19050">
            <a:solidFill>
              <a:schemeClr val="accent6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372" name="Google Shape;372;p44"/>
          <p:cNvSpPr txBox="1"/>
          <p:nvPr/>
        </p:nvSpPr>
        <p:spPr>
          <a:xfrm>
            <a:off x="97105" y="453873"/>
            <a:ext cx="8885054" cy="1559209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-142" r="-142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400" u="none" cap="none" strike="noStrike">
                <a:latin typeface="Arial"/>
                <a:ea typeface="Arial"/>
                <a:cs typeface="Arial"/>
                <a:sym typeface="Arial"/>
              </a:rPr>
              <a:t> </a:t>
            </a:r>
            <a:endParaRPr/>
          </a:p>
        </p:txBody>
      </p:sp>
      <p:pic>
        <p:nvPicPr>
          <p:cNvPr id="373" name="Google Shape;373;p44"/>
          <p:cNvPicPr preferRelativeResize="0"/>
          <p:nvPr/>
        </p:nvPicPr>
        <p:blipFill rotWithShape="1">
          <a:blip r:embed="rId4">
            <a:alphaModFix/>
          </a:blip>
          <a:srcRect b="61621" l="0" r="0" t="0"/>
          <a:stretch/>
        </p:blipFill>
        <p:spPr>
          <a:xfrm>
            <a:off x="105613" y="2718426"/>
            <a:ext cx="4780743" cy="1187652"/>
          </a:xfrm>
          <a:prstGeom prst="rect">
            <a:avLst/>
          </a:prstGeom>
          <a:noFill/>
          <a:ln>
            <a:noFill/>
          </a:ln>
        </p:spPr>
      </p:pic>
      <p:pic>
        <p:nvPicPr>
          <p:cNvPr id="374" name="Google Shape;374;p44"/>
          <p:cNvPicPr preferRelativeResize="0"/>
          <p:nvPr/>
        </p:nvPicPr>
        <p:blipFill rotWithShape="1">
          <a:blip r:embed="rId4">
            <a:alphaModFix/>
          </a:blip>
          <a:srcRect b="32132" l="0" r="24974" t="38380"/>
          <a:stretch/>
        </p:blipFill>
        <p:spPr>
          <a:xfrm>
            <a:off x="5119590" y="2820929"/>
            <a:ext cx="3862569" cy="98264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9" name="Shape 3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0" name="Google Shape;380;p45"/>
          <p:cNvSpPr txBox="1"/>
          <p:nvPr/>
        </p:nvSpPr>
        <p:spPr>
          <a:xfrm>
            <a:off x="0" y="1919"/>
            <a:ext cx="1923068" cy="346249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" sz="18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QUESTION 8</a:t>
            </a:r>
            <a:endParaRPr b="1" i="0" sz="18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81" name="Google Shape;381;p45"/>
          <p:cNvSpPr txBox="1"/>
          <p:nvPr/>
        </p:nvSpPr>
        <p:spPr>
          <a:xfrm>
            <a:off x="4443960" y="1435958"/>
            <a:ext cx="1923068" cy="346249"/>
          </a:xfrm>
          <a:prstGeom prst="rect">
            <a:avLst/>
          </a:prstGeom>
          <a:solidFill>
            <a:srgbClr val="2E75B5"/>
          </a:solidFill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" sz="18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SOLUTION 8</a:t>
            </a:r>
            <a:endParaRPr b="1" i="0" sz="18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82" name="Google Shape;382;p45"/>
          <p:cNvSpPr txBox="1"/>
          <p:nvPr/>
        </p:nvSpPr>
        <p:spPr>
          <a:xfrm>
            <a:off x="0" y="4763840"/>
            <a:ext cx="2578820" cy="346249"/>
          </a:xfrm>
          <a:prstGeom prst="rect">
            <a:avLst/>
          </a:prstGeom>
          <a:solidFill>
            <a:srgbClr val="548135"/>
          </a:solidFill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" sz="18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CORRECT ANSWER 8</a:t>
            </a:r>
            <a:endParaRPr b="1" i="0" sz="18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83" name="Google Shape;383;p45"/>
          <p:cNvSpPr txBox="1"/>
          <p:nvPr/>
        </p:nvSpPr>
        <p:spPr>
          <a:xfrm>
            <a:off x="3017816" y="4763840"/>
            <a:ext cx="761165" cy="346218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" sz="18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d)</a:t>
            </a:r>
            <a:endParaRPr b="1" i="0" sz="18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384" name="Google Shape;384;p45"/>
          <p:cNvCxnSpPr/>
          <p:nvPr/>
        </p:nvCxnSpPr>
        <p:spPr>
          <a:xfrm>
            <a:off x="2688731" y="4944931"/>
            <a:ext cx="219173" cy="0"/>
          </a:xfrm>
          <a:prstGeom prst="straightConnector1">
            <a:avLst/>
          </a:prstGeom>
          <a:noFill/>
          <a:ln cap="flat" cmpd="sng" w="19050">
            <a:solidFill>
              <a:schemeClr val="accent6"/>
            </a:solidFill>
            <a:prstDash val="solid"/>
            <a:miter lim="800000"/>
            <a:headEnd len="sm" w="sm" type="none"/>
            <a:tailEnd len="med" w="med" type="triangle"/>
          </a:ln>
        </p:spPr>
      </p:cxnSp>
      <p:pic>
        <p:nvPicPr>
          <p:cNvPr id="385" name="Google Shape;385;p4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525" cy="95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86" name="Google Shape;386;p4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525" cy="95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87" name="Google Shape;387;p4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525" cy="9525"/>
          </a:xfrm>
          <a:prstGeom prst="rect">
            <a:avLst/>
          </a:prstGeom>
          <a:noFill/>
          <a:ln>
            <a:noFill/>
          </a:ln>
        </p:spPr>
      </p:pic>
      <p:sp>
        <p:nvSpPr>
          <p:cNvPr id="388" name="Google Shape;388;p45"/>
          <p:cNvSpPr txBox="1"/>
          <p:nvPr/>
        </p:nvSpPr>
        <p:spPr>
          <a:xfrm>
            <a:off x="9525" y="348673"/>
            <a:ext cx="8737966" cy="2174570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 b="-1742" l="-144" r="-288" t="-58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400" u="none" cap="none" strike="noStrike">
                <a:latin typeface="Arial"/>
                <a:ea typeface="Arial"/>
                <a:cs typeface="Arial"/>
                <a:sym typeface="Arial"/>
              </a:rPr>
              <a:t> </a:t>
            </a:r>
            <a:endParaRPr/>
          </a:p>
        </p:txBody>
      </p:sp>
      <p:pic>
        <p:nvPicPr>
          <p:cNvPr id="389" name="Google Shape;389;p4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107260" y="1738684"/>
            <a:ext cx="2752641" cy="1700161"/>
          </a:xfrm>
          <a:prstGeom prst="rect">
            <a:avLst/>
          </a:prstGeom>
          <a:noFill/>
          <a:ln>
            <a:noFill/>
          </a:ln>
        </p:spPr>
      </p:pic>
      <p:pic>
        <p:nvPicPr>
          <p:cNvPr id="390" name="Google Shape;390;p4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170131" y="3565332"/>
            <a:ext cx="2817377" cy="1072021"/>
          </a:xfrm>
          <a:prstGeom prst="rect">
            <a:avLst/>
          </a:prstGeom>
          <a:noFill/>
          <a:ln>
            <a:noFill/>
          </a:ln>
        </p:spPr>
      </p:pic>
      <p:pic>
        <p:nvPicPr>
          <p:cNvPr id="391" name="Google Shape;391;p45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4426504" y="1782207"/>
            <a:ext cx="2758624" cy="310611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6" name="Shape 3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7" name="Google Shape;397;p46"/>
          <p:cNvSpPr txBox="1"/>
          <p:nvPr/>
        </p:nvSpPr>
        <p:spPr>
          <a:xfrm>
            <a:off x="-1" y="12527"/>
            <a:ext cx="1923068" cy="346249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" sz="18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QUESTION 9</a:t>
            </a:r>
            <a:endParaRPr b="1" i="0" sz="18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98" name="Google Shape;398;p46"/>
          <p:cNvSpPr txBox="1"/>
          <p:nvPr/>
        </p:nvSpPr>
        <p:spPr>
          <a:xfrm>
            <a:off x="70201" y="1993001"/>
            <a:ext cx="1923068" cy="346249"/>
          </a:xfrm>
          <a:prstGeom prst="rect">
            <a:avLst/>
          </a:prstGeom>
          <a:solidFill>
            <a:srgbClr val="2E75B5"/>
          </a:solidFill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" sz="18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SOLUTION 9</a:t>
            </a:r>
            <a:endParaRPr b="1" i="0" sz="18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99" name="Google Shape;399;p46"/>
          <p:cNvSpPr txBox="1"/>
          <p:nvPr/>
        </p:nvSpPr>
        <p:spPr>
          <a:xfrm>
            <a:off x="-1" y="4763840"/>
            <a:ext cx="2817743" cy="346249"/>
          </a:xfrm>
          <a:prstGeom prst="rect">
            <a:avLst/>
          </a:prstGeom>
          <a:solidFill>
            <a:srgbClr val="548135"/>
          </a:solidFill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" sz="18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CORRECT ANSWER 9</a:t>
            </a:r>
            <a:endParaRPr b="1" i="0" sz="18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00" name="Google Shape;400;p46"/>
          <p:cNvSpPr txBox="1"/>
          <p:nvPr/>
        </p:nvSpPr>
        <p:spPr>
          <a:xfrm>
            <a:off x="3301082" y="4771806"/>
            <a:ext cx="830651" cy="346249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" sz="18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b)</a:t>
            </a:r>
            <a:endParaRPr b="1" i="0" sz="18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401" name="Google Shape;401;p46"/>
          <p:cNvCxnSpPr/>
          <p:nvPr/>
        </p:nvCxnSpPr>
        <p:spPr>
          <a:xfrm>
            <a:off x="2964542" y="4944930"/>
            <a:ext cx="219173" cy="0"/>
          </a:xfrm>
          <a:prstGeom prst="straightConnector1">
            <a:avLst/>
          </a:prstGeom>
          <a:noFill/>
          <a:ln cap="flat" cmpd="sng" w="19050">
            <a:solidFill>
              <a:schemeClr val="accent6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402" name="Google Shape;402;p46"/>
          <p:cNvSpPr txBox="1"/>
          <p:nvPr/>
        </p:nvSpPr>
        <p:spPr>
          <a:xfrm>
            <a:off x="-1" y="358776"/>
            <a:ext cx="9144000" cy="1532343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-3304" l="-277" r="0" t="-824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400" u="none" cap="none" strike="noStrike">
                <a:latin typeface="Arial"/>
                <a:ea typeface="Arial"/>
                <a:cs typeface="Arial"/>
                <a:sym typeface="Arial"/>
              </a:rPr>
              <a:t> </a:t>
            </a:r>
            <a:endParaRPr/>
          </a:p>
        </p:txBody>
      </p:sp>
      <p:pic>
        <p:nvPicPr>
          <p:cNvPr id="403" name="Google Shape;403;p4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0201" y="2476275"/>
            <a:ext cx="6642100" cy="1968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4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8" name="Shape 4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" name="Google Shape;409;p47"/>
          <p:cNvSpPr txBox="1"/>
          <p:nvPr/>
        </p:nvSpPr>
        <p:spPr>
          <a:xfrm>
            <a:off x="-1" y="-3849"/>
            <a:ext cx="1923068" cy="346249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" sz="18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QUESTION 10</a:t>
            </a:r>
            <a:endParaRPr b="1" i="0" sz="18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10" name="Google Shape;410;p47"/>
          <p:cNvSpPr txBox="1"/>
          <p:nvPr/>
        </p:nvSpPr>
        <p:spPr>
          <a:xfrm>
            <a:off x="21439" y="1901569"/>
            <a:ext cx="1923068" cy="346249"/>
          </a:xfrm>
          <a:prstGeom prst="rect">
            <a:avLst/>
          </a:prstGeom>
          <a:solidFill>
            <a:srgbClr val="2E75B5"/>
          </a:solidFill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" sz="18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SOLUTION 10</a:t>
            </a:r>
            <a:endParaRPr b="1" i="0" sz="18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11" name="Google Shape;411;p47"/>
          <p:cNvSpPr txBox="1"/>
          <p:nvPr/>
        </p:nvSpPr>
        <p:spPr>
          <a:xfrm>
            <a:off x="-1" y="4763840"/>
            <a:ext cx="2688731" cy="346218"/>
          </a:xfrm>
          <a:prstGeom prst="rect">
            <a:avLst/>
          </a:prstGeom>
          <a:solidFill>
            <a:srgbClr val="548135"/>
          </a:solidFill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" sz="18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CORRECT ANSWER 10</a:t>
            </a:r>
            <a:endParaRPr b="1" i="0" sz="18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12" name="Google Shape;412;p47"/>
          <p:cNvSpPr txBox="1"/>
          <p:nvPr/>
        </p:nvSpPr>
        <p:spPr>
          <a:xfrm>
            <a:off x="3127729" y="4771822"/>
            <a:ext cx="635067" cy="346218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" sz="18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a)</a:t>
            </a:r>
            <a:endParaRPr b="1" i="0" sz="18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413" name="Google Shape;413;p47"/>
          <p:cNvCxnSpPr/>
          <p:nvPr/>
        </p:nvCxnSpPr>
        <p:spPr>
          <a:xfrm>
            <a:off x="2798643" y="4944931"/>
            <a:ext cx="219173" cy="0"/>
          </a:xfrm>
          <a:prstGeom prst="straightConnector1">
            <a:avLst/>
          </a:prstGeom>
          <a:noFill/>
          <a:ln cap="flat" cmpd="sng" w="19050">
            <a:solidFill>
              <a:schemeClr val="accent6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414" name="Google Shape;414;p47"/>
          <p:cNvSpPr txBox="1"/>
          <p:nvPr/>
        </p:nvSpPr>
        <p:spPr>
          <a:xfrm>
            <a:off x="0" y="303797"/>
            <a:ext cx="8844235" cy="1503425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-429" r="-285" t="-168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400" u="none" cap="none" strike="noStrike">
                <a:latin typeface="Arial"/>
                <a:ea typeface="Arial"/>
                <a:cs typeface="Arial"/>
                <a:sym typeface="Arial"/>
              </a:rPr>
              <a:t> </a:t>
            </a:r>
            <a:endParaRPr/>
          </a:p>
        </p:txBody>
      </p:sp>
      <p:pic>
        <p:nvPicPr>
          <p:cNvPr id="415" name="Google Shape;415;p4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5557" y="2300587"/>
            <a:ext cx="5016702" cy="235904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4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4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