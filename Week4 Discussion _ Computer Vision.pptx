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ialBlack-regular.fnt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9" name="Google Shape;119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0" name="Google Shape;120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Relationship Id="rId6" Type="http://schemas.openxmlformats.org/officeDocument/2006/relationships/image" Target="../media/image48.png"/><Relationship Id="rId7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Week-4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b="1" baseline="30000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Aug,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32368" y="0"/>
            <a:ext cx="2019239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Geometry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32368" y="337633"/>
            <a:ext cx="639270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geometry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refers to the study of the geometric relationships between two cameras that observe the same scene from different viewpoints.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goal is to understand how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structure of the scene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relates to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2D images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captured by each camera, so that depth and 3D shape can be recovered.</a:t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32368" y="2121316"/>
            <a:ext cx="1424198" cy="284663"/>
          </a:xfrm>
          <a:prstGeom prst="rect">
            <a:avLst/>
          </a:prstGeom>
          <a:solidFill>
            <a:srgbClr val="AC168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Set-up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182071" y="1291740"/>
            <a:ext cx="877985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ideas in stereo geometry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two cameras (left and right) separated by a fixed distance (called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camera sees the same scene but from a slightly different perspective.</a:t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5757482" y="2095253"/>
            <a:ext cx="2103929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Epipolar geometry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5076" y="463032"/>
            <a:ext cx="2692400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916" y="2737522"/>
            <a:ext cx="4610100" cy="21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9646" y="2379916"/>
            <a:ext cx="4419600" cy="26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/>
        </p:nvSpPr>
        <p:spPr>
          <a:xfrm>
            <a:off x="0" y="28305"/>
            <a:ext cx="3808212" cy="284663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Relations for Epipolar Geometry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5097031" y="84949"/>
            <a:ext cx="1765015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196556" y="2671721"/>
            <a:ext cx="3089631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and Essential Matrices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4232919" y="2708864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7381887" y="267172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71" y="381094"/>
            <a:ext cx="3124200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046" y="83590"/>
            <a:ext cx="33020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821" y="3103057"/>
            <a:ext cx="3213100" cy="19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7331" y="2956383"/>
            <a:ext cx="28194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0279" y="3103057"/>
            <a:ext cx="2628900" cy="19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76596" y="4472733"/>
            <a:ext cx="3040869" cy="65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/>
        </p:nvSpPr>
        <p:spPr>
          <a:xfrm>
            <a:off x="122165" y="45561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5433232" y="14635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267763" y="2440105"/>
            <a:ext cx="2692269" cy="284663"/>
          </a:xfrm>
          <a:prstGeom prst="rect">
            <a:avLst/>
          </a:prstGeom>
          <a:solidFill>
            <a:srgbClr val="AC168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Matrix: 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4466240" y="278253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6659167" y="2410421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52" y="353833"/>
            <a:ext cx="30861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752" y="329437"/>
            <a:ext cx="28829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0728" y="299298"/>
            <a:ext cx="297180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18" y="2754106"/>
            <a:ext cx="35433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0939" y="3313450"/>
            <a:ext cx="24384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59167" y="2632389"/>
            <a:ext cx="23622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9772" y="3573068"/>
            <a:ext cx="20828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06628" y="3573068"/>
            <a:ext cx="1625600" cy="15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/>
        </p:nvSpPr>
        <p:spPr>
          <a:xfrm>
            <a:off x="0" y="17626"/>
            <a:ext cx="1990641" cy="500107"/>
          </a:xfrm>
          <a:prstGeom prst="rect">
            <a:avLst/>
          </a:prstGeom>
          <a:solidFill>
            <a:srgbClr val="AC168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 Matrix: 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6334716" y="17626"/>
            <a:ext cx="1401270" cy="2846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Pure translation</a:t>
            </a:r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3689969" y="1906221"/>
            <a:ext cx="2090442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Depth</a:t>
            </a:r>
            <a:endParaRPr/>
          </a:p>
        </p:txBody>
      </p:sp>
      <p:sp>
        <p:nvSpPr>
          <p:cNvPr id="190" name="Google Shape;190;p30"/>
          <p:cNvSpPr txBox="1"/>
          <p:nvPr/>
        </p:nvSpPr>
        <p:spPr>
          <a:xfrm>
            <a:off x="2216520" y="2513944"/>
            <a:ext cx="1921858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Pure Translation</a:t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5240767" y="2524665"/>
            <a:ext cx="2493695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Motion of Camera</a:t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603" y="72604"/>
            <a:ext cx="3200400" cy="23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5917" y="450984"/>
            <a:ext cx="3289300" cy="17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223" y="3051241"/>
            <a:ext cx="43561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9619" y="2568641"/>
            <a:ext cx="37084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/>
        </p:nvSpPr>
        <p:spPr>
          <a:xfrm>
            <a:off x="152657" y="45561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- 4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6142333" y="26246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152656" y="2610625"/>
            <a:ext cx="3415491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Estimation of Fundamental Matrix</a:t>
            </a:r>
            <a:endParaRPr/>
          </a:p>
        </p:txBody>
      </p:sp>
      <p:pic>
        <p:nvPicPr>
          <p:cNvPr id="203" name="Google Shape;2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656" y="330224"/>
            <a:ext cx="311150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628" y="432699"/>
            <a:ext cx="2806700" cy="2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28" y="2895288"/>
            <a:ext cx="7772400" cy="216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/>
        </p:nvSpPr>
        <p:spPr>
          <a:xfrm>
            <a:off x="1081443" y="1099119"/>
            <a:ext cx="7197365" cy="311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geometry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Epipolar geometry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and Essential Matrix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 of Fundamental and Essential Matrix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Depth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Estimation of Fundamental Matrix</a:t>
            </a:r>
            <a:endParaRPr/>
          </a:p>
        </p:txBody>
      </p:sp>
      <p:sp>
        <p:nvSpPr>
          <p:cNvPr id="211" name="Google Shape;211;p32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4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/>
        </p:nvSpPr>
        <p:spPr>
          <a:xfrm>
            <a:off x="0" y="2877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4499172" y="124428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1" name="Google Shape;221;p3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2" name="Google Shape;222;p33"/>
          <p:cNvSpPr txBox="1"/>
          <p:nvPr/>
        </p:nvSpPr>
        <p:spPr>
          <a:xfrm>
            <a:off x="74506" y="447190"/>
            <a:ext cx="9069494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the right epipole e′ (2, 3) and a point x′ (5, 2) in right image plane of a stereo imaging set up, compute the epipolar line l′ containing the point x′, in right image plane in homogeneous coordinate system.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(0.0909, −0.2727,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(0.0909, 0.2727,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(−0.0909, 0.2727, −1)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(−0.0909, −0.2727, 1)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3802242" y="1799736"/>
            <a:ext cx="3156910" cy="5616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Epipolar line </a:t>
            </a:r>
            <a:r>
              <a:rPr b="0" i="1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l′ = e′ × x′ </a:t>
            </a: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homogeneous coordinate system.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33"/>
          <p:cNvPicPr preferRelativeResize="0"/>
          <p:nvPr/>
        </p:nvPicPr>
        <p:blipFill rotWithShape="1">
          <a:blip r:embed="rId3">
            <a:alphaModFix/>
          </a:blip>
          <a:srcRect b="11984" l="0" r="0" t="0"/>
          <a:stretch/>
        </p:blipFill>
        <p:spPr>
          <a:xfrm>
            <a:off x="3238983" y="2550638"/>
            <a:ext cx="5146534" cy="1663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4"/>
          <p:cNvSpPr txBox="1"/>
          <p:nvPr/>
        </p:nvSpPr>
        <p:spPr>
          <a:xfrm>
            <a:off x="-1" y="408391"/>
            <a:ext cx="9022500" cy="193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13" l="-562" r="-421" t="-13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2" name="Google Shape;232;p34"/>
          <p:cNvSpPr txBox="1"/>
          <p:nvPr/>
        </p:nvSpPr>
        <p:spPr>
          <a:xfrm>
            <a:off x="4396496" y="100270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" name="Google Shape;235;p3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6" name="Google Shape;236;p34"/>
          <p:cNvSpPr txBox="1"/>
          <p:nvPr/>
        </p:nvSpPr>
        <p:spPr>
          <a:xfrm>
            <a:off x="3912026" y="1368181"/>
            <a:ext cx="4815076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for </a:t>
            </a:r>
            <a:r>
              <a:rPr b="0" i="1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 = 0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e is the left epipole or right null vector of </a:t>
            </a:r>
            <a:r>
              <a:rPr b="0" i="1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4801" y="2139854"/>
            <a:ext cx="4689532" cy="2498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/>
        </p:nvSpPr>
        <p:spPr>
          <a:xfrm>
            <a:off x="311544" y="1128163"/>
            <a:ext cx="7262602" cy="203414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33" l="-872" r="-872" t="-12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3" name="Google Shape;243;p35"/>
          <p:cNvSpPr txBox="1"/>
          <p:nvPr/>
        </p:nvSpPr>
        <p:spPr>
          <a:xfrm>
            <a:off x="392464" y="3371715"/>
            <a:ext cx="79585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the given parameters, solve the following question 3, 4 and 5.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/>
        </p:nvSpPr>
        <p:spPr>
          <a:xfrm>
            <a:off x="0" y="2581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6"/>
          <p:cNvSpPr txBox="1"/>
          <p:nvPr/>
        </p:nvSpPr>
        <p:spPr>
          <a:xfrm>
            <a:off x="0" y="432561"/>
            <a:ext cx="8833402" cy="8587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39" l="-574" r="0" t="-29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51" name="Google Shape;251;p36"/>
          <p:cNvSpPr txBox="1"/>
          <p:nvPr/>
        </p:nvSpPr>
        <p:spPr>
          <a:xfrm>
            <a:off x="0" y="136692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6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6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4" name="Google Shape;254;p36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55" name="Google Shape;25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59" y="2125639"/>
            <a:ext cx="3743417" cy="94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8663" y="1788339"/>
            <a:ext cx="4153413" cy="2804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/>
        </p:nvSpPr>
        <p:spPr>
          <a:xfrm>
            <a:off x="0" y="33411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4001781" y="91403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37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7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6" name="Google Shape;266;p37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7" name="Google Shape;267;p37"/>
          <p:cNvSpPr txBox="1"/>
          <p:nvPr/>
        </p:nvSpPr>
        <p:spPr>
          <a:xfrm>
            <a:off x="60960" y="379660"/>
            <a:ext cx="8833402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translation vector t as (1, 0, 1), compute the right epipole.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(4, 2, 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(2, 2, 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(4, 3, 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(4, 2, 1)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8" name="Google Shape;26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601" y="1653124"/>
            <a:ext cx="4723550" cy="289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58100" y="172483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8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8" name="Google Shape;278;p3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9" name="Google Shape;279;p38"/>
          <p:cNvSpPr txBox="1"/>
          <p:nvPr/>
        </p:nvSpPr>
        <p:spPr>
          <a:xfrm>
            <a:off x="58100" y="515838"/>
            <a:ext cx="9027800" cy="112571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61" r="0" t="-22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0" name="Google Shape;280;p38"/>
          <p:cNvSpPr txBox="1"/>
          <p:nvPr/>
        </p:nvSpPr>
        <p:spPr>
          <a:xfrm>
            <a:off x="58100" y="2071081"/>
            <a:ext cx="3376403" cy="3152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998" l="-748" r="0" t="-7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81" name="Google Shape;28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380" y="2386295"/>
            <a:ext cx="3842087" cy="2327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/>
        </p:nvSpPr>
        <p:spPr>
          <a:xfrm>
            <a:off x="720191" y="1265314"/>
            <a:ext cx="7258556" cy="15217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609" l="-87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3730429" y="87529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3017816" y="4763840"/>
            <a:ext cx="537908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6" name="Google Shape;296;p4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7" name="Google Shape;297;p40"/>
          <p:cNvSpPr txBox="1"/>
          <p:nvPr/>
        </p:nvSpPr>
        <p:spPr>
          <a:xfrm>
            <a:off x="37921" y="463668"/>
            <a:ext cx="88335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two points (5, 8) and (7, −5) in the left image. Compute the epipolar lines.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(−21, 13, 13), (−20, 2, 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(21, 13, 13), (−20, 2, 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(21, 13, 13), (20, 2, 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(−21, 13, 13), (20, 2, 2)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40"/>
          <p:cNvSpPr txBox="1"/>
          <p:nvPr/>
        </p:nvSpPr>
        <p:spPr>
          <a:xfrm>
            <a:off x="3730429" y="1253978"/>
            <a:ext cx="34020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Epipolar line is given by </a:t>
            </a:r>
            <a:r>
              <a:rPr b="0" i="1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l′ = Fx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299" name="Google Shape;29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245" y="1621344"/>
            <a:ext cx="4009882" cy="3142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41"/>
          <p:cNvSpPr txBox="1"/>
          <p:nvPr/>
        </p:nvSpPr>
        <p:spPr>
          <a:xfrm>
            <a:off x="4304962" y="43256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4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41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" name="Google Shape;309;p4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0" name="Google Shape;310;p41"/>
          <p:cNvSpPr txBox="1"/>
          <p:nvPr/>
        </p:nvSpPr>
        <p:spPr>
          <a:xfrm>
            <a:off x="80920" y="432561"/>
            <a:ext cx="875374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right epipole.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(0, 302, 302)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(0, −302, −302)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(0, 302, −302)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(0, −302, 302)</a:t>
            </a:r>
            <a:endParaRPr/>
          </a:p>
        </p:txBody>
      </p:sp>
      <p:sp>
        <p:nvSpPr>
          <p:cNvPr id="311" name="Google Shape;311;p41"/>
          <p:cNvSpPr txBox="1"/>
          <p:nvPr/>
        </p:nvSpPr>
        <p:spPr>
          <a:xfrm>
            <a:off x="4106956" y="1125059"/>
            <a:ext cx="3370085" cy="34983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790" l="-1126" r="0" t="-68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12" name="Google Shape;31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1759" y="1601230"/>
            <a:ext cx="4575798" cy="3508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5431189" y="125730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4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3017816" y="4763840"/>
            <a:ext cx="99583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2" name="Google Shape;322;p4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23" name="Google Shape;3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2"/>
          <p:cNvSpPr txBox="1"/>
          <p:nvPr/>
        </p:nvSpPr>
        <p:spPr>
          <a:xfrm>
            <a:off x="9525" y="200217"/>
            <a:ext cx="8993784" cy="280666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4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27" name="Google Shape;32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734869"/>
            <a:ext cx="3892269" cy="92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650" y="2950441"/>
            <a:ext cx="4120663" cy="1055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78202" y="2791953"/>
            <a:ext cx="3373959" cy="2351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3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2817742" y="167967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3"/>
          <p:cNvSpPr txBox="1"/>
          <p:nvPr/>
        </p:nvSpPr>
        <p:spPr>
          <a:xfrm>
            <a:off x="3301082" y="4771806"/>
            <a:ext cx="830651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9" name="Google Shape;339;p43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0" name="Google Shape;340;p43"/>
          <p:cNvSpPr txBox="1"/>
          <p:nvPr/>
        </p:nvSpPr>
        <p:spPr>
          <a:xfrm>
            <a:off x="-1" y="358776"/>
            <a:ext cx="9144000" cy="125047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7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41" name="Google Shape;341;p43"/>
          <p:cNvSpPr txBox="1"/>
          <p:nvPr/>
        </p:nvSpPr>
        <p:spPr>
          <a:xfrm>
            <a:off x="2387262" y="1955496"/>
            <a:ext cx="3488941" cy="4375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285" l="-1089" r="-72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42" name="Google Shape;34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103" y="2571749"/>
            <a:ext cx="3561245" cy="1966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0325" y="2571750"/>
            <a:ext cx="4612558" cy="1966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42643" y="185151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44"/>
          <p:cNvSpPr txBox="1"/>
          <p:nvPr/>
        </p:nvSpPr>
        <p:spPr>
          <a:xfrm>
            <a:off x="3127729" y="4771822"/>
            <a:ext cx="61115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3" name="Google Shape;353;p44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4" name="Google Shape;354;p44"/>
          <p:cNvSpPr txBox="1"/>
          <p:nvPr/>
        </p:nvSpPr>
        <p:spPr>
          <a:xfrm>
            <a:off x="42643" y="173124"/>
            <a:ext cx="8844235" cy="166712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27" l="-286" r="-28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55" name="Google Shape;35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2090" y="1840247"/>
            <a:ext cx="3979820" cy="78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77" y="2712969"/>
            <a:ext cx="4892344" cy="180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5190" y="2986213"/>
            <a:ext cx="3888810" cy="1296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